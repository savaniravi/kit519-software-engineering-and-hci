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00.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xml" ContentType="application/inkml+xml"/>
  <Override PartName="/ppt/ink/ink110.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xml" ContentType="application/inkml+xml"/>
  <Override PartName="/ppt/ink/ink120.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xml" ContentType="application/inkml+xml"/>
  <Override PartName="/ppt/ink/ink130.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xml" ContentType="application/inkml+xml"/>
  <Override PartName="/ppt/ink/ink140.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xml" ContentType="application/inkml+xml"/>
  <Override PartName="/ppt/ink/ink50.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xml" ContentType="application/inkml+xml"/>
  <Override PartName="/ppt/ink/ink60.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xml" ContentType="application/inkml+xml"/>
  <Override PartName="/ppt/ink/ink70.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xml" ContentType="application/inkml+xml"/>
  <Override PartName="/ppt/ink/ink80.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xml" ContentType="application/inkml+xml"/>
  <Override PartName="/ppt/ink/ink90.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8" r:id="rId3"/>
  </p:sldMasterIdLst>
  <p:handoutMasterIdLst>
    <p:handoutMasterId r:id="rId10"/>
  </p:handoutMasterIdLst>
  <p:sldIdLst>
    <p:sldId id="256" r:id="rId4"/>
    <p:sldId id="257" r:id="rId5"/>
    <p:sldId id="260" r:id="rId6"/>
    <p:sldId id="258" r:id="rId7"/>
    <p:sldId id="261" r:id="rId8"/>
    <p:sldId id="259" r:id="rId9"/>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2" autoAdjust="0"/>
    <p:restoredTop sz="94660"/>
  </p:normalViewPr>
  <p:slideViewPr>
    <p:cSldViewPr snapToGrid="0">
      <p:cViewPr varScale="1">
        <p:scale>
          <a:sx n="90" d="100"/>
          <a:sy n="90" d="100"/>
        </p:scale>
        <p:origin x="90" y="234"/>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5" d="100"/>
          <a:sy n="75" d="100"/>
        </p:scale>
        <p:origin x="1452" y="6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84EC56-8E46-498C-9F82-A1E67B00170F}" type="datetimeFigureOut">
              <a:rPr lang="zh-CN" altLang="en-US" smtClean="0"/>
            </a:fld>
            <a:endParaRPr lang="zh-CN" altLang="en-US"/>
          </a:p>
        </p:txBody>
      </p:sp>
      <p:sp>
        <p:nvSpPr>
          <p:cNvPr id="4" name="页脚占位符 3"/>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6E617E-3889-48F8-A988-C1F6B731C0C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0"/>
    </inkml:context>
    <inkml:brush xml:id="br0">
      <inkml:brushProperty name="width" value="0.0231401044875383" units="cm"/>
      <inkml:brushProperty name="height" value="0.0231401044875383" units="cm"/>
      <inkml:brushProperty name="color" value="#F2395B"/>
      <inkml:brushProperty name="ignorePressure" value="0"/>
    </inkml:brush>
  </inkml:definitions>
  <inkml:trace contextRef="#ctx0" brushRef="#br0">45350.000000 1200.000000 633,'-46.000000'-25.000000'5,"10.000000"0.000000"7 ,10.000000 0.000000 9,9.000000 0.000000 9,6.000000 14.000000 3,3.000000 28.000000 1,3.000000 28.000000 0,4.000000 29.000000 1,-1.000000 19.000000-3,-3.000000 14.000000-5,-3.000000 11.000000-3,-2.000000 14.000000-5,-8.000000 11.000000-3,-8.000000 14.000000-2,-10.000000 11.000000-2,-9.000000 14.000000-2,-7.000000 0.000000-3,-3.000000-8.000000-6,-3.000000-10.000000-3,-2.000000-9.000000-5,5.000000-18.000000-7,16.000000-24.000000-10,15.000000-26.000000-8,17.000000-24.000000-9,11.000000-20.000000-7,10.000000-11.000000-4,10.000000-14.000000-4,9.000000-11.000000-3</inkml:trace>
</inkml:ink>
</file>

<file path=ppt/ink/ink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0"/>
    </inkml:context>
    <inkml:brush xml:id="br0">
      <inkml:brushProperty name="width" value="0.0218339338898659" units="cm"/>
      <inkml:brushProperty name="height" value="0.0218339338898659" units="cm"/>
      <inkml:brushProperty name="color" value="#F2395B"/>
      <inkml:brushProperty name="ignorePressure" value="0"/>
    </inkml:brush>
  </inkml:definitions>
  <inkml:trace contextRef="#ctx0" brushRef="#br0">45200.000000 2600.000000 671,'-43.000000'-24.000000'26,"17.000000"4.000000"6 ,15.000000 3.000000 6,16.000000 3.000000 6,15.000000-1.000000-1,16.000000-2.000000-6,15.000000-3.000000-7,17.000000-3.000000-6,10.000000-1.000000-5,6.000000 4.000000-4,7.000000 3.000000-4,6.000000 3.000000-4,1.000000-1.000000-4,-3.000000-2.000000-7,-3.000000-3.000000-4,-2.000000-3.000000-6,-5.000000-2.000000-5,-2.000000 0.000000-3,-3.000000 0.000000-4,-3.000000 0.000000-3,-6.000000 0.000000-4,-5.000000 0.000000-4,-7.000000 0.000000-3,-5.000000 0.000000-3,-9.000000 3.000000 1,-9.000000 6.000000 6,-10.000000 7.000000 7,-8.000000 6.000000 7,-6.000000 1.000000 5,1.000000-3.000000 1,-1.000000-3.000000 3,1.000000-2.000000 2</inkml:trace>
</inkml:ink>
</file>

<file path=ppt/ink/ink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0"/>
    </inkml:context>
    <inkml:brush xml:id="br0">
      <inkml:brushProperty name="width" value="0.023489523679018" units="cm"/>
      <inkml:brushProperty name="height" value="0.023489523679018" units="cm"/>
      <inkml:brushProperty name="color" value="#F2395B"/>
      <inkml:brushProperty name="ignorePressure" value="0"/>
    </inkml:brush>
  </inkml:definitions>
  <inkml:trace contextRef="#ctx0" brushRef="#br0">47000.000000 1400.000000 624,'-24.000000'26.000000'34,"4.000000"4.000000"-2 ,3.000000 3.000000-2,3.000000 3.000000-2,1.000000 6.000000-1,1.000000 9.000000-1,-1.000000 10.000000-1,1.000000 10.000000 0,-4.000000 11.000000-1,-6.000000 17.000000 0,-6.000000 15.000000-1,-6.000000 16.000000-1,-6.000000 10.000000-2,-2.000000 7.000000-4,-3.000000 6.000000-5,-3.000000 7.000000-4,1.000000-6.000000-6,6.000000-15.000000-6,7.000000-15.000000-7,6.000000-16.000000-7,6.000000-16.000000-5,6.000000-16.000000-3,7.000000-15.000000-2,6.000000-15.000000-2,6.000000-14.000000-5,6.000000-8.000000-8,7.000000-10.000000-8,6.000000-9.000000-7</inkml:trace>
</inkml:ink>
</file>

<file path=ppt/ink/ink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1"/>
    </inkml:context>
    <inkml:brush xml:id="br0">
      <inkml:brushProperty name="width" value="0.0203226581215858" units="cm"/>
      <inkml:brushProperty name="height" value="0.0203226581215858" units="cm"/>
      <inkml:brushProperty name="color" value="#F2395B"/>
      <inkml:brushProperty name="ignorePressure" value="0"/>
    </inkml:brush>
  </inkml:definitions>
  <inkml:trace contextRef="#ctx0" brushRef="#br0">47600.000000 2850.000000 721,'-46.000000'3.000000'-14,"10.000000"6.000000"13 ,10.000000 7.000000 13,9.000000 6.000000 15,4.000000 7.000000 5,1.000000 10.000000-1,-1.000000 10.000000-1,1.000000 9.000000-1,1.000000 6.000000-3,3.000000 3.000000-1,3.000000 3.000000-2,4.000000 4.000000-2,5.000000-4.000000-4,10.000000-9.000000-5,10.000000-10.000000-5,9.000000-8.000000-5,4.000000-11.000000-4,1.000000-8.000000 1,-1.000000-10.000000-1,1.000000-9.000000-1,1.000000-15.000000 0,3.000000-18.000000-1,3.000000-19.000000-1,4.000000-18.000000-1,-4.000000-9.000000 0,-9.000000 4.000000 1,-10.000000 3.000000 0,-8.000000 3.000000 2,-8.000000 1.000000 0,-2.000000 1.000000 1,-3.000000-1.000000 1,-3.000000 1.000000 1,-6.000000 5.000000 0,-5.000000 14.000000-4,-7.000000 11.000000-2,-5.000000 14.000000-3,-4.000000 5.000000-4,0.000000 1.000000-5,0.000000-1.000000-6,0.000000 1.000000-5,1.000000 2.000000-4,4.000000 7.000000-5,3.000000 6.000000-3,3.000000 7.000000-5</inkml:trace>
</inkml:ink>
</file>

<file path=ppt/ink/ink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1"/>
    </inkml:context>
    <inkml:brush xml:id="br0">
      <inkml:brushProperty name="width" value="0.0207019820809364" units="cm"/>
      <inkml:brushProperty name="height" value="0.0207019820809364" units="cm"/>
      <inkml:brushProperty name="color" value="#F2395B"/>
      <inkml:brushProperty name="ignorePressure" value="0"/>
    </inkml:brush>
  </inkml:definitions>
  <inkml:trace contextRef="#ctx0" brushRef="#br0">49400.000000 2550.000000 708,'-90.000000'1.000000'13,"23.000000"4.000000"3 ,22.000000 3.000000 2,22.000000 3.000000 3,12.000000 4.000000 1,3.000000 7.000000 1,3.000000 6.000000 0,4.000000 7.000000 0,-1.000000 5.000000 0,-3.000000 7.000000-3,-3.000000 6.000000-1,-2.000000 7.000000-3,-8.000000 4.000000-2,-8.000000 3.000000-1,-10.000000 3.000000-3,-9.000000 4.000000-2,-4.000000 2.000000-3,4.000000 4.000000-1,3.000000 3.000000-4,3.000000 3.000000-1,3.000000-5.000000-2,3.000000-12.000000-1,3.000000-13.000000 0,4.000000-12.000000 0,2.000000-10.000000-2,4.000000-6.000000-1,3.000000-6.000000-2,3.000000-6.000000-2,7.000000-13.000000-2,14.000000-19.000000 0,11.000000-18.000000-1,14.000000-19.000000 0,10.000000-13.000000-2,9.000000-6.000000-3,10.000000-6.000000-1,10.000000-6.000000-3,4.000000-1.000000 1,0.000000 7.000000 4,0.000000 6.000000 2,0.000000 7.000000 5,-4.000000 7.000000 2,-5.000000 9.000000 5,-7.000000 10.000000 3,-5.000000 10.000000 4,-4.000000 7.000000 4,0.000000 6.000000 4,0.000000 7.000000 4,0.000000 6.000000 5,-7.000000 7.000000 0,-11.000000 10.000000 0,-14.000000 10.000000-1,-11.000000 9.000000-2,-7.000000 9.000000-2,0.000000 9.000000-1,0.000000 10.000000-3,0.000000 10.000000-2,-4.000000 0.000000-1,-5.000000-5.000000-2,-7.000000-7.000000-1,-5.000000-5.000000 0,-1.000000-6.000000-3,6.000000-3.000000-5,7.000000-3.000000-3,6.000000-2.000000-5,9.000000-17.000000-3,13.000000-28.000000-4,12.000000-28.000000-4,13.000000-27.000000-3,7.000000-12.000000-1,4.000000 6.000000 3,3.000000 7.000000 1,3.000000 6.000000 3,-4.000000 6.000000 4,-8.000000 6.000000 5,-10.000000 7.000000 5,-9.000000 6.000000 5,-5.000000 6.000000 5,0.000000 6.000000 0,0.000000 7.000000 2,0.000000 6.000000 2,-4.000000 9.000000 1,-5.000000 13.000000 0,-7.000000 12.000000 1,-5.000000 13.000000 1,-6.000000 6.000000-1,-3.000000 0.000000-2,-3.000000 0.000000-2,-2.000000 0.000000-1,-1.000000-4.000000-2,3.000000-5.000000-1,3.000000-7.000000 0,4.000000-5.000000-1,4.000000-8.000000-1,6.000000-5.000000 0,7.000000-7.000000 0,6.000000-5.000000-1,7.000000-6.000000 0,10.000000-3.000000-1,10.000000-3.000000 0,9.000000-2.000000 0,4.000000-9.000000-2,1.000000-12.000000 0,-1.000000-13.000000-1,1.000000-12.000000-1,-3.000000-7.000000 0,-2.000000 1.000000 0,-3.000000-1.000000 0,-3.000000 1.000000 1,-7.000000 1.000000 1,-9.000000 3.000000 0,-10.000000 3.000000 0,-8.000000 4.000000 2,-12.000000 4.000000 0,-12.000000 6.000000 1,-13.000000 7.000000 1,-12.000000 6.000000 1,-10.000000 12.000000 2,-6.000000 19.000000 3,-6.000000 19.000000 2,-6.000000 19.000000 4,-1.000000 12.000000 1,7.000000 6.000000 2,6.000000 7.000000 1,7.000000 6.000000 2,5.000000 1.000000-1,7.000000-3.000000-1,6.000000-3.000000-1,7.000000-2.000000-1,11.000000-6.000000-2,20.000000-6.000000-3,18.000000-6.000000-3,20.000000-6.000000-2,11.000000-9.000000-5,7.000000-8.000000-5,6.000000-10.000000-6,7.000000-9.000000-6,0.000000-7.000000-10,-2.000000-3.000000-14,-3.000000-3.000000-15,-3.000000-2.000000-15</inkml:trace>
</inkml:ink>
</file>

<file path=ppt/ink/ink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2"/>
    </inkml:context>
    <inkml:brush xml:id="br0">
      <inkml:brushProperty name="width" value="0.0254743620753288" units="cm"/>
      <inkml:brushProperty name="height" value="0.0254743620753288" units="cm"/>
      <inkml:brushProperty name="color" value="#F2395B"/>
      <inkml:brushProperty name="ignorePressure" value="0"/>
    </inkml:brush>
  </inkml:definitions>
  <inkml:trace contextRef="#ctx0" brushRef="#br0">60000.000000 1950.000000 575,'-66.000000'25.000000'3,"19.000000"0.000000"5 ,19.000000 0.000000 5,19.000000 0.000000 6,9.000000 7.000000 3,0.000000 17.000000 2,0.000000 15.000000 1,0.000000 16.000000 3,0.000000 13.000000 0,0.000000 14.000000-2,0.000000 11.000000-1,0.000000 14.000000-2,-4.000000 11.000000 0,-5.000000 14.000000-1,-7.000000 11.000000 0,-5.000000 14.000000-1,-6.000000 7.000000-1,-3.000000 3.000000-2,-3.000000 3.000000-3,-2.000000 4.000000-3,-3.000000-4.000000-2,1.000000-9.000000-2,-1.000000-10.000000-3,1.000000-8.000000-1,4.000000-22.000000-4,9.000000-30.000000-4,10.000000-32.000000-6,10.000000-30.000000-6,7.000000-26.000000-5,6.000000-19.000000-7,7.000000-18.000000-7,6.000000-19.000000-7,4.000000-15.000000-2,4.000000-8.000000 3,3.000000-10.000000 4,3.000000-9.000000 2,-2.000000-2.000000 1,-6.000000 6.000000 0,-6.000000 7.000000-2,-6.000000 6.000000 0</inkml:trace>
</inkml:ink>
</file>

<file path=ppt/ink/ink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2"/>
    </inkml:context>
    <inkml:brush xml:id="br0">
      <inkml:brushProperty name="width" value="0.0226263012737036" units="cm"/>
      <inkml:brushProperty name="height" value="0.0226263012737036" units="cm"/>
      <inkml:brushProperty name="color" value="#F2395B"/>
      <inkml:brushProperty name="ignorePressure" value="0"/>
    </inkml:brush>
  </inkml:definitions>
  <inkml:trace contextRef="#ctx0" brushRef="#br0">59950.000000 1750.000000 648,'29.000000'-22.000000'-1,"10.000000"6.000000"10 ,10.000000 7.000000 8,9.000000 6.000000 9,7.000000 6.000000 3,7.000000 6.000000 1,6.000000 7.000000-2,7.000000 6.000000 1,-1.000000 7.000000-3,-6.000000 10.000000-3,-6.000000 10.000000-5,-6.000000 9.000000-2,-10.000000 7.000000-3,-12.000000 7.000000 1,-13.000000 6.000000 0,-12.000000 7.000000 1,-18.000000 7.000000-1,-21.000000 9.000000-2,-22.000000 10.000000-3,-22.000000 10.000000-2,-16.000000 2.000000-3,-9.000000-3.000000-6,-10.000000-3.000000-3,-8.000000-2.000000-5,5.000000-15.000000-7,22.000000-25.000000-7,22.000000-25.000000-7,23.000000-25.000000-8,11.000000-13.000000-6,4.000000 1.000000-4,3.000000-1.000000-4,3.000000 1.000000-4</inkml:trace>
</inkml:ink>
</file>

<file path=ppt/ink/ink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3"/>
    </inkml:context>
    <inkml:brush xml:id="br0">
      <inkml:brushProperty name="width" value="0.0221981890499592" units="cm"/>
      <inkml:brushProperty name="height" value="0.0221981890499592" units="cm"/>
      <inkml:brushProperty name="color" value="#F2395B"/>
      <inkml:brushProperty name="ignorePressure" value="0"/>
    </inkml:brush>
  </inkml:definitions>
  <inkml:trace contextRef="#ctx0" brushRef="#br0">61850.000000 2850.000000 660,'-4.000000'-47.000000'3,"-5.000000"6.000000"7 ,-7.000000 7.000000 6,-5.000000 6.000000 6,-6.000000 6.000000 3,-3.000000 6.000000-1,-3.000000 7.000000-3,-2.000000 6.000000-1,-6.000000 10.000000-1,-6.000000 17.000000-1,-6.000000 15.000000-2,-6.000000 16.000000-2,-1.000000 10.000000 0,7.000000 7.000000 0,6.000000 6.000000-2,7.000000 7.000000 0,7.000000 0.000000 0,9.000000-2.000000-3,10.000000-3.000000-1,10.000000-3.000000-2,5.000000-9.000000-3,4.000000-11.000000-5,3.000000-14.000000-5,3.000000-11.000000-6,12.000000-15.000000-5,22.000000-16.000000-7,22.000000-15.000000-7,23.000000-15.000000-7,6.000000-14.000000 0,-5.000000-8.000000 3,-7.000000-10.000000 5,-5.000000-9.000000 4,-8.000000-2.000000 6,-5.000000 6.000000 5,-7.000000 7.000000 7,-5.000000 6.000000 6,-11.000000 7.000000 6,-11.000000 10.000000 6,-14.000000 10.000000 7,-11.000000 9.000000 7,-11.000000 10.000000 2,-5.000000 14.000000 2,-7.000000 11.000000-1,-5.000000 14.000000 1,-4.000000 8.000000-2,0.000000 7.000000-6,0.000000 6.000000-5,0.000000 7.000000-5,6.000000-1.000000-7,13.000000-6.000000-8,12.000000-6.000000-9,13.000000-6.000000-7,16.000000-7.000000-5,23.000000-6.000000-1,22.000000-6.000000-2,22.000000-6.000000-1,13.000000-10.000000 1,7.000000-12.000000 1,6.000000-13.000000 4,7.000000-12.000000 1,-4.000000-12.000000 5,-12.000000-8.000000 4,-13.000000-10.000000 6,-12.000000-9.000000 6,-12.000000-4.000000 3,-8.000000 4.000000 2,-10.000000 3.000000 3,-9.000000 3.000000 2,-12.000000 1.000000 1,-11.000000 1.000000 0,-14.000000-1.000000 1,-11.000000 1.000000 1,-15.000000 4.000000 0,-16.000000 9.000000 1,-15.000000 10.000000 1,-15.000000 10.000000 2,-9.000000 8.000000 1,1.000000 10.000000-1,-1.000000 10.000000 1,1.000000 9.000000 0,-1.000000 12.000000 1,1.000000 16.000000-1,-1.000000 15.000000-1,1.000000 17.000000 1,2.000000 5.000000-1,7.000000-3.000000 0,6.000000-3.000000 0,7.000000-2.000000 1,7.000000-5.000000-3,9.000000-2.000000-3,10.000000-3.000000-3,10.000000-3.000000-4,10.000000-9.000000-3,13.000000-11.000000-5,12.000000-14.000000-4,13.000000-11.000000-4,10.000000-14.000000-5,10.000000-11.000000-2,10.000000-14.000000-3,9.000000-11.000000-4,1.000000-11.000000 0,-6.000000-5.000000 4,-6.000000-7.000000 3,-6.000000-5.000000 3,-10.000000 0.000000 5,-12.000000 10.000000 4,-13.000000 10.000000 5,-12.000000 9.000000 4,-7.000000 9.000000 6,1.000000 9.000000 5,-1.000000 10.000000 4,1.000000 10.000000 6,-7.000000 13.000000 2,-12.000000 19.000000 0,-13.000000 19.000000 1,-12.000000 19.000000 0,-5.000000 12.000000-2,3.000000 6.000000-1,3.000000 7.000000-3,4.000000 6.000000-3,-1.000000 7.000000-2,-3.000000 10.000000 0,-3.000000 10.000000-1,-2.000000 9.000000-1,-1.000000 9.000000-1,3.000000 9.000000 2,3.000000 10.000000 0,4.000000 10.000000 1,1.000000-3.000000 0,0.000000-11.000000-1,0.000000-14.000000 0,0.000000-11.000000 0,-4.000000-12.000000-2,-5.000000-9.000000-4,-7.000000-10.000000-3,-5.000000-8.000000-5,-4.000000-17.000000-7,0.000000-21.000000-10,0.000000-22.000000-12,0.000000-22.000000-10,6.000000-15.000000-1,13.000000-5.000000 7,12.000000-7.000000 9,13.000000-5.000000 8,4.000000-4.000000-1,-3.000000 0.000000-9,-3.000000 0.000000-8,-2.000000 0.000000-9</inkml:trace>
</inkml:ink>
</file>

<file path=ppt/ink/ink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0:03"/>
    </inkml:context>
    <inkml:brush xml:id="br0">
      <inkml:brushProperty name="width" value="0.024736188352108" units="cm"/>
      <inkml:brushProperty name="height" value="0.024736188352108" units="cm"/>
      <inkml:brushProperty name="color" value="#F2395B"/>
      <inkml:brushProperty name="ignorePressure" value="0"/>
    </inkml:brush>
  </inkml:definitions>
  <inkml:trace contextRef="#ctx0" brushRef="#br0">64100.000000 3250.000000 592,'25.000000'21.000000'31,"0.000000"-5.000000"-4 ,0.000000-7.000000-4,0.000000-5.000000-3,3.000000-6.000000-2,6.000000-3.000000-1,7.000000-3.000000-2,6.000000-2.000000 0,6.000000-9.000000-3,6.000000-12.000000-1,7.000000-13.000000-3,6.000000-12.000000-2,-2.000000-7.000000-3,-9.000000 1.000000-1,-10.000000-1.000000-2,-8.000000 1.000000-2,-12.000000 2.000000-2,-12.000000 7.000000 0,-13.000000 6.000000-1,-12.000000 7.000000-2,-18.000000 10.000000 1,-21.000000 16.000000 0,-22.000000 15.000000 2,-22.000000 17.000000 1,-10.000000 14.000000 1,4.000000 17.000000 4,3.000000 15.000000 3,3.000000 16.000000 4,7.000000 9.000000 3,14.000000 3.000000 3,11.000000 3.000000 6,14.000000 4.000000 3,21.000000-4.000000 1,31.000000-9.000000 0,32.000000-10.000000-1,31.000000-8.000000-1,26.000000-15.000000-2,22.000000-19.000000-5,22.000000-18.000000-3,23.000000-19.000000-6,-5.000000-13.000000-15,-27.000000-6.000000-31,-28.000000-6.000000-29,-28.000000-6.000000-30</inkml:trace>
</inkml:ink>
</file>

<file path=ppt/ink/ink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06:40:16"/>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3650.000000 6900.000000,'2602.000000'-38.000000,"1.000000"1.000000,-1.000000-1.000000,1.000000 1.000000,-1.000000-1.000000,1.000000 1.000000,-1.000000-1.000000,1.000000 1.000000,-1.000000-1.000000,1.000000 1.000000,-1.000000-1.000000,1.000000 1.000000,-1.000000-1.000000,1.000000 1.000000,-1.000000-1.000000,1.000000 1.000000,-1.000000-1.000000,1.000000 1.000000,-1.000000-1.000000,1.000000 1.000000,-1.000000-1.000000,0.000000 1.000000,1.000000-1.000000,0.000000 1.000000,-1.000000-1.000000,1.000000 1.000000,-1.000000-1.000000,1.000000 1.000000,-1.000000-1.000000,1.000000 1.000000,-1.000000-1.000000,1.000000 1.000000,-1.000000-1.000000,1.000000 1.000000,-1.000000-1.000000,1.000000 1.000000,-1.000000-1.000000,1.000000 1.000000,-1.000000-1.000000,1.000000 1.000000</inkml:trace>
</inkml:ink>
</file>

<file path=ppt/ink/ink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2"/>
    </inkml:context>
    <inkml:brush xml:id="br0">
      <inkml:brushProperty name="width" value="0.0313934274017811" units="cm"/>
      <inkml:brushProperty name="height" value="0.0313934274017811" units="cm"/>
      <inkml:brushProperty name="color" value="#000000"/>
      <inkml:brushProperty name="ignorePressure" value="0"/>
    </inkml:brush>
  </inkml:definitions>
  <inkml:trace contextRef="#ctx0" brushRef="#br0">8850.000000 1900.000000 467,'-2.000000'-46.000000'68,"-3.000000"10.000000"-14 ,-3.000000 10.000000-13,-2.000000 9.000000-14,-3.000000 2.000000-8,1.000000-2.000000-1,-1.000000-3.000000 0,1.000000-3.000000-2,-4.000000-4.000000-1,-6.000000-3.000000 0,-6.000000-3.000000-3,-6.000000-2.000000 0,-7.000000-1.000000-2,-6.000000 3.000000-3,-6.000000 3.000000-2,-6.000000 4.000000-3,-1.000000 4.000000-1,7.000000 6.000000 0,6.000000 7.000000-1,7.000000 6.000000 1,-4.000000 3.000000-1,-12.000000 0.000000 0,-13.000000 0.000000 0,-12.000000 0.000000 0,-1.000000 0.000000-1,14.000000 0.000000 1,11.000000 0.000000 0,14.000000 0.000000-1,-6.000000 4.000000 1,-21.000000 10.000000-1,-22.000000 10.000000 0,-22.000000 9.000000 0,-1.000000 1.000000 0,23.000000-6.000000 0,22.000000-6.000000 1,22.000000-6.000000 0,2.000000 2.000000 0,-15.000000 14.000000 0,-15.000000 11.000000 0,-16.000000 14.000000 0,-5.000000 10.000000 0,6.000000 9.000000 2,7.000000 10.000000 1,6.000000 10.000000 1,6.000000 8.000000 1,6.000000 10.000000 1,7.000000 10.000000 1,6.000000 9.000000 0,4.000000 2.000000 0,4.000000-2.000000 1,3.000000-3.000000-1,3.000000-3.000000 0,3.000000-1.000000-1,3.000000 4.000000 1,3.000000 3.000000-1,4.000000 3.000000 0,5.000000 3.000000 0,10.000000 3.000000 1,10.000000 3.000000-1,9.000000 4.000000 1,7.000000 1.000000 0,7.000000 0.000000 2,6.000000 0.000000 0,7.000000 0.000000 3,7.000000-5.000000-1,9.000000-9.000000-2,10.000000-10.000000-1,10.000000-8.000000-2,4.000000-6.000000-1,0.000000 1.000000-1,0.000000-1.000000-2,0.000000 1.000000-1,0.000000-7.000000-1,0.000000-12.000000 0,0.000000-13.000000-1,0.000000-12.000000 0,12.000000-2.000000-1,26.000000 9.000000-1,24.000000 10.000000-1,26.000000 10.000000-1,10.000000-4.000000 0,-3.000000-16.000000-1,-3.000000-15.000000 1,-2.000000-15.000000-1,-8.000000-14.000000 1,-8.000000-8.000000 0,-10.000000-10.000000 1,-9.000000-9.000000 0,-5.000000-12.000000 1,0.000000-11.000000-1,0.000000-14.000000 0,0.000000-11.000000 0,6.000000-15.000000-2,13.000000-16.000000-3,12.000000-15.000000-2,13.000000-15.000000-2,1.000000-14.000000-1,-9.000000-8.000000-2,-10.000000-10.000000 1,-8.000000-9.000000-1,-15.000000-4.000000 1,-19.000000 4.000000 1,-18.000000 3.000000 1,-19.000000 3.000000 2,-13.000000-4.000000 2,-6.000000-8.000000 0,-6.000000-10.000000 1,-6.000000-9.000000 1,-9.000000-1.000000 2,-8.000000 10.000000 1,-10.000000 10.000000 3,-9.000000 9.000000 1,-4.000000-1.000000 4,4.000000-8.000000 3,3.000000-10.000000 4,3.000000-9.000000 4,-2.000000 2.000000 2,-6.000000 17.000000 0,-6.000000 15.000000 1,-6.000000 16.000000 0,-7.000000 5.000000 0,-6.000000-2.000000-1,-6.000000-3.000000-3,-6.000000-3.000000 0,-10.000000 2.000000-3,-12.000000 10.000000-1,-13.000000 10.000000-3,-12.000000 9.000000-1,-18.000000 9.000000-2,-21.000000 9.000000 0,-22.000000 10.000000-1,-22.000000 10.000000-1,-15.000000 10.000000-4,-5.000000 13.000000-11,-7.000000 12.000000-9,-5.000000 13.000000-9,5.000000 12.000000-6,19.000000 13.000000-2,19.000000 12.000000-1,19.000000 13.000000-2,18.000000 4.000000 2,19.000000-3.000000 3,19.000000-3.000000 4,19.000000-2.000000 4,13.000000-3.000000 1,10.000000 1.000000-2,10.000000-1.000000-3,9.000000 1.000000-1</inkml:trace>
</inkml:ink>
</file>

<file path=ppt/ink/ink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2"/>
    </inkml:context>
    <inkml:brush xml:id="br0">
      <inkml:brushProperty name="width" value="0.0193427540361881" units="cm"/>
      <inkml:brushProperty name="height" value="0.0193427540361881" units="cm"/>
      <inkml:brushProperty name="color" value="#000000"/>
      <inkml:brushProperty name="ignorePressure" value="0"/>
    </inkml:brush>
  </inkml:definitions>
  <inkml:trace contextRef="#ctx0" brushRef="#br0">7800.000000 3450.000000 758,'-27.000000'95.000000'37,"-3.000000"-9.000000"-6 ,-3.000000-10.000000-8,-2.000000-8.000000-7,-5.000000 0.000000-4,-2.000000 14.000000-1,-3.000000 11.000000-3,-3.000000 14.000000 0,-1.000000 3.000000-2,4.000000-2.000000-2,3.000000-3.000000-2,3.000000-3.000000-1,4.000000-12.000000-1,7.000000-18.000000-1,6.000000-19.000000 1,7.000000-18.000000-2,4.000000-9.000000 1,3.000000 4.000000 1,3.000000 3.000000 0,4.000000 3.000000 1,4.000000-1.000000 1,6.000000-2.000000 1,7.000000-3.000000 3,6.000000-3.000000 2,9.000000-6.000000 0,13.000000-5.000000 1,12.000000-7.000000 1,13.000000-5.000000-1,7.000000-6.000000 0,4.000000-3.000000-1,3.000000-3.000000-1,3.000000-2.000000 0,1.000000-5.000000-8,1.000000-2.000000-10,-1.000000-3.000000-11,1.000000-3.000000-12,-6.000000-4.000000-6,-8.000000-3.000000-3,-10.000000-3.000000-2,-9.000000-2.000000-3,-10.000000 2.000000 3,-9.000000 9.000000 9,-10.000000 10.000000 7,-8.000000 10.000000 8,-6.000000 2.000000 6,1.000000-3.000000 3,-1.000000-3.000000 3,1.000000-2.000000 4</inkml:trace>
</inkml:ink>
</file>

<file path=ppt/ink/ink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3"/>
    </inkml:context>
    <inkml:brush xml:id="br0">
      <inkml:brushProperty name="width" value="0.0161604266613722" units="cm"/>
      <inkml:brushProperty name="height" value="0.0161604266613722" units="cm"/>
      <inkml:brushProperty name="color" value="#000000"/>
      <inkml:brushProperty name="ignorePressure" value="0"/>
    </inkml:brush>
  </inkml:definitions>
  <inkml:trace contextRef="#ctx0" brushRef="#br0">8650.000000 4150.000000 907,'-24.000000'-22.000000'-62,"4.000000"6.000000"31 ,3.000000 7.000000 31,3.000000 6.000000 29,3.000000 6.000000 12,3.000000 6.000000-8,3.000000 7.000000-10,4.000000 6.000000-8,-1.000000 7.000000-5,-3.000000 10.000000-2,-3.000000 10.000000-1,-2.000000 9.000000-2,-1.000000 4.000000-1,3.000000 1.000000-1,3.000000-1.000000 0,4.000000 1.000000 0,2.000000-4.000000-2,4.000000-6.000000-1,3.000000-6.000000 0,3.000000-6.000000-1,4.000000-10.000000-1,7.000000-12.000000-1,6.000000-13.000000-1,7.000000-12.000000 0,0.000000-13.000000-2,-2.000000-12.000000-3,-3.000000-13.000000-4,-3.000000-12.000000-4,-6.000000-7.000000-3,-5.000000 1.000000-5,-7.000000-1.000000-3,-5.000000 1.000000-5,-4.000000 2.000000 0,0.000000 7.000000 5,0.000000 6.000000 6,0.000000 7.000000 4,-2.000000 5.000000 4,-3.000000 7.000000 3,-3.000000 6.000000 4,-2.000000 7.000000 2</inkml:trace>
</inkml:ink>
</file>

<file path=ppt/ink/ink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3"/>
    </inkml:context>
    <inkml:brush xml:id="br0">
      <inkml:brushProperty name="width" value="0.0217583086341619" units="cm"/>
      <inkml:brushProperty name="height" value="0.0217583086341619" units="cm"/>
      <inkml:brushProperty name="color" value="#000000"/>
      <inkml:brushProperty name="ignorePressure" value="0"/>
    </inkml:brush>
  </inkml:definitions>
  <inkml:trace contextRef="#ctx0" brushRef="#br0">9450.000000 4300.000000 674,'0.000000'-46.000000'-52,"0.000000"10.000000"14 ,0.000000 10.000000 15,0.000000 9.000000 13,-2.000000 4.000000 7,-3.000000 1.000000 1,-3.000000-1.000000 1,-2.000000 1.000000 1,-6.000000 1.000000 0,-6.000000 3.000000 0,-6.000000 3.000000 1,-6.000000 4.000000 0,-2.000000 4.000000 1,3.000000 6.000000 1,3.000000 7.000000 1,4.000000 6.000000 0,-1.000000 7.000000 2,-3.000000 10.000000 3,-3.000000 10.000000 2,-2.000000 9.000000 2,2.000000 6.000000 0,9.000000 3.000000-2,10.000000 3.000000-2,10.000000 4.000000-1,5.000000-7.000000-4,4.000000-16.000000-2,3.000000-15.000000-4,3.000000-15.000000-3,6.000000-14.000000-3,9.000000-8.000000-2,10.000000-10.000000-1,10.000000-9.000000-3,2.000000-10.000000 0,-3.000000-9.000000 0,-3.000000-10.000000 2,-2.000000-8.000000 0,-5.000000-4.000000 2,-2.000000 3.000000 2,-3.000000 3.000000 2,-3.000000 4.000000 3,-4.000000 4.000000 1,-3.000000 6.000000 1,-3.000000 7.000000 2,-2.000000 6.000000 0,-5.000000 4.000000 1,-2.000000 4.000000 3,-3.000000 3.000000 1,-3.000000 3.000000 2,-6.000000 14.000000 3,-5.000000 25.000000 4,-7.000000 25.000000 3,-5.000000 25.000000 5,-1.000000 4.000000-1,6.000000-15.000000-2,7.000000-15.000000-3,6.000000-16.000000-4,3.000000-5.000000 0,0.000000 6.000000 1,0.000000 7.000000 2,0.000000 6.000000 1,-2.000000 13.000000 2,-3.000000 23.000000 6,-3.000000 22.000000 4,-2.000000 22.000000 5,-3.000000 5.000000-1,1.000000-8.000000-4,-1.000000-10.000000-7,1.000000-9.000000-4,-3.000000-9.000000-4,-2.000000-5.000000-1,-3.000000-7.000000-2,-3.000000-5.000000 0,-4.000000-12.000000-6,-3.000000-16.000000-9,-3.000000-15.000000-10,-2.000000-15.000000-10,0.000000-12.000000-9,7.000000-6.000000-7,6.000000-6.000000-9,7.000000-6.000000-8,0.000000-6.000000 0,-2.000000-2.000000 8,-3.000000-3.000000 8,-3.000000-3.000000 8</inkml:trace>
</inkml:ink>
</file>

<file path=ppt/ink/ink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3"/>
    </inkml:context>
    <inkml:brush xml:id="br0">
      <inkml:brushProperty name="width" value="0.0167130045592785" units="cm"/>
      <inkml:brushProperty name="height" value="0.0167130045592785" units="cm"/>
      <inkml:brushProperty name="color" value="#000000"/>
      <inkml:brushProperty name="ignorePressure" value="0"/>
    </inkml:brush>
  </inkml:definitions>
  <inkml:trace contextRef="#ctx0" brushRef="#br0">10100.000000 4300.000000 877,'-44.000000'70.000000'2,"13.000000"-9.000000"2 ,12.000000-10.000000 4,13.000000-8.000000 3,10.000000-6.000000 3,10.000000 1.000000 1,10.000000-1.000000 2,9.000000 1.000000 3,6.000000-4.000000-3,3.000000-6.000000-7,3.000000-6.000000-5,4.000000-6.000000-7,1.000000-7.000000-4,0.000000-6.000000-1,0.000000-6.000000-1,0.000000-6.000000-1,-5.000000-7.000000 1,-9.000000-6.000000 1,-10.000000-6.000000 2,-8.000000-6.000000 2,-8.000000-4.000000 1,-2.000000 1.000000 1,-3.000000-1.000000 2,-3.000000 1.000000 0,-9.000000 1.000000-2,-11.000000 3.000000-5,-14.000000 3.000000-5,-11.000000 4.000000-5,-6.000000 4.000000-3,4.000000 6.000000-1,3.000000 7.000000-1,3.000000 6.000000-2,3.000000 4.000000 0,3.000000 4.000000 0,3.000000 3.000000 0,4.000000 3.000000-1</inkml:trace>
</inkml:ink>
</file>

<file path=ppt/ink/ink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6"/>
    </inkml:context>
    <inkml:brush xml:id="br0">
      <inkml:brushProperty name="width" value="0.0265272259712219" units="cm"/>
      <inkml:brushProperty name="height" value="0.0265272259712219" units="cm"/>
      <inkml:brushProperty name="color" value="#000000"/>
      <inkml:brushProperty name="ignorePressure" value="0"/>
    </inkml:brush>
  </inkml:definitions>
  <inkml:trace contextRef="#ctx0" brushRef="#br0">8950.000000 8550.000000 552,'1.000000'-61.000000'18,"4.000000"28.000000"13 ,3.000000 28.000000 15,3.000000 29.000000 13,-1.000000 26.000000 3,-2.000000 25.000000-7,-3.000000 25.000000-8,-3.000000 25.000000-8,-2.000000 10.000000-8,0.000000-2.000000-6,0.000000-3.000000-6,0.000000-3.000000-7,-2.000000-7.000000-8,-3.000000-9.000000-10,-3.000000-10.000000-8,-2.000000-8.000000-9,-1.000000-12.000000-4,3.000000-12.000000 3,3.000000-13.000000 4,4.000000-12.000000 2,4.000000-13.000000-6,6.000000-12.000000-18,7.000000-13.000000-16,6.000000-12.000000-17</inkml:trace>
</inkml:ink>
</file>

<file path=ppt/ink/ink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7"/>
    </inkml:context>
    <inkml:brush xml:id="br0">
      <inkml:brushProperty name="width" value="0.0276050474494696" units="cm"/>
      <inkml:brushProperty name="height" value="0.0276050474494696" units="cm"/>
      <inkml:brushProperty name="color" value="#000000"/>
      <inkml:brushProperty name="ignorePressure" value="0"/>
    </inkml:brush>
  </inkml:definitions>
  <inkml:trace contextRef="#ctx0" brushRef="#br0">9300.000000 9300.000000 531,'3.000000'-44.000000'101,"6.000000"13.000000"-20 ,7.000000 12.000000-21,6.000000 13.000000-19,6.000000 4.000000-12,6.000000-3.000000-3,7.000000-3.000000-2,6.000000-2.000000-2,3.000000-1.000000-4,0.000000 3.000000-3,0.000000 3.000000-4,0.000000 4.000000-4,-2.000000 1.000000-1,-3.000000 0.000000 0,-3.000000 0.000000 0,-2.000000 0.000000 0,-5.000000 0.000000 0,-2.000000 0.000000-3,-3.000000 0.000000-2,-3.000000 0.000000-3,1.000000 0.000000 0,6.000000 0.000000 1,7.000000 0.000000 0,6.000000 0.000000 1,-1.000000 0.000000-1,-5.000000 0.000000-5,-7.000000 0.000000-4,-5.000000 0.000000-5,-3.000000 0.000000-5,4.000000 0.000000-7,3.000000 0.000000-7,3.000000 0.000000-8,-1.000000 0.000000-4,-2.000000 0.000000-2,-3.000000 0.000000-2,-3.000000 0.000000-2</inkml:trace>
</inkml:ink>
</file>

<file path=ppt/ink/ink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7"/>
    </inkml:context>
    <inkml:brush xml:id="br0">
      <inkml:brushProperty name="width" value="0.0280380491167307" units="cm"/>
      <inkml:brushProperty name="height" value="0.0280380491167307" units="cm"/>
      <inkml:brushProperty name="color" value="#000000"/>
      <inkml:brushProperty name="ignorePressure" value="0"/>
    </inkml:brush>
  </inkml:definitions>
  <inkml:trace contextRef="#ctx0" brushRef="#br0">10600.000000 8300.000000 523,'-22.000000'29.000000'103,"6.000000"10.000000"-19 ,7.000000 10.000000-19,6.000000 9.000000-19,3.000000 7.000000-12,0.000000 7.000000-4,0.000000 6.000000-5,0.000000 7.000000-5,0.000000-1.000000-3,0.000000-6.000000-3,0.000000-6.000000-2,0.000000-6.000000-2,0.000000-4.000000-2,0.000000 1.000000-3,0.000000-1.000000-2,0.000000 1.000000-2,-2.000000-4.000000-2,-3.000000-6.000000 1,-3.000000-6.000000 0,-2.000000-6.000000-1,-1.000000 1.000000 1,3.000000 9.000000-1,3.000000 10.000000 1,4.000000 10.000000-2,1.000000-3.000000 2,0.000000-11.000000-1,0.000000-14.000000 1,0.000000-11.000000 1,0.000000-7.000000-6,0.000000 0.000000-13,0.000000 0.000000-13,0.000000 0.000000-13</inkml:trace>
</inkml:ink>
</file>

<file path=ppt/ink/ink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7"/>
    </inkml:context>
    <inkml:brush xml:id="br0">
      <inkml:brushProperty name="width" value="0.0249136071652174" units="cm"/>
      <inkml:brushProperty name="height" value="0.0249136071652174" units="cm"/>
      <inkml:brushProperty name="color" value="#000000"/>
      <inkml:brushProperty name="ignorePressure" value="0"/>
    </inkml:brush>
  </inkml:definitions>
  <inkml:trace contextRef="#ctx0" brushRef="#br0">11300.000000 9300.000000 588,'-66.000000'68.000000'88,"19.000000"-11.000000"-18 ,19.000000-14.000000-17,19.000000-11.000000-18,9.000000-4.000000-9,0.000000 6.000000-2,0.000000 7.000000-1,0.000000 6.000000-1,1.000000 1.000000-3,4.000000-3.000000-4,3.000000-3.000000-3,3.000000-2.000000-4,3.000000-5.000000-3,3.000000-2.000000 0,3.000000-3.000000-2,4.000000-3.000000 0,2.000000-4.000000-3,4.000000-3.000000-4,3.000000-3.000000-4,3.000000-2.000000-6,3.000000-8.000000-1,3.000000-8.000000 1,3.000000-10.000000 1,4.000000-9.000000 0,-1.000000-10.000000 2,-3.000000-9.000000 4,-3.000000-10.000000 2,-2.000000-8.000000 3,-8.000000-6.000000 3,-8.000000 1.000000 1,-10.000000-1.000000 3,-9.000000 1.000000 2,-9.000000 2.000000 0,-5.000000 7.000000-1,-7.000000 6.000000-2,-5.000000 7.000000-1,-4.000000 5.000000-4,0.000000 7.000000-6,0.000000 6.000000-8,0.000000 7.000000-6,0.000000 4.000000-7,0.000000 3.000000-8,0.000000 3.000000-9,0.000000 4.000000-8</inkml:trace>
</inkml:ink>
</file>

<file path=ppt/ink/ink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8"/>
    </inkml:context>
    <inkml:brush xml:id="br0">
      <inkml:brushProperty name="width" value="0.023534744977951" units="cm"/>
      <inkml:brushProperty name="height" value="0.023534744977951" units="cm"/>
      <inkml:brushProperty name="color" value="#000000"/>
      <inkml:brushProperty name="ignorePressure" value="0"/>
    </inkml:brush>
  </inkml:definitions>
  <inkml:trace contextRef="#ctx0" brushRef="#br0">12600.000000 9450.000000 623,'0.000000'92.000000'139,"0.000000"-16.000000"-34 ,0.000000-15.000000-34,0.000000-15.000000-33,-2.000000-9.000000-22,-3.000000 1.000000-8,-3.000000-1.000000-10,-2.000000 1.000000-7,2.000000-7.000000-11,9.000000-12.000000-11,10.000000-13.000000-11,10.000000-12.000000-12,2.000000-7.000000 0,-3.000000 1.000000 12,-3.000000-1.000000 13,-2.000000 1.000000 11,-1.000000-4.000000 6,3.000000-6.000000 1,3.000000-6.000000-1,4.000000-6.000000 0,-1.000000-2.000000 3,-3.000000 3.000000 3,-3.000000 3.000000 5,-2.000000 4.000000 4,-1.000000 1.000000 2,3.000000 0.000000 0,3.000000 0.000000 0,4.000000 0.000000 0,-1.000000 1.000000-1,-3.000000 4.000000 1,-3.000000 3.000000-1,-2.000000 3.000000 0,-1.000000 1.000000 1,3.000000 1.000000 2,3.000000-1.000000 2,4.000000 1.000000 2,-1.000000-1.000000 1,-3.000000 1.000000-2,-3.000000-1.000000-2,-2.000000 1.000000-1,-1.000000 5.000000 3,3.000000 14.000000 5,3.000000 11.000000 7,4.000000 14.000000 6,-3.000000 7.000000 1,-5.000000 3.000000-1,-7.000000 3.000000-3,-5.000000 4.000000-2,-6.000000-1.000000-3,-3.000000-3.000000-2,-3.000000-3.000000-3,-2.000000-2.000000-3,2.000000-11.000000-10,9.000000-15.000000-19,10.000000-15.000000-18,10.000000-16.000000-20,4.000000-8.000000-2,0.000000 0.000000 10,0.000000 0.000000 11,0.000000 0.000000 11,-2.000000 1.000000 8,-3.000000 4.000000 6,-3.000000 3.000000 3,-2.000000 3.000000 6,-1.000000 1.000000 2,3.000000 1.000000 0,3.000000-1.000000 0,4.000000 1.000000 0,-1.000000-1.000000 0,-3.000000 1.000000 1,-3.000000-1.000000 2,-2.000000 1.000000 0,-1.000000 1.000000 2,3.000000 3.000000 2,3.000000 3.000000 2,4.000000 4.000000 3,-1.000000 2.000000 3,-3.000000 4.000000 5,-3.000000 3.000000 4,-2.000000 3.000000 4,-5.000000 4.000000 0,-2.000000 7.000000-5,-3.000000 6.000000-3,-3.000000 7.000000-6,-2.000000 2.000000-7,0.000000 1.000000-11,0.000000-1.000000-12,0.000000 1.000000-10,1.000000-4.000000-10,4.000000-6.000000-8,3.000000-6.000000-8,3.000000-6.000000-7</inkml:trace>
</inkml:ink>
</file>

<file path=ppt/ink/ink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8"/>
    </inkml:context>
    <inkml:brush xml:id="br0">
      <inkml:brushProperty name="width" value="0.0262129846960306" units="cm"/>
      <inkml:brushProperty name="height" value="0.0262129846960306" units="cm"/>
      <inkml:brushProperty name="color" value="#000000"/>
      <inkml:brushProperty name="ignorePressure" value="0"/>
    </inkml:brush>
  </inkml:definitions>
  <inkml:trace contextRef="#ctx0" brushRef="#br0">14750.000000 9800.000000 559,'-22.000000'25.000000'4,"6.000000"0.000000"8 ,7.000000 0.000000 7,6.000000 0.000000 9,6.000000-5.000000 1,6.000000-9.000000-4,7.000000-10.000000-4,6.000000-8.000000-5,3.000000-8.000000-3,0.000000-2.000000-2,0.000000-3.000000-2,0.000000-3.000000-3,0.000000-2.000000-1,0.000000 0.000000-1,0.000000 0.000000-2,0.000000 0.000000 0,0.000000-4.000000-1,0.000000-5.000000 0,0.000000-7.000000 1,0.000000-5.000000-1,-4.000000-1.000000 1,-5.000000 6.000000-2,-7.000000 7.000000 0,-5.000000 6.000000-2,-4.000000 1.000000 0,0.000000-3.000000 1,0.000000-3.000000 1,0.000000-2.000000 0,0.000000-1.000000 0,0.000000 3.000000 2,0.000000 3.000000-1,0.000000 4.000000 2,-4.000000 4.000000-1,-5.000000 6.000000 0,-7.000000 7.000000-1,-5.000000 6.000000-1,-6.000000 7.000000 2,-3.000000 10.000000 3,-3.000000 10.000000 4,-2.000000 9.000000 3,-1.000000 9.000000 2,3.000000 9.000000 2,3.000000 10.000000 2,4.000000 10.000000 1,4.000000-1.000000 0,6.000000-9.000000-2,7.000000-10.000000-1,6.000000-8.000000-1,3.000000-6.000000-3,0.000000 1.000000-2,0.000000-1.000000-2,0.000000 1.000000-3,3.000000-3.000000-1,6.000000-2.000000 1,7.000000-3.000000 0,6.000000-3.000000 2,3.000000-6.000000-3,0.000000-5.000000-7,0.000000-7.000000-6,0.000000-5.000000-5,0.000000-4.000000-4,0.000000 0.000000 3,0.000000 0.000000 0,0.000000 0.000000 2,1.000000 1.000000-9,4.000000 4.000000-21,3.000000 3.000000-19,3.000000 3.000000-21</inkml:trace>
</inkml:ink>
</file>

<file path=ppt/ink/ink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9"/>
    </inkml:context>
    <inkml:brush xml:id="br0">
      <inkml:brushProperty name="width" value="0.0250312052667141" units="cm"/>
      <inkml:brushProperty name="height" value="0.0250312052667141" units="cm"/>
      <inkml:brushProperty name="color" value="#000000"/>
      <inkml:brushProperty name="ignorePressure" value="0"/>
    </inkml:brush>
  </inkml:definitions>
  <inkml:trace contextRef="#ctx0" brushRef="#br0">30500.000000 8050.000000 585,'-2.000000'-47.000000'1,"-3.000000"6.000000"8 ,-3.000000 7.000000 8,-2.000000 6.000000 10,-1.000000 3.000000 2,3.000000 0.000000-2,3.000000 0.000000-2,4.000000 0.000000-2,-3.000000 1.000000-2,-5.000000 4.000000-2,-7.000000 3.000000-2,-5.000000 3.000000-2,-4.000000 1.000000-1,0.000000 1.000000 0,0.000000-1.000000-2,0.000000 1.000000-1,-2.000000 2.000000-1,-3.000000 7.000000 0,-3.000000 6.000000-1,-2.000000 7.000000-1,-5.000000 8.000000-1,-2.000000 14.000000 0,-3.000000 11.000000-1,-3.000000 14.000000-1,-4.000000 8.000000 0,-3.000000 7.000000-1,-3.000000 6.000000-1,-2.000000 7.000000 0,-1.000000 10.000000 0,3.000000 16.000000 0,3.000000 15.000000 1,4.000000 17.000000 0,5.000000-9.000000 0,10.000000-31.000000-1,10.000000-31.000000 0,9.000000-31.000000-2,6.000000-10.000000-1,3.000000 13.000000 0,3.000000 12.000000-1,4.000000 13.000000 0,5.000000 2.000000-2,10.000000-5.000000-1,10.000000-7.000000-1,9.000000-5.000000-2,2.000000-11.000000 0,-2.000000-11.000000 1,-3.000000-14.000000 2,-3.000000-11.000000 1,1.000000-7.000000-1,6.000000 0.000000-3,7.000000 0.000000-3,6.000000 0.000000-2,6.000000-4.000000-1,6.000000-5.000000 0,7.000000-7.000000 1,6.000000-5.000000 0,1.000000-9.000000-1,-3.000000-9.000000-5,-3.000000-10.000000-3,-2.000000-8.000000-4,-9.000000-1.000000 1,-12.000000 9.000000 4,-13.000000 10.000000 4,-12.000000 10.000000 5,-7.000000 0.000000 1,1.000000-5.000000 0,-1.000000-7.000000-1,1.000000-5.000000 0,-1.000000-1.000000 0,1.000000 6.000000 3,-1.000000 7.000000 4,1.000000 6.000000 2,-3.000000 13.000000 8,-2.000000 23.000000 12,-3.000000 22.000000 13,-3.000000 22.000000 12,-4.000000 12.000000 5,-3.000000 3.000000-5,-3.000000 3.000000-5,-2.000000 4.000000-4,-3.000000-1.000000-4,1.000000-3.000000-6,-1.000000-3.000000-4,1.000000-2.000000-4,1.000000-5.000000-5,3.000000-2.000000-5,3.000000-3.000000-3,4.000000-3.000000-6,1.000000-6.000000-6,0.000000-5.000000-10,0.000000-7.000000-10,0.000000-5.000000-10</inkml:trace>
</inkml:ink>
</file>

<file path=ppt/ink/ink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19"/>
    </inkml:context>
    <inkml:brush xml:id="br0">
      <inkml:brushProperty name="width" value="0.0221401788294315" units="cm"/>
      <inkml:brushProperty name="height" value="0.0221401788294315" units="cm"/>
      <inkml:brushProperty name="color" value="#000000"/>
      <inkml:brushProperty name="ignorePressure" value="0"/>
    </inkml:brush>
  </inkml:definitions>
  <inkml:trace contextRef="#ctx0" brushRef="#br0">30200.000000 8750.000000 662,'-19.000000'21.000000'10,"13.000000"-5.000000"21 ,12.000000-7.000000 21,13.000000-5.000000 20,10.000000-4.000000 0,10.000000 0.000000-19,10.000000 0.000000-20,9.000000 0.000000-20,4.000000 0.000000-11,1.000000 0.000000-3,-1.000000 0.000000-3,1.000000 0.000000-2,-6.000000-2.000000-12,-8.000000-3.000000-22,-10.000000-3.000000-22,-9.000000-2.000000-22</inkml:trace>
</inkml:ink>
</file>

<file path=ppt/ink/ink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0"/>
    </inkml:context>
    <inkml:brush xml:id="br0">
      <inkml:brushProperty name="width" value="0.0243491362780333" units="cm"/>
      <inkml:brushProperty name="height" value="0.0243491362780333" units="cm"/>
      <inkml:brushProperty name="color" value="#000000"/>
      <inkml:brushProperty name="ignorePressure" value="0"/>
    </inkml:brush>
  </inkml:definitions>
  <inkml:trace contextRef="#ctx0" brushRef="#br0">32050.000000 9200.000000 602,'-25.000000'-46.000000'3,"0.000000"10.000000"8 ,0.000000 10.000000 6,0.000000 9.000000 7,1.000000 2.000000 2,4.000000-2.000000 0,3.000000-3.000000-1,3.000000-3.000000-1,-1.000000-1.000000-2,-2.000000 4.000000-1,-3.000000 3.000000-2,-3.000000 3.000000-2,-2.000000 1.000000-1,0.000000 1.000000-1,0.000000-1.000000-1,0.000000 1.000000-1,-4.000000 4.000000 0,-5.000000 9.000000 1,-7.000000 10.000000 0,-5.000000 10.000000 1,-1.000000 8.000000-1,6.000000 10.000000-3,7.000000 10.000000-2,6.000000 9.000000-2,4.000000 4.000000-3,4.000000 1.000000-1,3.000000-1.000000-2,3.000000 1.000000-3,3.000000-4.000000-1,3.000000-6.000000-3,3.000000-6.000000-2,4.000000-6.000000-3,5.000000-7.000000-2,10.000000-6.000000-1,10.000000-6.000000-1,9.000000-6.000000-1,6.000000-7.000000-2,3.000000-6.000000 0,3.000000-6.000000-1,4.000000-6.000000-1,2.000000-7.000000-1,4.000000-6.000000 1,3.000000-6.000000 1,3.000000-6.000000 0,-4.000000-2.000000 2,-8.000000 3.000000 1,-10.000000 3.000000 2,-9.000000 4.000000 1,-7.000000 2.000000 3,-3.000000 4.000000 0,-3.000000 3.000000 3,-2.000000 3.000000 2,-3.000000 1.000000 1,1.000000 1.000000 1,-1.000000-1.000000 3,1.000000 1.000000 1,-3.000000 5.000000 7,-2.000000 14.000000 10,-3.000000 11.000000 12,-3.000000 14.000000 11,-1.000000 3.000000-5,4.000000-2.000000-20,3.000000-3.000000-20,3.000000-3.000000-20,1.000000-4.000000-12,1.000000-3.000000-5,-1.000000-3.000000-4,1.000000-2.000000-4</inkml:trace>
</inkml:ink>
</file>

<file path=ppt/ink/ink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0"/>
    </inkml:context>
    <inkml:brush xml:id="br0">
      <inkml:brushProperty name="width" value="0.0244568102061749" units="cm"/>
      <inkml:brushProperty name="height" value="0.0244568102061749" units="cm"/>
      <inkml:brushProperty name="color" value="#000000"/>
      <inkml:brushProperty name="ignorePressure" value="0"/>
    </inkml:brush>
  </inkml:definitions>
  <inkml:trace contextRef="#ctx0" brushRef="#br0">32550.000000 9100.000000 599,'-22.000000'46.000000'126,"6.000000"-5.000000"-30 ,7.000000-7.000000-29,6.000000-5.000000-30,3.000000-3.000000-16,0.000000 4.000000-4,0.000000 3.000000-3,0.000000 3.000000-4,0.000000-1.000000-3,0.000000-2.000000-3,0.000000-3.000000-3,0.000000-3.000000-2,0.000000-1.000000-4,0.000000 4.000000-4,0.000000 3.000000-4,0.000000 3.000000-4,1.000000-8.000000-6,4.000000-19.000000-5,3.000000-18.000000-6,3.000000-19.000000-5,4.000000-13.000000-2,7.000000-6.000000 5,6.000000-6.000000 5,7.000000-6.000000 4,2.000000 1.000000 5,1.000000 9.000000 6,-1.000000 10.000000 6,1.000000 10.000000 5,-3.000000 4.000000 5,-2.000000 0.000000 2,-3.000000 0.000000 4,-3.000000 0.000000 2,-4.000000 1.000000 3,-3.000000 4.000000 0,-3.000000 3.000000 0,-2.000000 3.000000 1,-3.000000 4.000000 1,1.000000 7.000000 1,-1.000000 6.000000 2,1.000000 7.000000 0,-3.000000 4.000000 2,-2.000000 3.000000 0,-3.000000 3.000000 1,-3.000000 4.000000-1,-2.000000 1.000000 0,0.000000 0.000000-3,0.000000 0.000000-2,0.000000 0.000000-4,0.000000 1.000000 0,0.000000 4.000000 0,0.000000 3.000000 1,0.000000 3.000000 0,-2.000000 1.000000-2,-3.000000 1.000000-3,-3.000000-1.000000-3,-2.000000 1.000000-5,3.000000-12.000000-6,14.000000-21.000000-11,11.000000-22.000000-11,14.000000-22.000000-11,5.000000-10.000000 0,1.000000 4.000000 11,-1.000000 3.000000 9,1.000000 3.000000 11,-3.000000 3.000000 6,-2.000000 3.000000 1,-3.000000 3.000000 1,-3.000000 4.000000 2,-2.000000 4.000000 3,0.000000 6.000000 3,0.000000 7.000000 5,0.000000 6.000000 3,-2.000000 6.000000 2,-3.000000 6.000000 2,-3.000000 7.000000 1,-2.000000 6.000000 0,-5.000000 4.000000-1,-2.000000 4.000000-5,-3.000000 3.000000-6,-3.000000 3.000000-4,-1.000000-1.000000-8,4.000000-2.000000-11,3.000000-3.000000-10,3.000000-3.000000-11,3.000000-4.000000-5,3.000000-3.000000 0,3.000000-3.000000-2,4.000000-2.000000 0</inkml:trace>
</inkml:ink>
</file>

<file path=ppt/ink/ink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1"/>
    </inkml:context>
    <inkml:brush xml:id="br0">
      <inkml:brushProperty name="width" value="0.0287798419594765" units="cm"/>
      <inkml:brushProperty name="height" value="0.0287798419594765" units="cm"/>
      <inkml:brushProperty name="color" value="#000000"/>
      <inkml:brushProperty name="ignorePressure" value="0"/>
    </inkml:brush>
  </inkml:definitions>
  <inkml:trace contextRef="#ctx0" brushRef="#br0">34350.000000 9400.000000 509,'-21.000000'23.000000'41,"10.000000"-3.000000"-1 ,10.000000-3.000000-2,9.000000-2.000000 0,9.000000-8.000000-6,9.000000-8.000000-8,10.000000-10.000000-9,10.000000-9.000000-9,0.000000-7.000000-5,-5.000000-3.000000-2,-7.000000-3.000000-1,-5.000000-2.000000-2,-3.000000-5.000000-1,4.000000-2.000000 1,3.000000-3.000000-1,3.000000-3.000000 1,-4.000000-2.000000-1,-8.000000 0.000000 1,-10.000000 0.000000-1,-9.000000 0.000000 1,-5.000000 3.000000 1,0.000000 6.000000 1,0.000000 7.000000 2,0.000000 6.000000 2,-4.000000 4.000000 0,-5.000000 4.000000 0,-7.000000 3.000000 1,-5.000000 3.000000-1,-8.000000 10.000000 3,-5.000000 20.000000 2,-7.000000 18.000000 3,-5.000000 20.000000 2,0.000000 8.000000 4,10.000000 1.000000 2,10.000000-1.000000 3,9.000000 1.000000 3,6.000000 1.000000 1,3.000000 3.000000 0,3.000000 3.000000 0,4.000000 4.000000 0,1.000000-6.000000-1,0.000000-11.000000-4,0.000000-14.000000-5,0.000000-11.000000-3,3.000000-7.000000-5,6.000000 0.000000-5,7.000000 0.000000-7,6.000000 0.000000-6,3.000000-2.000000-1,0.000000-3.000000 2,0.000000-3.000000 3,0.000000-2.000000 2,1.000000-3.000000-4,4.000000 1.000000-8,3.000000-1.000000-10,3.000000 1.000000-9,-1.000000-1.000000-10,-2.000000 1.000000-9,-3.000000-1.000000-9,-3.000000 1.000000-10</inkml:trace>
</inkml:ink>
</file>

<file path=ppt/ink/ink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7"/>
    </inkml:context>
    <inkml:brush xml:id="br0">
      <inkml:brushProperty name="width" value="0.0313199795782566" units="cm"/>
      <inkml:brushProperty name="height" value="0.0313199795782566" units="cm"/>
      <inkml:brushProperty name="color" value="#000000"/>
      <inkml:brushProperty name="ignorePressure" value="0"/>
    </inkml:brush>
  </inkml:definitions>
  <inkml:trace contextRef="#ctx0" brushRef="#br0">47055.000000 8653.000000 468,'-1.000000'-30.000000'22,"2.000000"5.000000"1 ,-1.000000 4.000000 2,0.000000 4.000000 1,-1.000000 0.000000-1,2.000000-1.000000 0,-1.000000-3.000000-3,0.000000-1.000000-1,-1.000000 0.000000-2,2.000000 2.000000-3,-1.000000 1.000000-3,0.000000 3.000000-3,0.000000-1.000000-2,3.000000-1.000000-1,2.000000-2.000000 1,2.000000-3.000000-1,0.000000 1.000000 0,-2.000000 2.000000 0,-2.000000 1.000000-2,-3.000000 3.000000 0,0.000000-1.000000-1,0.000000-1.000000 1,0.000000-2.000000 1,0.000000-3.000000 0,-2.000000 1.000000 0,-7.000000 2.000000 1,-6.000000 1.000000 0,-5.000000 3.000000 1,-4.000000 3.000000-1,-2.000000 7.000000 0,-2.000000 5.000000-2,-2.000000 5.000000 0,0.000000 4.000000-2,2.000000 0.000000 0,1.000000 0.000000-1,3.000000-1.000000-1,-2.000000 7.000000 1,-6.000000 11.000000 0,-6.000000 12.000000 1,-5.000000 11.000000 1,0.000000 3.000000 1,8.000000-9.000000-1,8.000000-7.000000-1,8.000000-8.000000-1,-1.000000 3.000000 1,-7.000000 14.000000 1,-7.000000 13.000000 2,-9.000000 14.000000 0,1.000000 0.000000 1,10.000000-11.000000 0,10.000000-11.000000-1,10.000000-13.000000-1,3.000000 3.000000 0,-2.000000 15.000000 1,-1.000000 16.000000-1,-3.000000 15.000000 0,2.000000 0.000000 0,3.000000-15.000000 0,4.000000-16.000000-1,4.000000-15.000000 0,2.000000-2.000000-1,0.000000 11.000000 1,0.000000 12.000000 1,0.000000 12.000000-1,1.000000-1.000000 1,2.000000-14.000000-1,2.000000-14.000000 0,2.000000-13.000000 0,2.000000-5.000000-2,5.000000 4.000000 1,3.000000 4.000000-2,5.000000 4.000000 0,6.000000-3.000000-2,9.000000-10.000000-4,11.000000-9.000000-4,9.000000-10.000000-5,3.000000-5.000000-1,-4.000000 0.000000 0,-4.000000 0.000000 0,-3.000000 0.000000 0,-2.000000-3.000000 1,3.000000-6.000000 0,1.000000-6.000000 0,2.000000-5.000000 2,-3.000000-2.000000 0,-7.000000 2.000000 1,-8.000000 1.000000 1,-8.000000 3.000000 2,3.000000-4.000000-1,14.000000-7.000000 0,13.000000-8.000000-2,13.000000-7.000000 0,7.000000-7.000000-2,-3.000000-3.000000-1,-1.000000-4.000000-1,-2.000000-4.000000-2,-7.000000 0.000000 0,-8.000000 4.000000 2,-11.000000 3.000000 1,-9.000000 5.000000 2,-9.000000 5.000000 3,-8.000000 5.000000 3,-7.000000 6.000000 3,-8.000000 6.000000 4,-6.000000 7.000000 4,-4.000000 11.000000 3,-3.000000 9.000000 4,-5.000000 9.000000 3,-2.000000 11.000000 2,1.000000 9.000000 0,-1.000000 9.000000-1,1.000000 11.000000 2,0.000000-1.000000-3,3.000000-9.000000-2,1.000000-10.000000-2,3.000000-10.000000-3,1.000000-1.000000 0,2.000000 8.000000 4,2.000000 8.000000 4,2.000000 8.000000 3,4.000000 0.000000 0,6.000000-5.000000-3,5.000000-6.000000-3,7.000000-6.000000-4,4.000000-3.000000-2,4.000000-3.000000-3,4.000000-2.000000-2,3.000000-1.000000-2,7.000000-9.000000-3,7.000000-12.000000-3,8.000000-15.000000-3,8.000000-13.000000-2,-1.000000-7.000000-2,-10.000000-3.000000 2,-9.000000-2.000000 1,-10.000000-1.000000 1,-7.000000-4.000000-1,-4.000000-7.000000 0,-4.000000-5.000000-3,-3.000000-5.000000-1,-8.000000 0.000000 0,-9.000000 8.000000 2,-10.000000 7.000000 2,-9.000000 9.000000 2,-7.000000 7.000000 1,-4.000000 8.000000 3,-4.000000 7.000000 1,-4.000000 9.000000 1,1.000000 4.000000 1,6.000000 2.000000 0,6.000000 2.000000 0,6.000000 2.000000 0,0.000000 2.000000-2,-3.000000 2.000000-5,-4.000000 2.000000-3,-4.000000 2.000000-5,0.000000 2.000000-2,4.000000 1.000000-1,3.000000 3.000000-2,5.000000 1.000000-1,2.000000 2.000000-3,3.000000-1.000000-5,1.000000 1.000000-6,2.000000-1.000000-6</inkml:trace>
</inkml:ink>
</file>

<file path=ppt/ink/ink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8"/>
    </inkml:context>
    <inkml:brush xml:id="br0">
      <inkml:brushProperty name="width" value="0.0276128742843866" units="cm"/>
      <inkml:brushProperty name="height" value="0.0276128742843866" units="cm"/>
      <inkml:brushProperty name="color" value="#000000"/>
      <inkml:brushProperty name="ignorePressure" value="0"/>
    </inkml:brush>
  </inkml:definitions>
  <inkml:trace contextRef="#ctx0" brushRef="#br0">48882.000000 9055.000000 531,'2.000000'-23.000000'70,"4.000000"15.000000"-3 ,4.000000 16.000000-3,3.000000 15.000000-3,1.000000 10.000000-7,-5.000000 4.000000-9,-3.000000 4.000000-11,-4.000000 3.000000-9,-4.000000 5.000000-8,-4.000000 7.000000-4,-3.000000 5.000000-5,-5.000000 5.000000-4,1.000000-1.000000-3,3.000000-10.000000 0,4.000000-9.000000-1,4.000000-10.000000-1,1.000000-7.000000 1,-2.000000-4.000000 1,-2.000000-4.000000 1,-1.000000-3.000000 1,-1.000000-3.000000-4,2.000000 1.000000-6,2.000000-1.000000-6,2.000000 1.000000-8,2.000000-9.000000-4,2.000000-14.000000-2,2.000000-17.000000-2,2.000000-14.000000-3,3.000000-13.000000 0,7.000000-7.000000 1,5.000000-8.000000 2,6.000000-7.000000 1,5.000000-2.000000 3,4.000000 7.000000 3,3.000000 5.000000 4,5.000000 6.000000 4,0.000000 6.000000 3,-5.000000 9.000000 2,-3.000000 7.000000 2,-4.000000 8.000000 3,-3.000000 5.000000 2,-2.000000 5.000000 4,-2.000000 3.000000 2,-2.000000 5.000000 4,-1.000000 3.000000 1,-3.000000 4.000000 0,-2.000000 4.000000 0,-1.000000 4.000000-1,-3.000000 1.000000 0,-1.000000 1.000000-2,-2.000000 0.000000-2,-3.000000 0.000000-1,-1.000000 2.000000 0,-2.000000 7.000000 4,-2.000000 5.000000 3,-2.000000 6.000000 4,-1.000000 1.000000 0,0.000000-4.000000 0,0.000000-3.000000-2,0.000000-5.000000-1,0.000000-1.000000-1,0.000000-1.000000 0,0.000000 1.000000-2,0.000000-1.000000 0,0.000000 2.000000 0,0.000000 5.000000 0,0.000000 3.000000 0,0.000000 4.000000 2,0.000000 0.000000-1,0.000000-4.000000-1,0.000000-4.000000-1,0.000000-3.000000-1,-2.000000-2.000000 0,-4.000000 3.000000 1,-4.000000 1.000000 0,-3.000000 2.000000 1,-1.000000 1.000000-1,5.000000-3.000000-3,3.000000-2.000000-2,4.000000-1.000000-4,2.000000-7.000000-4,0.000000-9.000000-4,0.000000-9.000000-4,0.000000-11.000000-5,3.000000-7.000000-2,5.000000-6.000000-1,7.000000-6.000000 1,5.000000-5.000000-1,3.000000 0.000000 2,-3.000000 8.000000 4,-2.000000 8.000000 3,-1.000000 8.000000 3,1.000000 0.000000 2,6.000000-8.000000 3,6.000000-8.000000 0,6.000000-8.000000 3,-1.000000 1.000000 0,-8.000000 7.000000 1,-8.000000 8.000000 0,-7.000000 7.000000 1,2.000000 4.000000-1,11.000000-3.000000 0,12.000000-1.000000-2,11.000000-2.000000 0,2.000000 1.000000 2,-7.000000 7.000000 6,-8.000000 5.000000 6,-8.000000 6.000000 7,-7.000000 9.000000 2,-5.000000 12.000000 0,-7.000000 11.000000-1,-5.000000 11.000000 0,-3.000000 3.000000-2,0.000000-8.000000 0,0.000000-8.000000-1,0.000000-8.000000-1,-2.000000 2.000000 0,-3.000000 12.000000 2,-5.000000 12.000000 2,-4.000000 11.000000 2,1.000000 0.000000-2,3.000000-11.000000-6,4.000000-12.000000-5,4.000000-12.000000-6,2.000000-3.000000-3,0.000000 6.000000 1,0.000000 7.000000 1,0.000000 4.000000 0,3.000000 0.000000-15,6.000000-8.000000-28,5.000000-7.000000-29,7.000000-9.000000-29</inkml:trace>
</inkml:ink>
</file>

<file path=ppt/ink/ink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8"/>
    </inkml:context>
    <inkml:brush xml:id="br0">
      <inkml:brushProperty name="width" value="0.0280822049826384" units="cm"/>
      <inkml:brushProperty name="height" value="0.0280822049826384" units="cm"/>
      <inkml:brushProperty name="color" value="#000000"/>
      <inkml:brushProperty name="ignorePressure" value="0"/>
    </inkml:brush>
  </inkml:definitions>
  <inkml:trace contextRef="#ctx0" brushRef="#br0">50400.000000 8931.000000 522,'28.000000'16.000000'56,"-6.000000"-1.000000"-7 ,-5.000000 1.000000-6,-6.000000-1.000000-7,-4.000000 2.000000-4,1.000000 1.000000-3,0.000000 2.000000-3,0.000000 3.000000-2,-2.000000-1.000000-4,-1.000000-2.000000-3,-2.000000-1.000000-4,-2.000000-3.000000-3,-1.000000 4.000000-3,0.000000 7.000000 1,0.000000 7.000000-1,0.000000 9.000000 0,0.000000 2.000000 0,0.000000-5.000000-1,0.000000-3.000000-1,0.000000-4.000000-1,0.000000-3.000000 0,0.000000-2.000000 1,0.000000-2.000000 1,0.000000-2.000000 0,-1.000000 0.000000-1,-2.000000-1.000000-1,-2.000000 0.000000-3,-1.000000 0.000000-1,-1.000000-5.000000-6,2.000000-12.000000-11,2.000000-12.000000-9,2.000000-12.000000-11,4.000000-12.000000-4,6.000000-13.000000 3,5.000000-14.000000 2,6.000000-14.000000 3,4.000000-3.000000 4,-1.000000 9.000000 6,0.000000 6.000000 4,0.000000 9.000000 6,0.000000 8.000000 2,-3.000000 7.000000 2,-2.000000 8.000000 2,-1.000000 7.000000 1,0.000000 4.000000 2,5.000000-3.000000 3,3.000000-1.000000 3,4.000000-2.000000 3,-1.000000 0.000000 1,-6.000000 5.000000-2,-5.000000 3.000000 0,-7.000000 5.000000-2,1.000000 2.000000 2,5.000000 2.000000 5,7.000000 2.000000 6,5.000000 2.000000 4,0.000000 2.000000 2,-6.000000 2.000000-4,-6.000000 2.000000-4,-5.000000 2.000000-3,-3.000000 3.000000 1,0.000000 7.000000 4,-1.000000 5.000000 6,1.000000 6.000000 4,-1.000000 5.000000 2,-2.000000 4.000000 0,-2.000000 4.000000 0,-2.000000 3.000000 0,-1.000000-1.000000-3,0.000000-8.000000-5,0.000000-8.000000-6,0.000000-8.000000-6,-1.000000-2.000000-2,-2.000000 1.000000 1,-2.000000 2.000000-1,-2.000000 2.000000 2,-1.000000-3.000000-8,1.000000-10.000000-12,-1.000000-10.000000-12,0.000000-10.000000-14,4.000000-7.000000-4,8.000000-7.000000 5,8.000000-5.000000 4,7.000000-5.000000 3,2.000000-1.000000 5,-3.000000 6.000000 5,-5.000000 6.000000 3,-3.000000 5.000000 5,1.000000 2.000000 4,5.000000-5.000000 2,6.000000-3.000000 3,7.000000-4.000000 3,-1.000000 1.000000 2,-6.000000 6.000000-1,-6.000000 5.000000 0,-5.000000 7.000000-1,0.000000 1.000000 1,5.000000-2.000000 1,6.000000-1.000000-1,6.000000-3.000000 2,2.000000 2.000000 1,-2.000000 3.000000 6,-1.000000 4.000000 5,-3.000000 4.000000 4,-4.000000 5.000000 4,-5.000000 6.000000 4,-7.000000 5.000000 2,-5.000000 7.000000 4,-3.000000 4.000000 1,0.000000 4.000000-3,0.000000 4.000000-2,0.000000 4.000000-2,0.000000-1.000000-5,0.000000-3.000000-9,0.000000-4.000000-8,0.000000-3.000000-9,0.000000-4.000000-4,0.000000-2.000000-1,0.000000-1.000000-1,0.000000-3.000000 0,0.000000 1.000000-8,0.000000 1.000000-16,0.000000 2.000000-14,0.000000 2.000000-16,1.000000 0.000000-5,2.000000-5.000000 8,2.000000-3.000000 6,2.000000-5.000000 6</inkml:trace>
</inkml:ink>
</file>

<file path=ppt/ink/ink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9"/>
    </inkml:context>
    <inkml:brush xml:id="br0">
      <inkml:brushProperty name="width" value="0.0267568062990904" units="cm"/>
      <inkml:brushProperty name="height" value="0.0267568062990904" units="cm"/>
      <inkml:brushProperty name="color" value="#000000"/>
      <inkml:brushProperty name="ignorePressure" value="0"/>
    </inkml:brush>
  </inkml:definitions>
  <inkml:trace contextRef="#ctx0" brushRef="#br0">52104.000000 8807.000000 548,'-1.000000'64.000000'101,"-2.000000"4.000000"-19 ,-2.000000 4.000000-18,-2.000000 3.000000-19,1.000000 0.000000-12,1.000000-7.000000-6,2.000000-5.000000-5,2.000000-6.000000-6,1.000000-7.000000-4,0.000000-10.000000-2,0.000000-10.000000-3,0.000000-10.000000-2,1.000000-3.000000-1,2.000000 5.000000 0,2.000000 3.000000 2,1.000000 4.000000 0,4.000000-2.000000-1,4.000000-8.000000-2,3.000000-7.000000-4,4.000000-8.000000-2,4.000000-10.000000-5,5.000000-11.000000-4,2.000000-12.000000-6,5.000000-12.000000-4,-1.000000-3.000000-1,-6.000000 7.000000 3,-6.000000 5.000000 5,-5.000000 5.000000 3,-2.000000-1.000000 0,4.000000-9.000000-5,5.000000-11.000000-4,3.000000-9.000000-5,-1.000000 1.000000 0,-6.000000 11.000000 4,-6.000000 12.000000 3,-5.000000 12.000000 5,-2.000000 3.000000 2,1.000000-6.000000-1,3.000000-6.000000 1,1.000000-6.000000-1,1.000000 1.000000 2,-2.000000 8.000000 1,-3.000000 7.000000 2,-1.000000 9.000000 2,-1.000000 2.000000 2,-1.000000-2.000000 3,1.000000-1.000000 3,0.000000-3.000000 3,-2.000000 7.000000 6,-4.000000 12.000000 12,-4.000000 15.000000 11,-4.000000 13.000000 12,-1.000000 8.000000 4,2.000000 5.000000-2,2.000000 3.000000-3,2.000000 5.000000-2,1.000000 0.000000-8,0.000000-2.000000-13,0.000000-1.000000-11,0.000000-3.000000-14,2.000000-3.000000-11,4.000000-7.000000-12,4.000000-5.000000-11,3.000000-6.000000-11,2.000000-4.000000-8,-2.000000-5.000000-4,-3.000000-3.000000-3,-1.000000-5.000000-4</inkml:trace>
</inkml:ink>
</file>

<file path=ppt/ink/ink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29"/>
    </inkml:context>
    <inkml:brush xml:id="br0">
      <inkml:brushProperty name="width" value="0.0282820109277964" units="cm"/>
      <inkml:brushProperty name="height" value="0.0282820109277964" units="cm"/>
      <inkml:brushProperty name="color" value="#000000"/>
      <inkml:brushProperty name="ignorePressure" value="0"/>
    </inkml:brush>
  </inkml:definitions>
  <inkml:trace contextRef="#ctx0" brushRef="#br0">53002.000000 8900.000000 518,'15.000000'-9.000000'98,"-3.000000"11.000000"-19 ,-1.000000 11.000000-18,-2.000000 12.000000-18,-2.000000 8.000000-11,1.000000 4.000000-5,0.000000 4.000000-4,0.000000 3.000000-4,-2.000000-1.000000-3,-1.000000-8.000000-3,-2.000000-8.000000-3,-2.000000-8.000000-3,-1.000000-2.000000-1,0.000000 1.000000 0,0.000000 2.000000 0,0.000000 3.000000 0,0.000000 1.000000-1,0.000000 2.000000-2,0.000000 2.000000-2,0.000000 2.000000-3,4.000000-10.000000-10,8.000000-21.000000-17,7.000000-21.000000-18,8.000000-22.000000-17,4.000000-11.000000-3,0.000000-2.000000 12,0.000000-2.000000 13,0.000000-2.000000 12,-1.000000 4.000000 9,-2.000000 10.000000 8,-2.000000 9.000000 6,-2.000000 10.000000 8,-2.000000 6.000000 2,-5.000000 5.000000 0,-3.000000 4.000000-1,-5.000000 3.000000 0,1.000000 2.000000 0,4.000000 0.000000 3,3.000000 1.000000 2,4.000000-1.000000 2,2.000000 3.000000 5,-3.000000 6.000000 9,-2.000000 6.000000 7,-1.000000 5.000000 10,-4.000000 11.000000 2,-3.000000 12.000000 0,-4.000000 15.000000-2,-4.000000 13.000000 0,-2.000000 2.000000-5,0.000000-10.000000-6,0.000000-10.000000-8,0.000000-9.000000-7,0.000000-4.000000-8,0.000000 2.000000-12,0.000000 2.000000-10,0.000000 1.000000-11,2.000000-3.000000-7,4.000000-9.000000-1,3.000000-11.000000-2,5.000000-9.000000-2</inkml:trace>
</inkml:ink>
</file>

<file path=ppt/ink/ink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30"/>
    </inkml:context>
    <inkml:brush xml:id="br0">
      <inkml:brushProperty name="width" value="0.0246523078531027" units="cm"/>
      <inkml:brushProperty name="height" value="0.0246523078531027" units="cm"/>
      <inkml:brushProperty name="color" value="#000000"/>
      <inkml:brushProperty name="ignorePressure" value="0"/>
    </inkml:brush>
  </inkml:definitions>
  <inkml:trace contextRef="#ctx0" brushRef="#br0">53901.000000 8467.000000 594,'16.000000'14.000000'57,"2.000000"-1.000000"2 ,3.000000-3.000000 1,1.000000-1.000000 3,2.000000-1.000000-6,2.000000 0.000000-14,2.000000-1.000000-13,2.000000 1.000000-15,-1.000000-1.000000-7,-3.000000-2.000000-2,-5.000000-2.000000-1,-4.000000-2.000000-3,1.000000-1.000000-9,3.000000 0.000000-17,4.000000 0.000000-19,4.000000 0.000000-17,-1.000000 1.000000-7,-5.000000 1.000000 3,-7.000000 3.000000 3,-5.000000 2.000000 4</inkml:trace>
</inkml:ink>
</file>

<file path=ppt/ink/ink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30"/>
    </inkml:context>
    <inkml:brush xml:id="br0">
      <inkml:brushProperty name="width" value="0.0249901674687862" units="cm"/>
      <inkml:brushProperty name="height" value="0.0249901674687862" units="cm"/>
      <inkml:brushProperty name="color" value="#000000"/>
      <inkml:brushProperty name="ignorePressure" value="0"/>
    </inkml:brush>
  </inkml:definitions>
  <inkml:trace contextRef="#ctx0" brushRef="#br0">54179.000000 8931.000000 586,'0.000000'44.000000'46,"0.000000"-6.000000"-2 ,0.000000-6.000000 0,0.000000-6.000000-1,0.000000-2.000000-3,0.000000 2.000000-1,0.000000 2.000000-3,0.000000 2.000000-3,0.000000 1.000000-3,0.000000 0.000000-6,0.000000 0.000000-6,0.000000 0.000000-5,0.000000 0.000000-9,0.000000 0.000000-13,0.000000 0.000000-11,0.000000 0.000000-11,1.000000-2.000000-13,2.000000-4.000000-11,2.000000-4.000000-12,2.000000-3.000000-11</inkml:trace>
</inkml:ink>
</file>

<file path=ppt/ink/ink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30"/>
    </inkml:context>
    <inkml:brush xml:id="br0">
      <inkml:brushProperty name="width" value="0.0271901004016399" units="cm"/>
      <inkml:brushProperty name="height" value="0.0271901004016399" units="cm"/>
      <inkml:brushProperty name="color" value="#000000"/>
      <inkml:brushProperty name="ignorePressure" value="0"/>
    </inkml:brush>
  </inkml:definitions>
  <inkml:trace contextRef="#ctx0" brushRef="#br0">54706.000000 8900.000000 539,'-5.000000'14.000000'35,"22.000000"-4.000000"14 ,20.000000-5.000000 12,22.000000-3.000000 14,11.000000-3.000000 0,0.000000-2.000000-16,-1.000000-1.000000-14,1.000000-3.000000-15,-3.000000-1.000000-12,-6.000000 0.000000-7,-6.000000 1.000000-8,-5.000000-1.000000-9,-8.000000 1.000000-2,-7.000000 2.000000 1,-8.000000 2.000000 1,-8.000000 2.000000 2,-1.000000 0.000000-4,3.000000-2.000000-11,4.000000-1.000000-10,4.000000-3.000000-11,-1.000000-2.000000-9,-5.000000-2.000000-7,-7.000000-1.000000-8,-5.000000-3.000000-7</inkml:trace>
</inkml:ink>
</file>

<file path=ppt/ink/ink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31"/>
    </inkml:context>
    <inkml:brush xml:id="br0">
      <inkml:brushProperty name="width" value="0.0333488769829273" units="cm"/>
      <inkml:brushProperty name="height" value="0.0333488769829273" units="cm"/>
      <inkml:brushProperty name="color" value="#000000"/>
      <inkml:brushProperty name="ignorePressure" value="0"/>
    </inkml:brush>
  </inkml:definitions>
  <inkml:trace contextRef="#ctx0" brushRef="#br0">55295.000000 8622.000000 439,'-14.000000'17.000000'70,"4.000000"4.000000"-8 ,5.000000 4.000000-8,3.000000 4.000000-8,0.000000 7.000000-5,-4.000000 10.000000-4,-4.000000 9.000000-1,-3.000000 10.000000-4,-2.000000 5.000000-3,2.000000-1.000000-6,3.000000 1.000000-6,1.000000 0.000000-5,2.000000-5.000000-5,3.000000-6.000000-2,1.000000-9.000000-3,2.000000-8.000000-2,1.000000-5.000000-2,0.000000-4.000000 1,0.000000-4.000000 1,0.000000-4.000000 1,3.000000-1.000000-8,5.000000-1.000000-18,7.000000 0.000000-16,5.000000 0.000000-18,5.000000-8.000000-6,4.000000-18.000000 4,4.000000-17.000000 3,4.000000-18.000000 4,1.000000-10.000000 6,-2.000000-1.000000 9,-3.000000-2.000000 8,-1.000000-3.000000 8,-4.000000 5.000000 7,-5.000000 9.000000 2,-7.000000 10.000000 3,-5.000000 10.000000 4,0.000000 1.000000 2,5.000000-8.000000 1,6.000000-8.000000 1,6.000000-8.000000 1,0.000000 2.000000 1,-5.000000 9.000000 0,-7.000000 9.000000 0,-5.000000 11.000000 0,-4.000000 4.000000 1,1.000000 0.000000 0,0.000000 1.000000 0,0.000000-1.000000 0,0.000000-1.000000 1,3.000000-2.000000 3,2.000000-1.000000 2,1.000000-3.000000 3,1.000000 1.000000 4,-3.000000 1.000000 5,-1.000000 3.000000 4,-2.000000 1.000000 5,-3.000000 4.000000 0,-1.000000 6.000000-3,-2.000000 6.000000-5,-2.000000 5.000000-3,-1.000000 9.000000-1,0.000000 9.000000 6,0.000000 9.000000 5,0.000000 11.000000 5,0.000000 3.000000 2,0.000000-2.000000-2,0.000000-1.000000-2,0.000000-3.000000-1,0.000000-3.000000-3,0.000000-7.000000-3,0.000000-5.000000-3,0.000000-6.000000-3,0.000000-3.000000-3,0.000000-3.000000-1,0.000000-2.000000-2,0.000000-1.000000-2,2.000000-2.000000-1,4.000000 1.000000-1,4.000000-1.000000-1,3.000000 1.000000-1,3.000000-5.000000-2,-1.000000-7.000000-3,1.000000-8.000000-5,-1.000000-7.000000-4,1.000000-6.000000 0,-1.000000-1.000000 2,1.000000-2.000000 2,-1.000000-3.000000 3,1.000000 0.000000-1,-1.000000 0.000000-5,1.000000 0.000000-3,-1.000000-1.000000-4,1.000000-2.000000-3,3.000000-6.000000-1,1.000000-5.000000-1,2.000000-7.000000-1,0.000000 2.000000 0,-5.000000 7.000000 2,-3.000000 8.000000 1,-5.000000 7.000000 1,0.000000 1.000000 1,2.000000-8.000000 0,1.000000-8.000000-1,3.000000-8.000000-1,-1.000000 1.000000 2,-1.000000 7.000000 3,-2.000000 8.000000 3,-3.000000 7.000000 2,-2.000000 8.000000 4,-4.000000 5.000000 4,-4.000000 6.000000 5,-4.000000 6.000000 4,-1.000000 8.000000 4,-1.000000 13.000000 5,0.000000 10.000000 4,0.000000 13.000000 5,2.000000 1.000000 0,1.000000-7.000000-5,2.000000-8.000000-4,2.000000-8.000000-4,1.000000 2.000000-1,0.000000 11.000000 3,0.000000 13.000000 4,0.000000 11.000000 3,0.000000-1.000000 0,0.000000-10.000000-3,0.000000-13.000000-5,0.000000-11.000000-2,0.000000 0.000000-3,0.000000 12.000000 1,0.000000 11.000000 1,0.000000 12.000000 0,0.000000 3.000000 0,0.000000-6.000000 2,0.000000-6.000000 0,0.000000-5.000000 1,0.000000-4.000000 0,0.000000 1.000000-1,0.000000-1.000000-1,0.000000 0.000000-1,0.000000 4.000000-1,0.000000 5.000000-1,0.000000 6.000000 1,0.000000 6.000000-2,-4.000000 1.000000-1,-8.000000-5.000000-3,-7.000000-3.000000-3,-8.000000-3.000000-3,-5.000000-9.000000-6,-2.000000-11.000000-10,-2.000000-12.000000-9,-2.000000-11.000000-10,2.000000-8.000000-11,3.000000-1.000000-15,4.000000-2.000000-14,4.000000-2.000000-14</inkml:trace>
</inkml:ink>
</file>

<file path=ppt/ink/ink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49"/>
    </inkml:context>
    <inkml:brush xml:id="br0">
      <inkml:brushProperty name="width" value="0.0297781191766262" units="cm"/>
      <inkml:brushProperty name="height" value="0.0297781191766262" units="cm"/>
      <inkml:brushProperty name="color" value="#000000"/>
      <inkml:brushProperty name="ignorePressure" value="0"/>
    </inkml:brush>
  </inkml:definitions>
  <inkml:trace contextRef="#ctx0" brushRef="#br0">109613.000000 8188.000000 492,'-13.000000'-52.000000'4,"2.000000"7.000000"9 ,2.000000 7.000000 9,1.000000 7.000000 8,1.000000 2.000000 3,0.000000-1.000000-1,0.000000-2.000000-3,0.000000-2.000000-1,0.000000-3.000000-2,0.000000-5.000000-3,0.000000-6.000000-3,0.000000-5.000000-2,-1.000000 0.000000-2,-4.000000 3.000000-2,-4.000000 3.000000-3,-3.000000 4.000000-1,-3.000000 1.000000-3,-4.000000 1.000000 0,-4.000000-1.000000-1,-3.000000 0.000000-2,-7.000000 4.000000 0,-13.000000 4.000000-2,-12.000000 5.000000-1,-12.000000 6.000000-2,-10.000000 6.000000 1,-6.000000 6.000000 0,-7.000000 8.000000 0,-8.000000 6.000000 2,-2.000000 8.000000 0,-1.000000 9.000000 1,0.000000 9.000000-1,0.000000 8.000000 1,0.000000 11.000000 0,-3.000000 11.000000 1,-1.000000 13.000000 1,-1.000000 12.000000 1,0.000000 10.000000 0,3.000000 6.000000 0,4.000000 7.000000 1,4.000000 7.000000 0,6.000000 6.000000 0,11.000000 3.000000-1,10.000000 3.000000 0,10.000000 4.000000 0,9.000000 7.000000-1,8.000000 10.000000 0,6.000000 10.000000 0,6.000000 11.000000 0,8.000000-2.000000-1,7.000000-14.000000-1,7.000000-13.000000 0,6.000000-15.000000-1,10.000000-5.000000 0,9.000000 1.000000 2,11.000000 2.000000 1,11.000000 2.000000 3,8.000000-1.000000-1,7.000000-4.000000-2,7.000000-3.000000-2,7.000000-3.000000-1,6.000000-6.000000-3,8.000000-7.000000 0,7.000000-6.000000-1,6.000000-8.000000 0,8.000000-5.000000-1,9.000000-6.000000 0,9.000000-5.000000 0,8.000000-5.000000 1,3.000000-8.000000-2,-3.000000-10.000000-3,-5.000000-11.000000-3,-2.000000-10.000000-2,-1.000000-9.000000-2,4.000000-6.000000 0,4.000000-8.000000 0,3.000000-6.000000-1,2.000000-8.000000 2,2.000000-6.000000 1,2.000000-7.000000 3,2.000000-7.000000 1,0.000000-8.000000 3,-3.000000-9.000000 1,0.000000-8.000000 2,-3.000000-9.000000 2,0.000000-6.000000 2,-1.000000-3.000000 0,1.000000-4.000000 0,-1.000000-4.000000 0,-2.000000-2.000000 1,-8.000000-5.000000 0,-7.000000-2.000000-1,-7.000000-5.000000 0,-4.000000-5.000000 1,-1.000000-9.000000-1,-3.000000-8.000000 0,-1.000000-9.000000 1,-3.000000-1.000000 0,-6.000000 6.000000 1,-5.000000 8.000000 3,-5.000000 7.000000 1,-8.000000 5.000000 1,-11.000000 3.000000 0,-9.000000 4.000000 1,-12.000000 3.000000 0,-10.000000-1.000000 1,-12.000000-7.000000 0,-13.000000-8.000000-1,-12.000000-6.000000 0,-12.000000-1.000000-1,-11.000000 5.000000-4,-14.000000 5.000000-4,-11.000000 6.000000-4,-11.000000 2.000000-3,-11.000000 0.000000-2,-10.000000 0.000000-2,-11.000000 0.000000-3,-9.000000 1.000000-3,-8.000000 2.000000-1,-10.000000 1.000000-3,-8.000000 2.000000-3,-12.000000 9.000000-2,-16.000000 16.000000-2,-15.000000 15.000000-3,-16.000000 15.000000-3,-6.000000 15.000000 0,4.000000 11.000000 2,3.000000 13.000000 0,3.000000 11.000000 2,18.000000 10.000000 1,31.000000 4.000000 1,31.000000 6.000000 1,31.000000 5.000000 1,22.000000 0.000000 1,12.000000-5.000000 1,12.000000-6.000000 1,12.000000-5.000000 1</inkml:trace>
</inkml:ink>
</file>

<file path=ppt/ink/ink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50"/>
    </inkml:context>
    <inkml:brush xml:id="br0">
      <inkml:brushProperty name="width" value="0.0248045027256012" units="cm"/>
      <inkml:brushProperty name="height" value="0.0248045027256012" units="cm"/>
      <inkml:brushProperty name="color" value="#000000"/>
      <inkml:brushProperty name="ignorePressure" value="0"/>
    </inkml:brush>
  </inkml:definitions>
  <inkml:trace contextRef="#ctx0" brushRef="#br0">108007.000000 8880.000000 591,'-2.000000'57.000000'116,"-6.000000"4.000000"-27 ,-5.000000 3.000000-26,-5.000000 3.000000-27,-3.000000 4.000000-15,0.000000 4.000000-1,1.000000 3.000000-2,-1.000000 3.000000-1,2.000000-2.000000-3,3.000000-9.000000-5,4.000000-9.000000-4,4.000000-8.000000-5,4.000000-9.000000-3,8.000000-8.000000-6,6.000000-10.000000-3,7.000000-7.000000-5,7.000000-11.000000-2,8.000000-9.000000 1,6.000000-12.000000 0,7.000000-9.000000 0,4.000000-8.000000 1,2.000000-6.000000-2,2.000000-4.000000 0,1.000000-6.000000-2,-1.000000-4.000000 2,-5.000000-1.000000 2,-6.000000-1.000000 3,-5.000000-3.000000 2,-4.000000 1.000000 3,-3.000000 4.000000 2,-5.000000 3.000000 2,-2.000000 4.000000 3,-4.000000 5.000000 3,-3.000000 7.000000 3,-4.000000 7.000000 4,-4.000000 6.000000 3,-2.000000 7.000000 4,-5.000000 5.000000 3,-2.000000 5.000000 3,-5.000000 6.000000 4,-1.000000 6.000000-1,-3.000000 9.000000-1,-1.000000 8.000000-3,-2.000000 10.000000-3,0.000000 5.000000-3,2.000000 3.000000-4,1.000000 5.000000-5,2.000000 2.000000-4,3.000000 1.000000-6,3.000000-4.000000-4,4.000000-3.000000-6,3.000000-4.000000-5,3.000000-4.000000-6,2.000000-5.000000-6,1.000000-6.000000-7,2.000000-4.000000-6,1.000000-5.000000-3,0.000000-4.000000 3,-1.000000-3.000000 1,1.000000-3.000000 2</inkml:trace>
</inkml:ink>
</file>

<file path=ppt/ink/ink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50"/>
    </inkml:context>
    <inkml:brush xml:id="br0">
      <inkml:brushProperty name="width" value="0.026000564917922" units="cm"/>
      <inkml:brushProperty name="height" value="0.026000564917922" units="cm"/>
      <inkml:brushProperty name="color" value="#000000"/>
      <inkml:brushProperty name="ignorePressure" value="0"/>
    </inkml:brush>
  </inkml:definitions>
  <inkml:trace contextRef="#ctx0" brushRef="#br0">109253.000000 9157.000000 564,'25.000000'-134.000000'48,"-5.000000"36.000000"-2 ,-5.000000 37.000000-4,-5.000000 36.000000-2,-7.000000 19.000000-2,-6.000000 1.000000-1,-8.000000 3.000000 0,-6.000000 1.000000 0,-6.000000 5.000000-4,-3.000000 9.000000-6,-3.000000 9.000000-6,-4.000000 8.000000-6,-1.000000 6.000000-6,-1.000000 4.000000-4,0.000000 4.000000-5,1.000000 2.000000-4,3.000000 1.000000-3,6.000000-4.000000-3,8.000000-3.000000-2,7.000000-4.000000-2,4.000000-1.000000-2,1.000000 0.000000-3,3.000000-1.000000-1,1.000000 1.000000-2,4.000000-1.000000 0,8.000000-2.000000 4,6.000000-2.000000 3,7.000000-2.000000 4,5.000000-1.000000 2,1.000000-2.000000 3,2.000000-1.000000 2,2.000000-3.000000 2,-2.000000 0.000000 2,-5.000000 0.000000 0,-6.000000 0.000000 1,-4.000000-1.000000 1,-6.000000 1.000000 3,-5.000000 0.000000 2,-5.000000 0.000000 4,-5.000000-1.000000 3,-7.000000 0.000000 0,-6.000000-2.000000-3,-7.000000-1.000000-3,-8.000000-2.000000-2,0.000000-3.000000-7,2.000000-4.000000-11,4.000000-2.000000-11,4.000000-5.000000-11</inkml:trace>
</inkml:ink>
</file>

<file path=ppt/ink/ink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50"/>
    </inkml:context>
    <inkml:brush xml:id="br0">
      <inkml:brushProperty name="width" value="0.0219706129282713" units="cm"/>
      <inkml:brushProperty name="height" value="0.0219706129282713" units="cm"/>
      <inkml:brushProperty name="color" value="#000000"/>
      <inkml:brushProperty name="ignorePressure" value="0"/>
    </inkml:brush>
  </inkml:definitions>
  <inkml:trace contextRef="#ctx0" brushRef="#br0">109475.000000 9545.000000 667,'66.000000'-39.000000'135,"-7.000000"5.000000"-38 ,-8.000000 6.000000-38,-6.000000 4.000000-39,-5.000000 2.000000-20,-3.000000-4.000000-2,-5.000000-4.000000-2,-2.000000-3.000000-3,-5.000000 1.000000 1,-5.000000 2.000000 2,-5.000000 4.000000 3,-6.000000 4.000000 3,-6.000000 3.000000 0,-9.000000 7.000000-1,-9.000000 4.000000-2,-8.000000 5.000000-1,-8.000000 7.000000 0,-4.000000 6.000000 2,-6.000000 7.000000 3,-5.000000 8.000000 1,0.000000 6.000000 1,6.000000 7.000000 0,4.000000 7.000000 1,6.000000 7.000000-1,5.000000 2.000000 1,5.000000-1.000000-2,5.000000-2.000000 0,6.000000-2.000000-1,8.000000-3.000000-3,12.000000-5.000000-4,12.000000-6.000000-6,13.000000-4.000000-5,12.000000-7.000000-5,11.000000-7.000000-6,13.000000-7.000000-6,12.000000-6.000000-6,-1.000000-5.000000-2,-14.000000-2.000000 2,-13.000000-1.000000 2,-15.000000-2.000000 2,-7.000000-1.000000 2,-2.000000 0.000000 1,-2.000000 0.000000 2,-1.000000 0.000000 1</inkml:trace>
</inkml:ink>
</file>

<file path=ppt/ink/ink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2:51"/>
    </inkml:context>
    <inkml:brush xml:id="br0">
      <inkml:brushProperty name="width" value="0.0275922305881977" units="cm"/>
      <inkml:brushProperty name="height" value="0.0275922305881977" units="cm"/>
      <inkml:brushProperty name="color" value="#000000"/>
      <inkml:brushProperty name="ignorePressure" value="0"/>
    </inkml:brush>
  </inkml:definitions>
  <inkml:trace contextRef="#ctx0" brushRef="#br0">110306.000000 9296.000000 531,'-26.000000'-13.000000'2,"7.000000"1.000000"5 ,4.000000 3.000000 4,5.000000 1.000000 4,6.000000 1.000000 3,5.000000 0.000000 0,5.000000 0.000000 1,5.000000 0.000000 1,8.000000 1.000000 1,11.000000 2.000000 1,9.000000 1.000000 3,12.000000 3.000000 1,2.000000 1.000000-1,-3.000000 4.000000-6,-3.000000 4.000000-6,-4.000000 3.000000-5,-4.000000 3.000000-3,-5.000000 1.000000-2,-5.000000 3.000000-1,-6.000000 0.000000-1,-5.000000 5.000000 0,-5.000000 4.000000 0,-5.000000 6.000000 0,-5.000000 5.000000 1,-7.000000 3.000000 0,-6.000000 3.000000 0,-8.000000 0.000000 2,-6.000000 3.000000 0,-4.000000-3.000000 2,1.000000-7.000000 3,-1.000000-7.000000 2,0.000000-7.000000 3,6.000000-11.000000 4,10.000000-15.000000 4,10.000000-16.000000 4,11.000000-16.000000 4,14.000000-14.000000-5,19.000000-11.000000-14,20.000000-13.000000-16,18.000000-12.000000-13,3.000000 3.000000-18,-13.000000 16.000000-19,-15.000000 19.000000-20,-13.000000 16.000000-20</inkml:trace>
</inkml:ink>
</file>

<file path=ppt/ink/ink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06:43:05"/>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1812.000000 54092.000000,'2615.000000'23.000000,"1.000000"0.000000,0.000000-1.000000,-1.000000 1.000000,1.000000 0.000000,0.000000-1.000000,-1.000000 1.000000,1.000000 0.000000,0.000000-1.000000,-1.000000 1.000000,1.000000-1.000000,0.000000 1.000000,-1.000000 0.000000,1.000000-1.000000,0.000000 1.000000,-1.000000 0.000000,1.000000-1.000000,0.000000 1.000000,-1.000000 0.000000,1.000000-1.000000,0.000000 1.000000,-1.000000 0.000000,1.000000-1.000000,0.000000 1.000000,-1.000000 0.000000,1.000000-1.000000,0.000000 1.000000,-1.000000 0.000000,1.000000-1.000000,0.000000 1.000000,-1.000000 0.000000,1.000000-1.000000,0.000000 1.000000,-1.000000-1.000000,1.000000 1.000000,0.000000 0.000000,-1.000000-1.000000,1.000000 1.000000,0.000000 0.000000,-1.000000-1.000000</inkml:trace>
</inkml:ink>
</file>

<file path=ppt/ink/ink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06:43:09"/>
    </inkml:context>
    <inkml:brush xml:id="br0">
      <inkml:brushProperty name="width" value="0.0192489121109247" units="cm"/>
      <inkml:brushProperty name="height" value="0.0192489121109247" units="cm"/>
      <inkml:brushProperty name="color" value="#000000"/>
      <inkml:brushProperty name="ignorePressure" value="0"/>
    </inkml:brush>
  </inkml:definitions>
  <inkml:trace contextRef="#ctx0" brushRef="#br0">106057.000000 55428.000000 761,'42.000000'-23.000000'-50,"-13.000000"4.000000"10 ,-11.000000 2.000000 10,-12.000000 4.000000 10,-4.000000 1.000000 8,2.000000 0.000000 5,4.000000 0.000000 5,2.000000 0.000000 5,0.000000 0.000000 3,-2.000000 1.000000 0,-4.000000-1.000000 0,-2.000000 0.000000 0,-4.000000 1.000000 0,-2.000000 4.000000-1,-3.000000 2.000000-2,-4.000000 4.000000-1,1.000000-1.000000-2,2.000000-2.000000-1,4.000000-4.000000-1,2.000000-2.000000-2,1.000000 0.000000 1,-4.000000 2.000000 3,-2.000000 4.000000 4,-4.000000 2.000000 4,2.000000 2.000000 10,6.000000 0.000000 15,6.000000 0.000000 17,6.000000 0.000000 15,3.000000-1.000000 0,0.000000-4.000000-15,0.000000-2.000000-15,0.000000-4.000000-16,4.000000 1.000000-9,10.000000 2.000000-3,8.000000 4.000000-4,9.000000 2.000000-4,8.000000 1.000000-2,6.000000-4.000000-1,5.000000-2.000000-1,7.000000-3.000000-1,8.000000-1.000000 0,13.000000 4.000000 1,11.000000 2.000000 2,12.000000 4.000000 0,6.000000-1.000000 1,1.000000-2.000000 0,-1.000000-4.000000 0,0.000000-2.000000-1,-1.000000-1.000000 0,-3.000000 4.000000 0,-4.000000 3.000000 1,-2.000000 2.000000-1,-8.000000 2.000000 1,-11.000000 0.000000 1,-13.000000 0.000000 0,-11.000000 0.000000 1,-9.000000 2.000000 0,-7.000000 2.000000 0,-5.000000 3.000000 0,-6.000000 4.000000 0,-4.000000-1.000000-1,1.000000-2.000000 0,0.000000-4.000000-1,0.000000-2.000000 0,-2.000000-2.000000-1,-3.000000 0.000000 1,-2.000000 0.000000 1,-4.000000 0.000000 0,0.000000 0.000000 0,4.000000 0.000000 1,2.000000 0.000000-1,3.000000 0.000000 1,2.000000 0.000000-1,0.000000 0.000000 1,-1.000000 0.000000 0,1.000000 0.000000 0,2.000000 0.000000 0,2.000000 0.000000 0,3.000000 0.000000 0,3.000000 0.000000 0,0.000000 0.000000 0,-2.000000 0.000000 0,-4.000000 0.000000-1,-3.000000 0.000000 1,0.000000 0.000000-1,4.000000 0.000000 0,2.000000 0.000000 1,3.000000 0.000000-1,2.000000 0.000000 1,-1.000000 0.000000-1,1.000000 0.000000 1,0.000000 0.000000-1,-2.000000 0.000000-1,-3.000000 0.000000 1,-3.000000 0.000000-2,-2.000000 0.000000 0,-4.000000 0.000000 0,-3.000000 0.000000 1,-2.000000 0.000000 0,-4.000000 0.000000 2,-3.000000-2.000000 0,-2.000000-2.000000-1,-4.000000-4.000000 2,-3.000000-2.000000-1,1.000000-1.000000 0,2.000000 4.000000 1,4.000000 3.000000-1,2.000000 2.000000 1,2.000000 2.000000 1,0.000000 0.000000-1,-1.000000 0.000000 0,1.000000 0.000000-1,0.000000 0.000000 1,0.000000 0.000000 0,0.000000 0.000000-1,0.000000 0.000000 0,0.000000 0.000000 0,-1.000000 0.000000 0,1.000000 0.000000 0,0.000000 0.000000 0,0.000000 0.000000-1,0.000000 0.000000 1,0.000000 0.000000-1,-1.000000 0.000000-1,1.000000 0.000000 1,0.000000 0.000000-1,0.000000 0.000000 0,0.000000 0.000000 1,0.000000 0.000000 0,-1.000000 0.000000 3,1.000000 0.000000 3,0.000000 0.000000 2,0.000000 0.000000 1,0.000000 0.000000 0,0.000000 0.000000 0,0.000000 0.000000-2,-1.000000 0.000000 0,1.000000 0.000000-1,0.000000 0.000000-3,0.000000 0.000000 0,0.000000 0.000000-2,0.000000 0.000000 0,-1.000000 0.000000 0,1.000000 0.000000 0,-1.000000-1.000000 1,-4.000000-4.000000 3,-3.000000-2.000000 2,-2.000000-4.000000 3</inkml:trace>
</inkml:ink>
</file>

<file path=ppt/ink/ink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45:4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23706.000000 14206.000000,'0.000000'0.000000,"1677.000000"0.000000,0.000000 0.000000,0.000000 0.000000,1.000000 0.000000,-1.000000 0.000000,0.000000 0.000000,0.000000 0.000000,0.000000 0.000000,1.000000 0.000000,-1.000000 0.000000,0.000000 0.000000,0.000000 0.000000,0.000000 0.000000,0.000000 0.000000,1.000000 0.000000,-1.000000 0.000000,0.000000 0.000000,0.000000 0.000000,0.000000 0.000000,1.000000 0.000000,-1.000000 0.000000,0.000000 0.000000,0.000000 0.000000,0.000000 0.000000,0.000000 0.000000,1.000000 0.000000,-1.000000 0.000000,0.000000 0.000000,0.000000 0.000000,0.000000 0.000000,0.000000 0.000000,1.000000 0.000000,-1.000000 0.000000,0.000000 0.000000,0.000000 0.000000,0.000000 0.000000,1.000000 0.000000,-1.000000 0.000000,0.000000 0.000000,0.000000 0.000000,-1677.000000 0.000000,0.000000 0.000000,0.000000 547.000000,0.000000 0.000000,0.000000 0.000000,0.000000 1.000000,0.000000-1.000000,0.000000 0.000000,0.000000 0.000000,0.000000 0.000000,0.000000 1.000000,0.000000-1.000000,0.000000 0.000000,0.000000 0.000000,0.000000 0.000000,0.000000 0.000000,0.000000 1.000000,0.000000-1.000000,0.000000 0.000000,0.000000 0.000000,0.000000 0.000000,0.000000 1.000000,0.000000-1.000000,0.000000 0.000000,0.000000 0.000000,0.000000 0.000000,0.000000 0.000000,0.000000 1.000000,0.000000-1.000000,0.000000 0.000000,0.000000 0.000000,0.000000 0.000000,0.000000 0.000000,0.000000 1.000000,0.000000-1.000000,0.000000 0.000000,0.000000 0.000000,0.000000 0.000000,0.000000 1.000000,0.000000-1.000000,0.000000 0.000000,0.000000 0.000000,0.000000-547.000000,0.000000 0.000000,-1677.000000 0.000000,0.000000 0.000000,0.000000 0.000000,-1.000000 0.000000,1.000000 0.000000,0.000000 0.000000,0.000000 0.000000,0.000000 0.000000,-1.000000 0.000000,1.000000 0.000000,0.000000 0.000000,0.000000 0.000000,0.000000 0.000000,0.000000 0.000000,-1.000000 0.000000,1.000000 0.000000,0.000000 0.000000,0.000000 0.000000,0.000000 0.000000,0.000000 0.000000,-1.000000 0.000000,1.000000 0.000000,0.000000 0.000000,0.000000 0.000000,0.000000 0.000000,-1.000000 0.000000,1.000000 0.000000,0.000000 0.000000,0.000000 0.000000,0.000000 0.000000,0.000000 0.000000,-1.000000 0.000000,1.000000 0.000000,0.000000 0.000000,0.000000 0.000000,0.000000 0.000000,-1.000000 0.000000,1.000000 0.000000,0.000000 0.000000,0.000000 0.000000,1677.000000 0.000000,0.000000 0.000000,0.000000-547.000000,0.000000 0.000000,0.000000 0.000000,0.000000-1.000000,0.000000 1.000000,0.000000 0.000000,0.000000 0.000000,0.000000 0.000000,0.000000-1.000000,0.000000 1.000000,0.000000 0.000000,0.000000 0.000000,0.000000 0.000000,0.000000 0.000000,0.000000-1.000000,0.000000 1.000000,0.000000 0.000000,0.000000 0.000000,0.000000 0.000000,0.000000 0.000000,0.000000-1.000000,0.000000 1.000000,0.000000 0.000000,0.000000 0.000000,0.000000 0.000000,0.000000-1.000000,0.000000 1.000000,0.000000 0.000000,0.000000 0.000000,0.000000 0.000000,0.000000 0.000000,0.000000-1.000000,0.000000 1.000000,0.000000 0.000000,0.000000 0.000000,0.000000 0.000000,0.000000-1.000000,0.000000 1.000000,0.000000 0.000000,0.000000 0.000000,0.000000 547.000000</inkml:trace>
</inkml:ink>
</file>

<file path=ppt/ink/ink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1"/>
    </inkml:context>
    <inkml:brush xml:id="br0">
      <inkml:brushProperty name="width" value="0.0238667856901884" units="cm"/>
      <inkml:brushProperty name="height" value="0.0238667856901884" units="cm"/>
      <inkml:brushProperty name="color" value="#000000"/>
      <inkml:brushProperty name="ignorePressure" value="0"/>
    </inkml:brush>
  </inkml:definitions>
  <inkml:trace contextRef="#ctx0" brushRef="#br0">45950.000000 22400.000000 614,'-22.000000'-25.000000'22,"6.000000"0.000000"0 ,7.000000 0.000000 1,6.000000 0.000000 2,1.000000 1.000000-2,-3.000000 4.000000-1,-3.000000 3.000000-2,-2.000000 3.000000-1,-1.000000 18.000000-1,3.000000 35.000000 4,3.000000 35.000000 1,4.000000 34.000000 4,1.000000 24.000000-2,0.000000 17.000000-4,0.000000 15.000000-6,0.000000 16.000000-4,-4.000000 13.000000-2,-5.000000 14.000000-1,-7.000000 11.000000 0,-5.000000 14.000000 0,-3.000000-6.000000-1,4.000000-21.000000-2,3.000000-22.000000-3,3.000000-22.000000-1,1.000000-24.000000-6,1.000000-24.000000-8,-1.000000-26.000000-7,1.000000-24.000000-8,1.000000-24.000000-5,3.000000-22.000000-4,3.000000-22.000000-3,4.000000-21.000000-4,5.000000-20.000000 1,10.000000-15.000000 2,10.000000-15.000000 4,9.000000-16.000000 3,1.000000-2.000000 4,-6.000000 13.000000 2,-6.000000 12.000000 4,-6.000000 13.000000 3</inkml:trace>
</inkml:ink>
</file>

<file path=ppt/ink/ink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1"/>
    </inkml:context>
    <inkml:brush xml:id="br0">
      <inkml:brushProperty name="width" value="0.0196841489523649" units="cm"/>
      <inkml:brushProperty name="height" value="0.0196841489523649" units="cm"/>
      <inkml:brushProperty name="color" value="#000000"/>
      <inkml:brushProperty name="ignorePressure" value="0"/>
    </inkml:brush>
  </inkml:definitions>
  <inkml:trace contextRef="#ctx0" brushRef="#br0">46300.000000 22050.000000 745,'4.000000'-43.000000'16,"10.000000"17.000000"3 ,10.000000 15.000000 1,9.000000 16.000000 2,7.000000 10.000000-1,7.000000 7.000000-3,6.000000 6.000000-1,7.000000 7.000000-4,0.000000 5.000000 0,-2.000000 7.000000-2,-3.000000 6.000000-1,-3.000000 7.000000 0,-6.000000 4.000000-1,-5.000000 3.000000-1,-7.000000 3.000000 0,-5.000000 4.000000-1,-14.000000 2.000000-1,-18.000000 4.000000 1,-19.000000 3.000000-2,-18.000000 3.000000 1,-18.000000 4.000000-2,-16.000000 7.000000-1,-15.000000 6.000000-2,-15.000000 7.000000 0,-3.000000-7.000000-4,14.000000-19.000000-3,11.000000-18.000000-4,14.000000-19.000000-3</inkml:trace>
</inkml:ink>
</file>

<file path=ppt/ink/ink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1"/>
    </inkml:context>
    <inkml:brush xml:id="br0">
      <inkml:brushProperty name="width" value="0.0162001810967922" units="cm"/>
      <inkml:brushProperty name="height" value="0.0162001810967922" units="cm"/>
      <inkml:brushProperty name="color" value="#000000"/>
      <inkml:brushProperty name="ignorePressure" value="0"/>
    </inkml:brush>
  </inkml:definitions>
  <inkml:trace contextRef="#ctx0" brushRef="#br0">47900.000000 21950.000000 905,'-18.000000'48.000000'49,"17.000000"-3.000000"-17 ,15.000000-3.000000-19,16.000000-2.000000-17,9.000000-6.000000-12,3.000000-6.000000-8,3.000000-6.000000-7,4.000000-6.000000-6,-4.000000-4.000000-2,-9.000000 1.000000 8,-10.000000-1.000000 5,-8.000000 1.000000 8,-6.000000-1.000000 2,1.000000 1.000000 2,-1.000000-1.000000 1,1.000000 1.000000 2</inkml:trace>
</inkml:ink>
</file>

<file path=ppt/ink/ink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1"/>
    </inkml:context>
    <inkml:brush xml:id="br0">
      <inkml:brushProperty name="width" value="0.0219671092927456" units="cm"/>
      <inkml:brushProperty name="height" value="0.0219671092927456" units="cm"/>
      <inkml:brushProperty name="color" value="#000000"/>
      <inkml:brushProperty name="ignorePressure" value="0"/>
    </inkml:brush>
  </inkml:definitions>
  <inkml:trace contextRef="#ctx0" brushRef="#br0">48250.000000 22700.000000 667,'-68.000000'70.000000'18,"17.000000"-9.000000"4 ,15.000000-10.000000 4,16.000000-8.000000 4,5.000000 0.000000 2,-2.000000 14.000000-1,-3.000000 11.000000 0,-3.000000 14.000000-1,-1.000000 8.000000-2,4.000000 7.000000-4,3.000000 6.000000-3,3.000000 7.000000-4,3.000000 0.000000-4,3.000000-2.000000-6,3.000000-3.000000-4,4.000000-3.000000-6,1.000000-9.000000-7,0.000000-11.000000-9,0.000000-14.000000-9,0.000000-11.000000-9,3.000000-12.000000-7,6.000000-9.000000-6,7.000000-10.000000-5,6.000000-8.000000-5</inkml:trace>
</inkml:ink>
</file>

<file path=ppt/ink/ink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1"/>
    </inkml:context>
    <inkml:brush xml:id="br0">
      <inkml:brushProperty name="width" value="0.0210553482174873" units="cm"/>
      <inkml:brushProperty name="height" value="0.0210553482174873" units="cm"/>
      <inkml:brushProperty name="color" value="#000000"/>
      <inkml:brushProperty name="ignorePressure" value="0"/>
    </inkml:brush>
  </inkml:definitions>
  <inkml:trace contextRef="#ctx0" brushRef="#br0">50100.000000 22750.000000 696,'-4.000000'-47.000000'9,"-5.000000"6.000000"-7 ,-7.000000 7.000000-7,-5.000000 6.000000-6,-6.000000 6.000000 0,-3.000000 6.000000 8,-3.000000 7.000000 8,-2.000000 6.000000 8,-8.000000 7.000000 5,-8.000000 10.000000 3,-10.000000 10.000000 3,-9.000000 9.000000 2,-4.000000 12.000000 2,4.000000 16.000000 0,3.000000 15.000000 0,3.000000 17.000000 1,7.000000 8.000000-2,14.000000 4.000000-4,11.000000 3.000000-3,14.000000 3.000000-4,13.000000-2.000000-4,16.000000-6.000000-8,15.000000-6.000000-5,17.000000-6.000000-7,17.000000-13.000000-4,23.000000-19.000000-2,22.000000-18.000000 0,22.000000-19.000000-2,13.000000-18.000000-5,7.000000-15.000000-9,6.000000-15.000000-10,7.000000-16.000000-10,-7.000000-7.000000-1,-19.000000 4.000000 7,-18.000000 3.000000 6,-19.000000 3.000000 7,-13.000000 1.000000 5,-6.000000 1.000000 5,-6.000000-1.000000 5,-6.000000 1.000000 4</inkml:trace>
</inkml:ink>
</file>

<file path=ppt/ink/ink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2"/>
    </inkml:context>
    <inkml:brush xml:id="br0">
      <inkml:brushProperty name="width" value="0.0196991581469774" units="cm"/>
      <inkml:brushProperty name="height" value="0.0196991581469774" units="cm"/>
      <inkml:brushProperty name="color" value="#000000"/>
      <inkml:brushProperty name="ignorePressure" value="0"/>
    </inkml:brush>
  </inkml:definitions>
  <inkml:trace contextRef="#ctx0" brushRef="#br0">51550.000000 22600.000000 744,'-77.000000'21.000000'6,"47.000000"-5.000000"12 ,47.000000-7.000000 12,48.000000-5.000000 13,22.000000-6.000000 1,1.000000-3.000000-6,-1.000000-3.000000-8,1.000000-2.000000-8,-4.000000-3.000000-7,-6.000000 1.000000-7,-6.000000-1.000000-7,-6.000000 1.000000-6,-6.000000-1.000000-7,-2.000000 1.000000-5,-3.000000-1.000000-5,-3.000000 1.000000-5,-7.000000-1.000000-6,-9.000000 1.000000-8,-10.000000-1.000000-7,-8.000000 1.000000-7</inkml:trace>
</inkml:ink>
</file>

<file path=ppt/ink/ink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2"/>
    </inkml:context>
    <inkml:brush xml:id="br0">
      <inkml:brushProperty name="width" value="0.0222974810749292" units="cm"/>
      <inkml:brushProperty name="height" value="0.0222974810749292" units="cm"/>
      <inkml:brushProperty name="color" value="#000000"/>
      <inkml:brushProperty name="ignorePressure" value="0"/>
    </inkml:brush>
  </inkml:definitions>
  <inkml:trace contextRef="#ctx0" brushRef="#br0">52250.000000 22100.000000 657,'-24.000000'25.000000'2,"4.000000"0.000000"5 ,3.000000 0.000000 3,3.000000 0.000000 4,1.000000 1.000000 3,1.000000 4.000000 2,-1.000000 3.000000 2,1.000000 3.000000 1,-3.000000 7.000000 1,-2.000000 14.000000 0,-3.000000 11.000000 0,-3.000000 14.000000 1,-2.000000 11.000000-1,0.000000 14.000000-3,0.000000 11.000000 0,0.000000 14.000000-3,3.000000 5.000000-2,6.000000 1.000000-1,7.000000-1.000000-2,6.000000 1.000000-2,6.000000-9.000000-4,6.000000-15.000000-6,7.000000-15.000000-6,6.000000-16.000000-7,9.000000-16.000000-6,13.000000-16.000000-4,12.000000-15.000000-5,13.000000-15.000000-4,4.000000-17.000000-3,-3.000000-15.000000-3,-3.000000-15.000000-2,-2.000000-16.000000-2,2.000000-21.000000 1,9.000000-24.000000 4,10.000000-26.000000 3,10.000000-24.000000 4,-6.000000 2.000000 5,-18.000000 32.000000 6,-19.000000 31.000000 5,-18.000000 32.000000 6</inkml:trace>
</inkml:ink>
</file>

<file path=ppt/ink/ink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2"/>
    </inkml:context>
    <inkml:brush xml:id="br0">
      <inkml:brushProperty name="width" value="0.0208987593650818" units="cm"/>
      <inkml:brushProperty name="height" value="0.0208987593650818" units="cm"/>
      <inkml:brushProperty name="color" value="#000000"/>
      <inkml:brushProperty name="ignorePressure" value="0"/>
    </inkml:brush>
  </inkml:definitions>
  <inkml:trace contextRef="#ctx0" brushRef="#br0">53300.000000 22900.000000 701,'43.000000'-68.000000'-13,"-11.000000"17.000000"12 ,-14.000000 15.000000 11,-11.000000 16.000000 11,-9.000000 21.000000 8,-3.000000 29.000000 3,-3.000000 28.000000 4,-2.000000 28.000000 4,-3.000000 12.000000-2,1.000000-3.000000-7,-1.000000-3.000000-6,1.000000-2.000000-7,1.000000-3.000000-5,3.000000 1.000000-3,3.000000-1.000000-3,4.000000 1.000000-4,5.000000-6.000000-5,10.000000-8.000000-4,10.000000-10.000000-5,9.000000-9.000000-5,7.000000-12.000000-3,7.000000-11.000000-4,6.000000-14.000000-2,7.000000-11.000000-3,2.000000-18.000000-2,1.000000-22.000000 1,-1.000000-22.000000-1,1.000000-21.000000 1,-3.000000-14.000000 1,-2.000000-2.000000 5,-3.000000-3.000000 3,-3.000000-3.000000 4,-6.000000 2.000000 3,-5.000000 10.000000 4,-7.000000 10.000000 2,-5.000000 9.000000 3,-6.000000 10.000000 4,-3.000000 14.000000 2,-3.000000 11.000000 4,-2.000000 14.000000 2,-5.000000 13.000000 4,-2.000000 16.000000 1,-3.000000 15.000000 4,-3.000000 17.000000 1,-4.000000 10.000000 1,-3.000000 6.000000-1,-3.000000 7.000000-3,-2.000000 6.000000-1,-1.000000 1.000000-5,3.000000-3.000000-7,3.000000-3.000000-8,4.000000-2.000000-8,2.000000-8.000000-6,4.000000-8.000000-6,3.000000-10.000000-5,3.000000-9.000000-6</inkml:trace>
</inkml:ink>
</file>

<file path=ppt/ink/ink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3"/>
    </inkml:context>
    <inkml:brush xml:id="br0">
      <inkml:brushProperty name="width" value="0.0198172032833099" units="cm"/>
      <inkml:brushProperty name="height" value="0.0198172032833099" units="cm"/>
      <inkml:brushProperty name="color" value="#000000"/>
      <inkml:brushProperty name="ignorePressure" value="0"/>
    </inkml:brush>
  </inkml:definitions>
  <inkml:trace contextRef="#ctx0" brushRef="#br0">55150.000000 22450.000000 740,'-66.000000'68.000000'-15,"19.000000"-11.000000"11 ,19.000000-14.000000 9,19.000000-11.000000 10,12.000000-6.000000 6,6.000000 4.000000 0,7.000000 3.000000 2,6.000000 3.000000 0,3.000000 1.000000 0,0.000000 1.000000-4,0.000000-1.000000-4,0.000000 1.000000-2,-2.000000 1.000000-3,-3.000000 3.000000-2,-3.000000 3.000000-2,-2.000000 4.000000-1,-6.000000 4.000000-1,-6.000000 6.000000-2,-6.000000 7.000000 0,-6.000000 6.000000-2,-6.000000 1.000000 0,-2.000000-3.000000 0,-3.000000-3.000000 0,-3.000000-2.000000-1,-1.000000-8.000000 2,4.000000-8.000000 2,3.000000-10.000000 2,3.000000-9.000000 3,3.000000-12.000000 2,3.000000-11.000000-1,3.000000-14.000000 0,4.000000-11.000000 0,11.000000-18.000000-2,23.000000-22.000000-3,22.000000-22.000000-5,22.000000-21.000000-4,18.000000-15.000000-5,16.000000-6.000000-8,15.000000-6.000000-8,17.000000-6.000000-7,-4.000000 7.000000-4,-22.000000 22.000000 0,-22.000000 22.000000 1,-21.000000 23.000000 0,-15.000000 13.000000 1,-6.000000 6.000000 3,-6.000000 7.000000 3,-6.000000 6.000000 2</inkml:trace>
</inkml:ink>
</file>

<file path=ppt/ink/ink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5:53"/>
    </inkml:context>
    <inkml:brush xml:id="br0">
      <inkml:brushProperty name="width" value="0.0184333901852369" units="cm"/>
      <inkml:brushProperty name="height" value="0.0184333901852369" units="cm"/>
      <inkml:brushProperty name="color" value="#000000"/>
      <inkml:brushProperty name="ignorePressure" value="0"/>
    </inkml:brush>
  </inkml:definitions>
  <inkml:trace contextRef="#ctx0" brushRef="#br0">57100.000000 23550.000000 795,'-19.000000'18.000000'3,"13.000000"-11.000000"4 ,12.000000-14.000000 6,13.000000-11.000000 5,12.000000-15.000000 1,13.000000-16.000000-5,12.000000-15.000000-3,13.000000-15.000000-4,7.000000-11.000000-1,4.000000-2.000000-1,3.000000-3.000000-1,3.000000-3.000000 1,-4.000000 1.000000 0,-8.000000 6.000000-1,-10.000000 7.000000 1,-9.000000 6.000000-1,-13.000000 9.000000 0,-16.000000 13.000000-2,-15.000000 12.000000-1,-15.000000 13.000000-1,-20.000000 12.000000-1,-21.000000 13.000000-1,-22.000000 12.000000-2,-22.000000 13.000000-1,-8.000000 13.000000 0,6.000000 17.000000 1,7.000000 15.000000 1,6.000000 16.000000 1,7.000000 10.000000 2,10.000000 7.000000 3,10.000000 6.000000 4,9.000000 7.000000 3,9.000000 2.000000 2,9.000000 1.000000 1,10.000000-1.000000 0,10.000000 1.000000 0,16.000000-7.000000-1,26.000000-12.000000-5,24.000000-13.000000-4,26.000000-12.000000-3,7.000000-12.000000-7,-9.000000-8.000000-5,-10.000000-10.000000-6,-8.000000-9.000000-7,-8.000000-7.000000-6,-2.000000-3.000000-7,-3.000000-3.000000-7,-3.000000-2.000000-8</inkml:trace>
</inkml:ink>
</file>

<file path=ppt/ink/ink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45:5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17650.000000 39950.000000,'1453.000000'13.000000,"1.000000"1.000000,0.000000 0.000000,0.000000 0.000000,-1.000000-1.000000,1.000000 1.000000,0.000000 0.000000,0.000000 0.000000,-1.000000-1.000000,1.000000 1.000000,0.000000 0.000000,0.000000 0.000000,-1.000000-1.000000,1.000000 1.000000,0.000000 0.000000,0.000000 0.000000,-1.000000-1.000000,1.000000 1.000000,0.000000 0.000000,0.000000 0.000000,-1.000000-1.000000,1.000000 1.000000,0.000000 0.000000,0.000000 0.000000,-1.000000-1.000000,1.000000 1.000000,0.000000 0.000000,-1.000000 0.000000,1.000000-1.000000,0.000000 1.000000,0.000000 0.000000,0.000000 0.000000,-1.000000-1.000000,1.000000 1.000000,0.000000 0.000000,0.000000 0.000000,-1.000000-1.000000,1.000000 1.000000,0.000000 0.000000,0.000000 0.000000</inkml:trace>
</inkml:ink>
</file>

<file path=ppt/ink/ink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00"/>
    </inkml:context>
    <inkml:brush xml:id="br0">
      <inkml:brushProperty name="width" value="0.0235074535012245" units="cm"/>
      <inkml:brushProperty name="height" value="0.0235074535012245" units="cm"/>
      <inkml:brushProperty name="color" value="#000000"/>
      <inkml:brushProperty name="ignorePressure" value="0"/>
    </inkml:brush>
  </inkml:definitions>
  <inkml:trace contextRef="#ctx0" brushRef="#br0">38950.000000 39600.000000 623,'-24.000000'-18.000000'89,"4.000000"17.000000"-15 ,3.000000 15.000000-15,3.000000 16.000000-16,3.000000 13.000000-10,3.000000 14.000000-7,3.000000 11.000000-8,4.000000 14.000000-7,1.000000 10.000000-4,0.000000 9.000000-2,0.000000 10.000000 0,0.000000 10.000000 0,0.000000-3.000000-3,0.000000-11.000000-4,0.000000-14.000000-3,0.000000-11.000000-3,1.000000-12.000000-2,4.000000-9.000000-1,3.000000-10.000000 1,3.000000-8.000000-1,4.000000-17.000000 1,7.000000-21.000000 0,6.000000-22.000000 1,7.000000-22.000000 1,4.000000-21.000000 0,3.000000-18.000000-2,3.000000-19.000000-2,4.000000-18.000000-2,2.000000-9.000000 0,4.000000 4.000000 2,3.000000 3.000000 1,3.000000 3.000000 2,-4.000000 9.000000 1,-8.000000 16.000000 2,-10.000000 15.000000 2,-9.000000 17.000000 1,-7.000000 11.000000 2,-3.000000 10.000000 0,-3.000000 10.000000 1,-2.000000 9.000000 1,-3.000000 10.000000-1,1.000000 14.000000 1,-1.000000 11.000000 0,1.000000 14.000000-1,-3.000000 11.000000 2,-2.000000 14.000000 4,-3.000000 11.000000 5,-3.000000 14.000000 3,-1.000000 7.000000 2,4.000000 3.000000-2,3.000000 3.000000 1,3.000000 4.000000-2,3.000000 1.000000 0,3.000000 0.000000-1,3.000000 0.000000 1,4.000000 0.000000-1,2.000000-4.000000 0,4.000000-5.000000-2,3.000000-7.000000-2,3.000000-5.000000-1,-1.000000-12.000000-2,-2.000000-16.000000 0,-3.000000-15.000000-1,-3.000000-15.000000-1,5.000000-20.000000-1,17.000000-21.000000-1,15.000000-22.000000-2,16.000000-22.000000-2,5.000000-18.000000 0,-2.000000-11.000000-1,-3.000000-14.000000 0,-3.000000-11.000000 1,-7.000000-4.000000-1,-9.000000 6.000000 0,-10.000000 7.000000-1,-8.000000 6.000000 0,-11.000000 9.000000-1,-8.000000 13.000000-2,-10.000000 12.000000-1,-9.000000 13.000000-2,-2.000000 9.000000-7,6.000000 6.000000-13,7.000000 7.000000-13,6.000000 6.000000-14</inkml:trace>
</inkml:ink>
</file>

<file path=ppt/ink/ink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01"/>
    </inkml:context>
    <inkml:brush xml:id="br0">
      <inkml:brushProperty name="width" value="0.0228994265198708" units="cm"/>
      <inkml:brushProperty name="height" value="0.0228994265198708" units="cm"/>
      <inkml:brushProperty name="color" value="#000000"/>
      <inkml:brushProperty name="ignorePressure" value="0"/>
    </inkml:brush>
  </inkml:definitions>
  <inkml:trace contextRef="#ctx0" brushRef="#br0">43250.000000 39650.000000 640,'-49.000000'23.000000'6,"4.000000"-3.000000"3 ,3.000000-3.000000 4,3.000000-2.000000 4,3.000000 0.000000 3,3.000000 7.000000 4,3.000000 6.000000 3,4.000000 7.000000 4,1.000000 5.000000 0,0.000000 7.000000-4,0.000000 6.000000-3,0.000000 7.000000-4,1.000000 4.000000-3,4.000000 3.000000-1,3.000000 3.000000-3,3.000000 4.000000-1,4.000000 1.000000-2,7.000000 0.000000 0,6.000000 0.000000-1,7.000000 0.000000-1,7.000000-4.000000-1,9.000000-5.000000-2,10.000000-7.000000-2,10.000000-5.000000-3,4.000000-11.000000 0,0.000000-11.000000-3,0.000000-14.000000-1,0.000000-11.000000-2,1.000000-12.000000 0,4.000000-9.000000 0,3.000000-10.000000 1,3.000000-8.000000 0,-1.000000-11.000000 0,-2.000000-8.000000 1,-3.000000-10.000000-1,-3.000000-9.000000 1,-7.000000-5.000000 0,-9.000000 0.000000 2,-10.000000 0.000000 1,-8.000000 0.000000 3,-6.000000 1.000000-1,1.000000 4.000000 0,-1.000000 3.000000-1,1.000000 3.000000-1,-6.000000 4.000000-3,-8.000000 7.000000-3,-10.000000 6.000000-3,-9.000000 7.000000-4,-7.000000 4.000000-3,-3.000000 3.000000-1,-3.000000 3.000000-3,-2.000000 4.000000-2,-1.000000 4.000000 0,3.000000 6.000000 0,3.000000 7.000000 2,4.000000 6.000000 1</inkml:trace>
</inkml:ink>
</file>

<file path=ppt/ink/ink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01"/>
    </inkml:context>
    <inkml:brush xml:id="br0">
      <inkml:brushProperty name="width" value="0.0216388236731291" units="cm"/>
      <inkml:brushProperty name="height" value="0.0216388236731291" units="cm"/>
      <inkml:brushProperty name="color" value="#000000"/>
      <inkml:brushProperty name="ignorePressure" value="0"/>
    </inkml:brush>
  </inkml:definitions>
  <inkml:trace contextRef="#ctx0" brushRef="#br0">43950.000000 39800.000000 677,'92.000000'0.000000'11,"-16.000000"0.000000"1 ,-15.000000 0.000000 3,-15.000000 0.000000 2,-7.000000 0.000000 2,3.000000 0.000000 2,3.000000 0.000000 2,4.000000 0.000000 2,-1.000000 0.000000-1,-3.000000 0.000000-1,-3.000000 0.000000-4,-2.000000 0.000000-1,-1.000000 1.000000-3,3.000000 4.000000 0,3.000000 3.000000-1,4.000000 3.000000-1,-3.000000 6.000000-2,-5.000000 9.000000-2,-7.000000 10.000000-1,-5.000000 10.000000-2,-8.000000 5.000000-3,-5.000000 4.000000-2,-7.000000 3.000000-2,-5.000000 3.000000-2,-6.000000 3.000000-2,-3.000000 3.000000 0,-3.000000 3.000000 0,-2.000000 4.000000 0,-5.000000-4.000000 0,-2.000000-9.000000 0,-3.000000-10.000000 0,-3.000000-8.000000 1,5.000000-20.000000 1,17.000000-28.000000 1,15.000000-28.000000 2,16.000000-27.000000 1,18.000000-20.000000-4,22.000000-9.000000-9,22.000000-10.000000-11,23.000000-8.000000-9,0.000000 3.000000-2,-18.000000 20.000000 5,-19.000000 18.000000 4,-18.000000 20.000000 6,-12.000000 10.000000-1,-3.000000 3.000000-8,-3.000000 3.000000-6,-2.000000 4.000000-9</inkml:trace>
</inkml:ink>
</file>

<file path=ppt/ink/ink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01"/>
    </inkml:context>
    <inkml:brush xml:id="br0">
      <inkml:brushProperty name="width" value="0.0256578158587217" units="cm"/>
      <inkml:brushProperty name="height" value="0.0256578158587217" units="cm"/>
      <inkml:brushProperty name="color" value="#000000"/>
      <inkml:brushProperty name="ignorePressure" value="0"/>
    </inkml:brush>
  </inkml:definitions>
  <inkml:trace contextRef="#ctx0" brushRef="#br0">47800.000000 39800.000000 571,'46.000000'23.000000'2,"-5.000000"-3.000000"1 ,-7.000000-3.000000 1,-5.000000-2.000000-1,-6.000000-6.000000 5,-3.000000-6.000000 7,-3.000000-6.000000 7,-2.000000-6.000000 7,-8.000000-7.000000 2,-8.000000-6.000000-5,-10.000000-6.000000-4,-9.000000-6.000000-5,-7.000000-4.000000-4,-3.000000 1.000000-3,-3.000000-1.000000-3,-2.000000 1.000000-4,-5.000000 2.000000-2,-2.000000 7.000000-2,-3.000000 6.000000-1,-3.000000 7.000000-3,-2.000000 7.000000-1,0.000000 9.000000 0,0.000000 10.000000-1,0.000000 10.000000-2,0.000000 11.000000 2,0.000000 17.000000 2,0.000000 15.000000 2,0.000000 16.000000 1,6.000000 9.000000 3,13.000000 3.000000 1,12.000000 3.000000 1,13.000000 4.000000 1,9.000000-1.000000 1,6.000000-3.000000 0,7.000000-3.000000-1,6.000000-2.000000 0,7.000000-12.000000-1,10.000000-19.000000 0,10.000000-18.000000-2,9.000000-19.000000-1,6.000000-15.000000 0,3.000000-8.000000-1,3.000000-10.000000 0,4.000000-9.000000 1,-1.000000-13.000000-2,-3.000000-16.000000-1,-3.000000-15.000000-2,-2.000000-15.000000-1,-1.000000-15.000000-2,3.000000-12.000000 0,3.000000-13.000000-2,4.000000-12.000000 0,4.000000-13.000000-2,6.000000-12.000000-1,7.000000-13.000000-2,6.000000-12.000000-2,-1.000000-5.000000 1,-5.000000 3.000000 2,-7.000000 3.000000 3,-5.000000 4.000000 2,-11.000000 15.000000 1,-11.000000 28.000000 2,-14.000000 28.000000 2,-11.000000 29.000000 1,-12.000000 22.000000 2,-9.000000 20.000000 3,-10.000000 18.000000 3,-8.000000 20.000000 4,-11.000000 17.000000 1,-8.000000 20.000000 0,-10.000000 18.000000 1,-9.000000 20.000000 0,-7.000000 16.000000 1,-3.000000 16.000000 3,-3.000000 15.000000 1,-2.000000 17.000000 2,-3.000000 8.000000 2,1.000000 4.000000 3,-1.000000 3.000000 4,1.000000 3.000000 3,2.000000-1.000000 0,7.000000-2.000000-2,6.000000-3.000000-2,7.000000-3.000000-2,5.000000-6.000000-3,7.000000-5.000000-5,6.000000-7.000000-3,7.000000-5.000000-5,4.000000-9.000000-2,3.000000-9.000000 1,3.000000-10.000000-1,4.000000-8.000000 1,4.000000-14.000000-4,6.000000-15.000000-9,7.000000-15.000000-6,6.000000-16.000000-9,3.000000-12.000000-8,0.000000-5.000000-8,0.000000-7.000000-8,0.000000-5.000000-8,0.000000-8.000000-4,0.000000-5.000000 2,0.000000-7.000000 3,0.000000-5.000000 1</inkml:trace>
</inkml:ink>
</file>

<file path=ppt/ink/ink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02"/>
    </inkml:context>
    <inkml:brush xml:id="br0">
      <inkml:brushProperty name="width" value="0.0216777883470058" units="cm"/>
      <inkml:brushProperty name="height" value="0.0216777883470058" units="cm"/>
      <inkml:brushProperty name="color" value="#000000"/>
      <inkml:brushProperty name="ignorePressure" value="0"/>
    </inkml:brush>
  </inkml:definitions>
  <inkml:trace contextRef="#ctx0" brushRef="#br0">50250.000000 39600.000000 676,'-94.000000'6.000000'131,"13.000000"13.000000"-35 ,12.000000 12.000000-35,13.000000 13.000000-36,9.000000 4.000000-19,6.000000-3.000000-2,7.000000-3.000000-4,6.000000-2.000000-2,7.000000-1.000000-2,10.000000 3.000000-1,10.000000 3.000000-2,9.000000 4.000000-1,9.000000-3.000000-1,9.000000-5.000000 1,10.000000-7.000000 1,10.000000-5.000000 0,7.000000-4.000000 1,6.000000 0.000000 0,7.000000 0.000000 1,6.000000 0.000000 0,-2.000000 1.000000 2,-9.000000 4.000000 3,-10.000000 3.000000 4,-8.000000 3.000000 3,-11.000000 4.000000 1,-8.000000 7.000000-2,-10.000000 6.000000-2,-9.000000 7.000000-1,-15.000000 5.000000-1,-18.000000 7.000000 1,-19.000000 6.000000 1,-18.000000 7.000000 1,-12.000000-1.000000-3,-3.000000-6.000000-3,-3.000000-6.000000-6,-2.000000-6.000000-3,5.000000-10.000000-12,16.000000-12.000000-17,15.000000-13.000000-17,17.000000-12.000000-17</inkml:trace>
</inkml:ink>
</file>

<file path=ppt/ink/ink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46:05"/>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37500.000000 44200.000000,'1290.000000'18.000000,"0.000000"1.000000,0.000000 0.000000,0.000000 0.000000,0.000000-1.000000,0.000000 1.000000,0.000000 0.000000,0.000000 0.000000,0.000000-1.000000,0.000000 1.000000,0.000000 0.000000,-1.000000 0.000000,2.000000-1.000000,-1.000000 1.000000,0.000000 0.000000,0.000000 0.000000,-1.000000-1.000000,2.000000 1.000000,-1.000000 0.000000,0.000000 0.000000,0.000000-1.000000,0.000000 1.000000,0.000000 0.000000,0.000000 0.000000,0.000000-1.000000,0.000000 1.000000,0.000000 0.000000,0.000000 0.000000,0.000000-1.000000,0.000000 1.000000,0.000000 0.000000,0.000000 0.000000,0.000000-1.000000,0.000000 1.000000,0.000000 0.000000,0.000000 0.000000,0.000000-1.000000,0.000000 1.000000,0.000000 0.000000,0.000000 0.000000</inkml:trace>
</inkml:ink>
</file>

<file path=ppt/ink/ink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0"/>
    </inkml:context>
    <inkml:brush xml:id="br0">
      <inkml:brushProperty name="width" value="0.032179843634367" units="cm"/>
      <inkml:brushProperty name="height" value="0.032179843634367" units="cm"/>
      <inkml:brushProperty name="color" value="#000000"/>
      <inkml:brushProperty name="ignorePressure" value="0"/>
    </inkml:brush>
  </inkml:definitions>
  <inkml:trace contextRef="#ctx0" brushRef="#br0">89350.000000 56300.000000 455,'-22.000000'-25.000000'8,"6.000000"0.000000"15 ,7.000000 0.000000 16,6.000000 0.000000 16,1.000000 7.000000 5,-3.000000 17.000000-5,-3.000000 15.000000-6,-2.000000 16.000000-5,-5.000000 15.000000-5,-2.000000 16.000000-5,-3.000000 15.000000-6,-3.000000 17.000000-5,-10.000000 25.000000-3,-16.000000 39.000000-2,-15.000000 36.000000-2,-15.000000 39.000000 0,-7.000000 10.000000-4,3.000000-16.000000-7,3.000000-15.000000-5,4.000000-15.000000-6,10.000000-25.000000-5,19.000000-30.000000-6,19.000000-32.000000-4,19.000000-30.000000-6,13.000000-39.000000-8,10.000000-43.000000-12,10.000000-44.000000-13,9.000000-43.000000-12,1.000000-14.000000-1,-6.000000 20.000000 10,-6.000000 18.000000 8,-6.000000 20.000000 10</inkml:trace>
</inkml:ink>
</file>

<file path=ppt/ink/ink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1"/>
    </inkml:context>
    <inkml:brush xml:id="br0">
      <inkml:brushProperty name="width" value="0.0307504758238792" units="cm"/>
      <inkml:brushProperty name="height" value="0.0307504758238792" units="cm"/>
      <inkml:brushProperty name="color" value="#000000"/>
      <inkml:brushProperty name="ignorePressure" value="0"/>
    </inkml:brush>
  </inkml:definitions>
  <inkml:trace contextRef="#ctx0" brushRef="#br0">89300.000000 56600.000000 476,'26.000000'-18.000000'7,"4.000000"17.000000"14 ,3.000000 15.000000 13,3.000000 16.000000 13,-2.000000 16.000000 5,-6.000000 20.000000-5,-6.000000 18.000000-5,-6.000000 20.000000-4,-4.000000 14.000000-5,1.000000 14.000000-2,-1.000000 11.000000-4,1.000000 14.000000-3,-1.000000 7.000000-2,1.000000 3.000000-1,-1.000000 3.000000-3,1.000000 4.000000-1,-3.000000-12.000000-2,-2.000000-24.000000-3,-3.000000-26.000000-3,-3.000000-24.000000-3,-4.000000-29.000000-7,-3.000000-31.000000-16,-3.000000-31.000000-14,-2.000000-31.000000-14,-9.000000-26.000000-6,-12.000000-18.000000 7,-13.000000-19.000000 4,-12.000000-18.000000 6,-10.000000-7.000000 3,-6.000000 6.000000-1,-6.000000 7.000000-1,-6.000000 6.000000 0,1.000000 7.000000 3,9.000000 10.000000 9,10.000000 10.000000 7,10.000000 9.000000 8,14.000000 13.000000 10,23.000000 20.000000 9,22.000000 18.000000 12,22.000000 20.000000 9,18.000000 8.000000-1,16.000000 1.000000-15,15.000000-1.000000-14,17.000000 1.000000-14,-1.000000-4.000000-12,-16.000000-6.000000-8,-15.000000-6.000000-9,-15.000000-6.000000-9</inkml:trace>
</inkml:ink>
</file>

<file path=ppt/ink/ink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1"/>
    </inkml:context>
    <inkml:brush xml:id="br0">
      <inkml:brushProperty name="width" value="0.0305843874812126" units="cm"/>
      <inkml:brushProperty name="height" value="0.0305843874812126" units="cm"/>
      <inkml:brushProperty name="color" value="#000000"/>
      <inkml:brushProperty name="ignorePressure" value="0"/>
    </inkml:brush>
  </inkml:definitions>
  <inkml:trace contextRef="#ctx0" brushRef="#br0">90700.000000 56400.000000 479,'-44.000000'10.000000'56,"13.000000"23.000000"0 ,12.000000 22.000000-3,13.000000 22.000000 0,7.000000 16.000000-4,4.000000 14.000000-6,3.000000 11.000000-6,3.000000 14.000000-6,-1.000000 8.000000-5,-2.000000 7.000000-3,-3.000000 6.000000-3,-3.000000 7.000000-3,-6.000000-3.000000-3,-5.000000-8.000000-2,-7.000000-10.000000-1,-5.000000-9.000000-2,-3.000000-15.000000-3,4.000000-18.000000-2,3.000000-19.000000-4,3.000000-18.000000-2,3.000000-25.000000-7,3.000000-27.000000-9,3.000000-28.000000-11,4.000000-28.000000-10,5.000000-24.000000-4,10.000000-19.000000 1,10.000000-18.000000 0,9.000000-19.000000 1,7.000000-7.000000 2,7.000000 7.000000 4,6.000000 6.000000 5,7.000000 7.000000 4,2.000000 13.000000 3,1.000000 22.000000 2,-1.000000 22.000000 3,1.000000 23.000000 3,-3.000000 11.000000 3,-2.000000 4.000000 5,-3.000000 3.000000 5,-3.000000 3.000000 4,-2.000000 12.000000 6,0.000000 22.000000 7,0.000000 22.000000 5,0.000000 23.000000 8,-7.000000 11.000000 2,-11.000000 4.000000 0,-14.000000 3.000000 0,-11.000000 3.000000 0,-14.000000 4.000000-2,-11.000000 7.000000-1,-14.000000 6.000000-2,-11.000000 7.000000-1,-11.000000-1.000000-4,-5.000000-6.000000-2,-7.000000-6.000000-3,-5.000000-6.000000-4,-1.000000-15.000000-10,6.000000-21.000000-18,7.000000-22.000000-18,6.000000-22.000000-18,6.000000-13.000000-8,6.000000-3.000000 1,7.000000-3.000000 2,6.000000-2.000000 2</inkml:trace>
</inkml:ink>
</file>

<file path=ppt/ink/ink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1"/>
    </inkml:context>
    <inkml:brush xml:id="br0">
      <inkml:brushProperty name="width" value="0.027567544952035" units="cm"/>
      <inkml:brushProperty name="height" value="0.027567544952035" units="cm"/>
      <inkml:brushProperty name="color" value="#000000"/>
      <inkml:brushProperty name="ignorePressure" value="0"/>
    </inkml:brush>
  </inkml:definitions>
  <inkml:trace contextRef="#ctx0" brushRef="#br0">91750.000000 57650.000000 532,'0.000000'187.000000'173,"0.000000"-24.000000"-43 ,0.000000-26.000000-43,0.000000-24.000000-44,6.000000-21.000000-25,13.000000-16.000000-6,12.000000-15.000000-7,13.000000-15.000000-7,7.000000-20.000000-5,4.000000-21.000000-4,3.000000-22.000000-3,3.000000-22.000000-3,-1.000000-19.000000-2,-2.000000-16.000000-2,-3.000000-15.000000-2,-3.000000-15.000000-1,-9.000000-3.000000-1,-11.000000 14.000000 2,-14.000000 11.000000 1,-11.000000 14.000000 0,-11.000000 8.000000 3,-5.000000 7.000000 2,-7.000000 6.000000 4,-5.000000 7.000000 2,-9.000000 7.000000-1,-9.000000 9.000000-4,-10.000000 10.000000-4,-8.000000 10.000000-5,-1.000000 4.000000-2,9.000000 0.000000 0,10.000000 0.000000-2,10.000000 0.000000 0,5.000000 1.000000 2,4.000000 4.000000 4,3.000000 3.000000 4,3.000000 3.000000 4</inkml:trace>
</inkml:ink>
</file>

<file path=ppt/ink/ink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2"/>
    </inkml:context>
    <inkml:brush xml:id="br0">
      <inkml:brushProperty name="width" value="0.0298430044203997" units="cm"/>
      <inkml:brushProperty name="height" value="0.0298430044203997" units="cm"/>
      <inkml:brushProperty name="color" value="#000000"/>
      <inkml:brushProperty name="ignorePressure" value="0"/>
    </inkml:brush>
  </inkml:definitions>
  <inkml:trace contextRef="#ctx0" brushRef="#br0">92700.000000 57450.000000 491,'178.000000'-21.000000'-6,"-44.000000"10.000000"9 ,-43.000000 10.000000 10,-44.000000 9.000000 9,-27.000000 10.000000 6,-9.000000 14.000000 3,-10.000000 11.000000 3,-8.000000 14.000000 3,-11.000000 10.000000 0,-8.000000 9.000000-2,-10.000000 10.000000-1,-9.000000 10.000000-2,-2.000000 4.000000-1,6.000000 0.000000-1,7.000000 0.000000-1,6.000000 0.000000-1,6.000000-7.000000-2,6.000000-11.000000-4,7.000000-14.000000-4,6.000000-11.000000-3,9.000000-15.000000-7,13.000000-16.000000-7,12.000000-15.000000-7,13.000000-15.000000-8,7.000000-21.000000-8,4.000000-25.000000-10,3.000000-25.000000-10,3.000000-25.000000-9,-2.000000-11.000000-2,-6.000000 3.000000 7,-6.000000 3.000000 6,-6.000000 4.000000 6,-6.000000 7.000000 6,-2.000000 13.000000 5,-3.000000 12.000000 7,-3.000000 13.000000 4,-6.000000 20.000000 11,-5.000000 28.000000 13,-7.000000 28.000000 14,-5.000000 29.000000 13,-4.000000 16.000000 5,0.000000 7.000000-3,0.000000 6.000000-5,0.000000 7.000000-2,0.000000-3.000000-8,0.000000-8.000000-11,0.000000-10.000000-11,0.000000-9.000000-10,4.000000-12.000000-16,10.000000-11.000000-19,10.000000-14.000000-20,9.000000-11.000000-20</inkml:trace>
</inkml:ink>
</file>

<file path=ppt/ink/ink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2"/>
    </inkml:context>
    <inkml:brush xml:id="br0">
      <inkml:brushProperty name="width" value="0.0282245464622974" units="cm"/>
      <inkml:brushProperty name="height" value="0.0282245464622974" units="cm"/>
      <inkml:brushProperty name="color" value="#000000"/>
      <inkml:brushProperty name="ignorePressure" value="0"/>
    </inkml:brush>
  </inkml:definitions>
  <inkml:trace contextRef="#ctx0" brushRef="#br0">94100.000000 57300.000000 519,'-40.000000'21.000000'114,"23.000000"-5.000000"-19 ,22.000000-7.000000-20,22.000000-5.000000-20,19.000000-4.000000-13,20.000000 0.000000-6,18.000000 0.000000-8,20.000000 0.000000-6,5.000000-4.000000-10,-6.000000-5.000000-11,-6.000000-7.000000-11,-6.000000-5.000000-11,-7.000000-3.000000-8,-6.000000 4.000000-3,-6.000000 3.000000-3,-6.000000 3.000000-3,-12.000000-1.000000-5,-15.000000-2.000000-9,-15.000000-3.000000-8,-16.000000-3.000000-9</inkml:trace>
</inkml:ink>
</file>

<file path=ppt/ink/ink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2"/>
    </inkml:context>
    <inkml:brush xml:id="br0">
      <inkml:brushProperty name="width" value="0.0357612259685993" units="cm"/>
      <inkml:brushProperty name="height" value="0.0357612259685993" units="cm"/>
      <inkml:brushProperty name="color" value="#000000"/>
      <inkml:brushProperty name="ignorePressure" value="0"/>
    </inkml:brush>
  </inkml:definitions>
  <inkml:trace contextRef="#ctx0" brushRef="#br0">94650.000000 56850.000000 410,'-24.000000'26.000000'38,"4.000000"4.000000"1 ,3.000000 3.000000 1,3.000000 3.000000 0,-1.000000 7.000000 1,-2.000000 14.000000-1,-3.000000 11.000000 1,-3.000000 14.000000 1,-4.000000 10.000000-3,-3.000000 9.000000-2,-3.000000 10.000000-2,-2.000000 10.000000-4,0.000000 5.000000-3,7.000000 4.000000-5,6.000000 3.000000-3,7.000000 3.000000-5,5.000000-8.000000-2,7.000000-19.000000-2,6.000000-18.000000-3,7.000000-19.000000-1,16.000000-24.000000-5,29.000000-28.000000-11,28.000000-28.000000-8,28.000000-27.000000-11,3.000000-12.000000-1,-22.000000 6.000000 4,-22.000000 7.000000 4,-21.000000 6.000000 6,-10.000000-1.000000-10,3.000000-5.000000-22,3.000000-7.000000-23,4.000000-5.000000-23</inkml:trace>
</inkml:ink>
</file>

<file path=ppt/ink/ink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3"/>
    </inkml:context>
    <inkml:brush xml:id="br0">
      <inkml:brushProperty name="width" value="0.030372615903616" units="cm"/>
      <inkml:brushProperty name="height" value="0.030372615903616" units="cm"/>
      <inkml:brushProperty name="color" value="#000000"/>
      <inkml:brushProperty name="ignorePressure" value="0"/>
    </inkml:brush>
  </inkml:definitions>
  <inkml:trace contextRef="#ctx0" brushRef="#br0">96400.000000 57350.000000 482,'0.000000'53.000000'126,"0.000000"6.000000"-26 ,0.000000 7.000000-27,0.000000 6.000000-26,-2.000000 6.000000-15,-3.000000 6.000000-3,-3.000000 7.000000-2,-2.000000 6.000000-3,-1.000000-1.000000-3,3.000000-5.000000-5,3.000000-7.000000-4,4.000000-5.000000-4,8.000000-15.000000-5,17.000000-22.000000-8,15.000000-22.000000-5,16.000000-21.000000-7,10.000000-24.000000-7,7.000000-25.000000-7,6.000000-25.000000-7,7.000000-25.000000-7,0.000000-11.000000-2,-2.000000 3.000000 5,-3.000000 3.000000 4,-3.000000 4.000000 5,-9.000000 7.000000 5,-11.000000 13.000000 6,-14.000000 12.000000 7,-11.000000 13.000000 7,-15.000000 21.000000 11,-16.000000 32.000000 18,-15.000000 31.000000 18,-15.000000 32.000000 17,-6.000000 18.000000 5,7.000000 6.000000-10,6.000000 7.000000-9,7.000000 6.000000-9,4.000000-1.000000-10,3.000000-5.000000-7,3.000000-7.000000-9,4.000000-5.000000-9,5.000000-11.000000-9,10.000000-11.000000-12,10.000000-14.000000-11,9.000000-11.000000-11,2.000000-11.000000-9,-2.000000-5.000000-5,-3.000000-7.000000-6,-3.000000-5.000000-5</inkml:trace>
</inkml:ink>
</file>

<file path=ppt/ink/ink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3"/>
    </inkml:context>
    <inkml:brush xml:id="br0">
      <inkml:brushProperty name="width" value="0.0264406520873308" units="cm"/>
      <inkml:brushProperty name="height" value="0.0264406520873308" units="cm"/>
      <inkml:brushProperty name="color" value="#000000"/>
      <inkml:brushProperty name="ignorePressure" value="0"/>
    </inkml:brush>
  </inkml:definitions>
  <inkml:trace contextRef="#ctx0" brushRef="#br0">98200.000000 57200.000000 554,'-27.000000'-18.000000'107,"-3.000000"17.000000"-18 ,-3.000000 15.000000-19,-2.000000 16.000000-17,0.000000 10.000000-14,7.000000 7.000000-7,6.000000 6.000000-8,7.000000 7.000000-7,4.000000 2.000000-7,3.000000 1.000000-5,3.000000-1.000000-6,4.000000 1.000000-6,7.000000-1.000000-4,13.000000 1.000000-3,12.000000-1.000000-4,13.000000 1.000000-4,6.000000-4.000000-1,0.000000-6.000000 1,0.000000-6.000000 2,0.000000-6.000000 1,-4.000000-4.000000 3,-5.000000 1.000000 5,-7.000000-1.000000 7,-5.000000 1.000000 5,-8.000000 1.000000 6,-5.000000 3.000000 9,-7.000000 3.000000 8,-5.000000 4.000000 8,-9.000000 2.000000 0,-9.000000 4.000000-11,-10.000000 3.000000-11,-8.000000 3.000000-10</inkml:trace>
</inkml:ink>
</file>

<file path=ppt/ink/ink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5"/>
    </inkml:context>
    <inkml:brush xml:id="br0">
      <inkml:brushProperty name="width" value="0.0277406107634306" units="cm"/>
      <inkml:brushProperty name="height" value="0.0277406107634306" units="cm"/>
      <inkml:brushProperty name="color" value="#000000"/>
      <inkml:brushProperty name="ignorePressure" value="0"/>
    </inkml:brush>
  </inkml:definitions>
  <inkml:trace contextRef="#ctx0" brushRef="#br0">66500.000000 56800.000000 528,'-46.000000'-97.000000'56,"10.000000"6.000000"-10 ,10.000000 7.000000-10,9.000000 6.000000-9,4.000000 3.000000-5,1.000000 0.000000 0,-1.000000 0.000000-1,1.000000 0.000000 0,-6.000000 6.000000 0,-8.000000 13.000000-1,-10.000000 12.000000-1,-9.000000 13.000000-1,-16.000000 21.000000-1,-22.000000 32.000000-4,-22.000000 31.000000-2,-21.000000 32.000000-4,-15.000000 32.000000-1,-6.000000 34.000000 1,-6.000000 35.000000 1,-6.000000 35.000000 0,5.000000 19.000000 2,20.000000 7.000000-1,18.000000 6.000000 1,20.000000 7.000000 1,22.000000-7.000000-1,29.000000-19.000000-3,28.000000-18.000000-2,28.000000-19.000000-2,28.000000-29.000000-3,28.000000-36.000000-2,28.000000-39.000000-3,29.000000-36.000000-2,13.000000-26.000000-3,1.000000-12.000000-2,-1.000000-13.000000-2,1.000000-12.000000-2,-3.000000-15.000000-2,-2.000000-15.000000-2,-3.000000-15.000000-2,-3.000000-16.000000-1,-4.000000-12.000000-1,-3.000000-5.000000 1,-3.000000-7.000000 2,-2.000000-5.000000 0,-11.000000 0.000000 3,-15.000000 10.000000 3,-15.000000 10.000000 3,-16.000000 9.000000 2,-13.000000 9.000000 4,-9.000000 9.000000 1,-10.000000 10.000000 3,-8.000000 10.000000 3,-11.000000 10.000000 1,-8.000000 13.000000 3,-10.000000 12.000000 1,-9.000000 13.000000 2,-7.000000 13.000000 2,-3.000000 17.000000 2,-3.000000 15.000000 1,-2.000000 16.000000 2,2.000000 9.000000 0,9.000000 3.000000 0,10.000000 3.000000-1,10.000000 4.000000 0,10.000000-7.000000-1,13.000000-16.000000-1,12.000000-15.000000-1,13.000000-15.000000-2,6.000000-14.000000-1,0.000000-8.000000-2,0.000000-10.000000-1,0.000000-9.000000-3,4.000000-18.000000-2,10.000000-24.000000-2,10.000000-26.000000-3,9.000000-24.000000-3,-4.000000-13.000000 0,-15.000000 0.000000-2,-15.000000 0.000000 0,-16.000000 0.000000-1,-12.000000 3.000000 1,-5.000000 6.000000 1,-7.000000 7.000000 2,-5.000000 6.000000 2,-12.000000 7.000000-2,-16.000000 10.000000-1,-15.000000 10.000000-3,-15.000000 9.000000-3,-7.000000 9.000000-1,3.000000 9.000000-3,3.000000 10.000000 0,4.000000 10.000000-3,5.000000 7.000000 0,10.000000 6.000000 2,10.000000 7.000000 1,9.000000 6.000000 1</inkml:trace>
</inkml:ink>
</file>

<file path=ppt/ink/ink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5"/>
    </inkml:context>
    <inkml:brush xml:id="br0">
      <inkml:brushProperty name="width" value="0.0250895228236914" units="cm"/>
      <inkml:brushProperty name="height" value="0.0250895228236914" units="cm"/>
      <inkml:brushProperty name="color" value="#000000"/>
      <inkml:brushProperty name="ignorePressure" value="0"/>
    </inkml:brush>
  </inkml:definitions>
  <inkml:trace contextRef="#ctx0" brushRef="#br0">68000.000000 57850.000000 584,'-2.000000'56.000000'119,"-3.000000"13.000000"-28 ,-3.000000 12.000000-25,-2.000000 13.000000-28,-5.000000 6.000000-15,-2.000000 0.000000-2,-3.000000 0.000000-5,-3.000000 0.000000-2,-1.000000-5.000000-4,4.000000-9.000000-2,3.000000-10.000000-2,3.000000-8.000000-2,7.000000-23.000000-8,14.000000-34.000000-12,11.000000-35.000000-12,14.000000-33.000000-12,7.000000-20.000000-3,3.000000-3.000000 6,3.000000-3.000000 6,4.000000-2.000000 6,1.000000 0.000000 5,0.000000 7.000000 5,0.000000 6.000000 5,0.000000 7.000000 5,-2.000000 8.000000 2,-3.000000 14.000000 3,-3.000000 11.000000 1,-2.000000 14.000000 2,-6.000000 11.000000 4,-6.000000 14.000000 5,-6.000000 11.000000 5,-6.000000 14.000000 6,-6.000000 11.000000 1,-2.000000 14.000000-3,-3.000000 11.000000-4,-3.000000 14.000000-4,5.000000-3.000000-6,17.000000-15.000000-10,15.000000-15.000000-10,16.000000-16.000000-10,4.000000-12.000000-4,-6.000000-5.000000 3,-6.000000-7.000000 1,-6.000000-5.000000 3,-2.000000-6.000000-3,3.000000-3.000000-8,3.000000-3.000000-8,4.000000-2.000000-8</inkml:trace>
</inkml:ink>
</file>

<file path=ppt/ink/ink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5"/>
    </inkml:context>
    <inkml:brush xml:id="br0">
      <inkml:brushProperty name="width" value="0.0240581370890141" units="cm"/>
      <inkml:brushProperty name="height" value="0.0240581370890141" units="cm"/>
      <inkml:brushProperty name="color" value="#000000"/>
      <inkml:brushProperty name="ignorePressure" value="0"/>
    </inkml:brush>
  </inkml:definitions>
  <inkml:trace contextRef="#ctx0" brushRef="#br0">69050.000000 57600.000000 609,'-54.000000'1.000000'25,"45.000000"4.000000"14 ,43.000000 3.000000 14,45.000000 3.000000 15,19.000000-1.000000-1,-3.000000-2.000000-13,-3.000000-3.000000-16,-2.000000-3.000000-13,-6.000000-2.000000-12,-6.000000 0.000000-5,-6.000000 0.000000-7,-6.000000 0.000000-7,-7.000000-2.000000-8,-6.000000-3.000000-7,-6.000000-3.000000-10,-6.000000-2.000000-8,-7.000000-3.000000-6,-6.000000 1.000000-4,-6.000000-1.000000-2,-6.000000 1.000000-4,-6.000000-1.000000 3,-2.000000 1.000000 8,-3.000000-1.000000 8,-3.000000 1.000000 9</inkml:trace>
</inkml:ink>
</file>

<file path=ppt/ink/ink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6"/>
    </inkml:context>
    <inkml:brush xml:id="br0">
      <inkml:brushProperty name="width" value="0.0263964962214231" units="cm"/>
      <inkml:brushProperty name="height" value="0.0263964962214231" units="cm"/>
      <inkml:brushProperty name="color" value="#000000"/>
      <inkml:brushProperty name="ignorePressure" value="0"/>
    </inkml:brush>
  </inkml:definitions>
  <inkml:trace contextRef="#ctx0" brushRef="#br0">69750.000000 57300.000000 555,'-47.000000'53.000000'49,"6.000000"6.000000"-4 ,7.000000 7.000000-3,6.000000 6.000000-3,3.000000 7.000000-2,0.000000 10.000000-1,0.000000 10.000000 0,0.000000 9.000000-1,3.000000 2.000000-3,6.000000-2.000000-6,7.000000-3.000000-6,6.000000-3.000000-5,7.000000-9.000000-4,10.000000-11.000000-2,10.000000-14.000000-3,9.000000-11.000000-1,7.000000-14.000000-4,7.000000-11.000000-1,6.000000-14.000000-4,7.000000-11.000000-3,2.000000-14.000000-3,1.000000-11.000000-3,-1.000000-14.000000-3,1.000000-11.000000-4,4.000000-14.000000-1,9.000000-11.000000-1,10.000000-14.000000 0,10.000000-11.000000 0,4.000000-7.000000 1,0.000000 0.000000 3,0.000000 0.000000 2,0.000000 0.000000 3,-10.000000 6.000000 2,-18.000000 13.000000 2,-19.000000 12.000000 2,-18.000000 13.000000 2,-17.000000 9.000000 1,-11.000000 6.000000 2,-14.000000 7.000000 0,-11.000000 6.000000 1,-15.000000 7.000000 3,-16.000000 10.000000 2,-15.000000 10.000000 4,-15.000000 9.000000 2,-7.000000 12.000000 4,3.000000 16.000000 1,3.000000 15.000000 3,4.000000 17.000000 2,4.000000 10.000000 1,6.000000 6.000000 0,7.000000 7.000000 0,6.000000 6.000000-1,7.000000 3.000000-1,10.000000 0.000000-2,10.000000 0.000000-2,9.000000 0.000000-2,12.000000-5.000000-7,16.000000-9.000000-9,15.000000-10.000000-11,17.000000-8.000000-9,13.000000-14.000000-4,13.000000-15.000000 4,12.000000-15.000000 2,13.000000-16.000000 4,-2.000000-8.000000-7,-16.000000 0.000000-16,-15.000000 0.000000-15,-15.000000 0.000000-17</inkml:trace>
</inkml:ink>
</file>

<file path=ppt/ink/ink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6"/>
    </inkml:context>
    <inkml:brush xml:id="br0">
      <inkml:brushProperty name="width" value="0.0271649640053511" units="cm"/>
      <inkml:brushProperty name="height" value="0.0271649640053511" units="cm"/>
      <inkml:brushProperty name="color" value="#000000"/>
      <inkml:brushProperty name="ignorePressure" value="0"/>
    </inkml:brush>
  </inkml:definitions>
  <inkml:trace contextRef="#ctx0" brushRef="#br0">71650.000000 57700.000000 539,'-69.000000'-2.000000'42,"13.000000"-3.000000"-1 ,12.000000-3.000000-2,13.000000-2.000000-2,12.000000 5.000000-2,13.000000 16.000000-2,12.000000 15.000000-3,13.000000 17.000000-2,2.000000 10.000000-3,-5.000000 6.000000-4,-7.000000 7.000000-4,-5.000000 6.000000-3,-4.000000 4.000000-3,0.000000 4.000000-1,0.000000 3.000000-1,0.000000 3.000000-2,-4.000000-2.000000 0,-5.000000-6.000000-1,-7.000000-6.000000 0,-5.000000-6.000000 0,2.000000-18.000000-7,13.000000-28.000000-10,12.000000-28.000000-12,13.000000-27.000000-10,10.000000-23.000000-5,10.000000-16.000000 2,10.000000-15.000000 3,9.000000-15.000000 2,1.000000-4.000000 3,-6.000000 9.000000 5,-6.000000 10.000000 4,-6.000000 10.000000 5,-2.000000 7.000000 3,3.000000 6.000000 1,3.000000 7.000000 0,4.000000 6.000000 0,-6.000000 21.000000 10,-11.000000 39.000000 19,-14.000000 36.000000 17,-11.000000 39.000000 19,-11.000000 19.000000 6,-5.000000 4.000000-8,-7.000000 3.000000-6,-5.000000 3.000000-8,-1.000000-4.000000-9,6.000000-8.000000-11,7.000000-10.000000-11,6.000000-9.000000-10,9.000000-12.000000-15,13.000000-11.000000-19,12.000000-14.000000-19,13.000000-11.000000-19,2.000000-14.000000-6,-5.000000-11.000000 10,-7.000000-14.000000 9,-5.000000-11.000000 9</inkml:trace>
</inkml:ink>
</file>

<file path=ppt/ink/ink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6"/>
    </inkml:context>
    <inkml:brush xml:id="br0">
      <inkml:brushProperty name="width" value="0.0217071138322353" units="cm"/>
      <inkml:brushProperty name="height" value="0.0217071138322353" units="cm"/>
      <inkml:brushProperty name="color" value="#000000"/>
      <inkml:brushProperty name="ignorePressure" value="0"/>
    </inkml:brush>
  </inkml:definitions>
  <inkml:trace contextRef="#ctx0" brushRef="#br0">72300.000000 57800.000000 675,'140.000000'0.000000'139,"-18.000000"0.000000"-38 ,-19.000000 0.000000-39,-18.000000 0.000000-39,-15.000000-2.000000-27,-9.000000-3.000000-14,-10.000000-3.000000-14,-8.000000-2.000000-14,-9.000000-3.000000-7,-6.000000 1.000000-2,-6.000000-1.000000 0,-6.000000 1.000000-1</inkml:trace>
</inkml:ink>
</file>

<file path=ppt/ink/ink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6"/>
    </inkml:context>
    <inkml:brush xml:id="br0">
      <inkml:brushProperty name="width" value="0.0289783328771591" units="cm"/>
      <inkml:brushProperty name="height" value="0.0289783328771591" units="cm"/>
      <inkml:brushProperty name="color" value="#000000"/>
      <inkml:brushProperty name="ignorePressure" value="0"/>
    </inkml:brush>
  </inkml:definitions>
  <inkml:trace contextRef="#ctx0" brushRef="#br0">73000.000000 57350.000000 506,'-25.000000'26.000000'4,"0.000000"4.000000"8 ,0.000000 3.000000 9,0.000000 3.000000 9,-2.000000 10.000000 4,-3.000000 20.000000 3,-3.000000 18.000000 2,-2.000000 20.000000 1,-1.000000 11.000000 1,3.000000 7.000000-2,3.000000 6.000000-3,4.000000 7.000000-2,4.000000-1.000000-3,6.000000-6.000000-2,7.000000-6.000000-4,6.000000-6.000000-2,12.000000-12.000000-7,19.000000-15.000000-13,19.000000-15.000000-13,19.000000-16.000000-12,16.000000-16.000000-11,17.000000-16.000000-8,15.000000-15.000000-9,16.000000-15.000000-9,-4.000000-11.000000 0,-21.000000-2.000000 7,-22.000000-3.000000 8,-22.000000-3.000000 8,-11.000000-2.000000 4,0.000000 0.000000 0,0.000000 0.000000 2,0.000000 0.000000 0</inkml:trace>
</inkml:ink>
</file>

<file path=ppt/ink/ink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7"/>
    </inkml:context>
    <inkml:brush xml:id="br0">
      <inkml:brushProperty name="width" value="0.0212762095034122" units="cm"/>
      <inkml:brushProperty name="height" value="0.0212762095034122" units="cm"/>
      <inkml:brushProperty name="color" value="#000000"/>
      <inkml:brushProperty name="ignorePressure" value="0"/>
    </inkml:brush>
  </inkml:definitions>
  <inkml:trace contextRef="#ctx0" brushRef="#br0">74850.000000 57500.000000 689,'-2.000000'78.000000'38,"-3.000000"6.000000"-3 ,-3.000000 7.000000-5,-2.000000 6.000000-4,-3.000000 6.000000-1,1.000000 6.000000-1,-1.000000 7.000000 0,1.000000 6.000000 1,1.000000-4.000000-3,3.000000-11.000000-6,3.000000-14.000000-5,4.000000-11.000000-6,8.000000-17.000000-1,17.000000-18.000000 1,15.000000-19.000000 2,16.000000-18.000000 1,10.000000-20.000000-2,7.000000-18.000000-9,6.000000-19.000000-9,7.000000-18.000000-7,7.000000-23.000000-10,9.000000-24.000000-14,10.000000-26.000000-11,10.000000-24.000000-14,-6.000000-1.000000 1,-18.000000 26.000000 14,-19.000000 24.000000 12,-18.000000 26.000000 14,-17.000000 18.000000 8,-11.000000 13.000000 5,-14.000000 12.000000 5,-11.000000 13.000000 4,-9.000000 15.000000 8,-3.000000 19.000000 14,-3.000000 19.000000 13,-2.000000 19.000000 13,-8.000000 16.000000 5,-8.000000 17.000000-4,-10.000000 15.000000-2,-9.000000 16.000000-4,-1.000000 7.000000-5,10.000000 1.000000-6,10.000000-1.000000-7,9.000000 1.000000-7,7.000000-7.000000-12,7.000000-12.000000-16,6.000000-13.000000-17,7.000000-12.000000-17,8.000000-13.000000-4,14.000000-12.000000 5,11.000000-13.000000 6,14.000000-12.000000 6,0.000000-12.000000 6,-8.000000-8.000000 7,-10.000000-10.000000 6,-9.000000-9.000000 8</inkml:trace>
</inkml:ink>
</file>

<file path=ppt/ink/ink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6:17"/>
    </inkml:context>
    <inkml:brush xml:id="br0">
      <inkml:brushProperty name="width" value="0.018970787525177" units="cm"/>
      <inkml:brushProperty name="height" value="0.018970787525177" units="cm"/>
      <inkml:brushProperty name="color" value="#000000"/>
      <inkml:brushProperty name="ignorePressure" value="0"/>
    </inkml:brush>
  </inkml:definitions>
  <inkml:trace contextRef="#ctx0" brushRef="#br0">76800.000000 57700.000000 773,'23.000000'-71.000000'-5,"-3.000000"10.000000"-9 ,-3.000000 10.000000-10,-2.000000 9.000000-8,-6.000000 7.000000 3,-6.000000 7.000000 17,-6.000000 6.000000 17,-6.000000 7.000000 18,-7.000000 7.000000 8,-6.000000 9.000000-1,-6.000000 10.000000 1,-6.000000 10.000000-1,-2.000000 8.000000-2,3.000000 10.000000-5,3.000000 10.000000-4,4.000000 9.000000-6,2.000000 6.000000-2,4.000000 3.000000-3,3.000000 3.000000-3,3.000000 4.000000-2,6.000000-3.000000-3,9.000000-5.000000-3,10.000000-7.000000-3,10.000000-5.000000-3,5.000000-4.000000-2,4.000000 0.000000-1,3.000000 0.000000-2,3.000000 0.000000 0,3.000000-2.000000 0,3.000000-3.000000 3,3.000000-3.000000 2,4.000000-2.000000 2,-4.000000-3.000000 5,-9.000000 1.000000 8,-10.000000-1.000000 9,-8.000000 1.000000 7,-11.000000 2.000000 4,-8.000000 7.000000 1,-10.000000 6.000000 1,-9.000000 7.000000 0,-5.000000-1.000000-4,0.000000-6.000000-10,0.000000-6.000000-9,0.000000-6.000000-11,1.000000-7.000000-12,4.000000-6.000000-18,3.000000-6.000000-16,3.000000-6.000000-17</inkml:trace>
</inkml:ink>
</file>

<file path=ppt/ink/ink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3:11"/>
    </inkml:context>
    <inkml:brush xml:id="br0">
      <inkml:brushProperty name="width" value="0.0157014913856983" units="cm"/>
      <inkml:brushProperty name="height" value="0.0157014913856983" units="cm"/>
      <inkml:brushProperty name="color" value="#000000"/>
      <inkml:brushProperty name="ignorePressure" value="0"/>
    </inkml:brush>
  </inkml:definitions>
  <inkml:trace contextRef="#ctx0" brushRef="#br0">72200.000000 9950.000000 934,'-322.000000'-196.000000'28,"106.000000"60.000000"-7 ,107.000000 60.000000-9,106.000000 59.000000-7,60.000000 32.000000-12,17.000000 7.000000-13,15.000000 6.000000-14,16.000000 7.000000-13,-2.000000-1.000000-3,-19.000000-6.000000 11,-18.000000-6.000000 9,-19.000000-6.000000 10</inkml:trace>
</inkml:ink>
</file>

<file path=ppt/ink/ink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3:59"/>
    </inkml:context>
    <inkml:brush xml:id="br0">
      <inkml:brushProperty name="width" value="0.033840574324131" units="cm"/>
      <inkml:brushProperty name="height" value="0.033840574324131" units="cm"/>
      <inkml:brushProperty name="color" value="#000000"/>
      <inkml:brushProperty name="ignorePressure" value="0"/>
    </inkml:brush>
  </inkml:definitions>
  <inkml:trace contextRef="#ctx0" brushRef="#br0">65586.000000 7955.000000 433,'-17.000000'-11.000000'73,"4.000000"17.000000"-3 ,6.000000 18.000000-1,4.000000 17.000000-2,3.000000 13.000000-7,0.000000 10.000000-10,0.000000 11.000000-12,0.000000 9.000000-10,-1.000000 10.000000-8,-3.000000 10.000000-4,-2.000000 9.000000-4,-3.000000 11.000000-4,-2.000000 3.000000-4,-2.000000-2.000000-4,-3.000000-2.000000-4,-3.000000-3.000000-4,-1.000000-5.000000-2,1.000000-8.000000 0,-1.000000-6.000000-1,0.000000-9.000000 0,1.000000-9.000000-1,3.000000-12.000000 0,3.000000-13.000000 0,2.000000-12.000000-1,6.000000-13.000000 1,10.000000-12.000000 2,9.000000-12.000000 3,11.000000-13.000000 2,6.000000-5.000000 5,2.000000 3.000000 7,3.000000 2.000000 9,3.000000 3.000000 6,3.000000 1.000000 4,5.000000 0.000000-3,5.000000 0.000000-2,5.000000 0.000000-2,6.000000 0.000000-3,7.000000 0.000000-2,8.000000 0.000000-3,7.000000 0.000000-2,1.000000-1.000000-5,-8.000000-3.000000-4,-8.000000-2.000000-4,-7.000000-3.000000-5,-6.000000 1.000000-4,-5.000000 2.000000-7,-5.000000 2.000000-5,-5.000000 3.000000-5</inkml:trace>
</inkml:ink>
</file>

<file path=ppt/ink/ink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3:59"/>
    </inkml:context>
    <inkml:brush xml:id="br0">
      <inkml:brushProperty name="width" value="0.0301494766026735" units="cm"/>
      <inkml:brushProperty name="height" value="0.0301494766026735" units="cm"/>
      <inkml:brushProperty name="color" value="#000000"/>
      <inkml:brushProperty name="ignorePressure" value="0"/>
    </inkml:brush>
  </inkml:definitions>
  <inkml:trace contextRef="#ctx0" brushRef="#br0">67090.000000 9380.000000 486,'-14.000000'17.000000'51,"13.000000"-4.000000"2 ,12.000000-6.000000 4,13.000000-4.000000 3,7.000000-7.000000-5,2.000000-7.000000-11,3.000000-8.000000-11,2.000000-7.000000-12,1.000000-3.000000-8,-4.000000-1.000000-5,-1.000000 0.000000-6,-3.000000 1.000000-5,-1.000000-5.000000-3,-1.000000-7.000000-3,1.000000-7.000000-1,0.000000-8.000000-2,-4.000000-2.000000 0,-8.000000 3.000000-1,-7.000000 1.000000 1,-7.000000 4.000000 0,-8.000000 3.000000 1,-7.000000 5.000000 3,-7.000000 5.000000 3,-8.000000 4.000000 2,-7.000000 6.000000 2,-4.000000 5.000000 2,-5.000000 5.000000 3,-5.000000 4.000000 2,-1.000000 8.000000 2,2.000000 10.000000 1,3.000000 10.000000 1,2.000000 10.000000 1,3.000000 11.000000 1,2.000000 12.000000 1,3.000000 13.000000 2,2.000000 12.000000 2,3.000000 7.000000 0,6.000000 3.000000 0,5.000000 2.000000 0,4.000000 3.000000-1,6.000000-1.000000-1,5.000000-6.000000 0,4.000000-4.000000-2,5.000000-5.000000-2,7.000000-7.000000-4,7.000000-7.000000-11,8.000000-7.000000-10,6.000000-8.000000-9,10.000000-9.000000-10,9.000000-13.000000-8,11.000000-13.000000-9,9.000000-11.000000-8,1.000000-8.000000-2,-7.000000-3.000000 5,-7.000000-2.000000 6,-8.000000-3.000000 6,-6.000000 0.000000 4,-5.000000-1.000000 5,-5.000000 0.000000 4,-5.000000 0.000000 3</inkml:trace>
</inkml:ink>
</file>

<file path=ppt/ink/ink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3:59"/>
    </inkml:context>
    <inkml:brush xml:id="br0">
      <inkml:brushProperty name="width" value="0.0272095892578363" units="cm"/>
      <inkml:brushProperty name="height" value="0.0272095892578363" units="cm"/>
      <inkml:brushProperty name="color" value="#000000"/>
      <inkml:brushProperty name="ignorePressure" value="0"/>
    </inkml:brush>
  </inkml:definitions>
  <inkml:trace contextRef="#ctx0" brushRef="#br0">68436.000000 8747.000000 539,'-36.000000'-19.000000'42,"7.000000"3.000000"0 ,8.000000 3.000000-1,8.000000 1.000000 0,0.000000 3.000000-1,-4.000000-1.000000-3,-5.000000 0.000000-1,-5.000000 0.000000-3,-4.000000 5.000000-3,-3.000000 10.000000-5,-2.000000 10.000000-3,-2.000000 9.000000-4,1.000000 9.000000-4,5.000000 4.000000-1,5.000000 5.000000-2,4.000000 5.000000-2,5.000000 1.000000-4,2.000000-2.000000-3,2.000000-3.000000-6,3.000000-2.000000-3,6.000000-2.000000-3,10.000000 1.000000-1,10.000000 0.000000 1,10.000000-1.000000-1,7.000000 1.000000 1,5.000000-1.000000 1,5.000000 1.000000 1,5.000000 0.000000 1,2.000000-3.000000 1,1.000000-5.000000 3,-1.000000-5.000000 2,1.000000-5.000000 1,-3.000000-1.000000 3,-5.000000 3.000000 3,-5.000000 2.000000 1,-5.000000 2.000000 3,-6.000000 3.000000 2,-7.000000 3.000000 0,-8.000000 1.000000 0,-8.000000 4.000000 0,-7.000000 0.000000-1,-11.000000 1.000000-4,-10.000000-1.000000-4,-10.000000 1.000000-4,-6.000000-4.000000-3,-2.000000-8.000000-4,-3.000000-7.000000-2,-2.000000-7.000000-4,2.000000-7.000000-13,8.000000-4.000000-22,7.000000-6.000000-22,8.000000-4.000000-22</inkml:trace>
</inkml:ink>
</file>

<file path=ppt/ink/ink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0"/>
    </inkml:context>
    <inkml:brush xml:id="br0">
      <inkml:brushProperty name="width" value="0.0259829442948103" units="cm"/>
      <inkml:brushProperty name="height" value="0.0259829442948103" units="cm"/>
      <inkml:brushProperty name="color" value="#000000"/>
      <inkml:brushProperty name="ignorePressure" value="0"/>
    </inkml:brush>
  </inkml:definitions>
  <inkml:trace contextRef="#ctx0" brushRef="#br0">69346.000000 8747.000000 564,'-54.000000'-1.000000'75,"9.000000"-3.000000"-17 ,11.000000-2.000000-15,9.000000-3.000000-17,5.000000-1.000000-5,0.000000 0.000000 4,0.000000 0.000000 6,1.000000 0.000000 3,-1.000000 2.000000 1,0.000000 2.000000-7,0.000000 2.000000-7,0.000000 3.000000-5,-1.000000 3.000000-5,-2.000000 6.000000-4,-3.000000 4.000000-3,-3.000000 5.000000-3,2.000000 5.000000-4,5.000000 6.000000 0,5.000000 4.000000-3,4.000000 5.000000-1,5.000000 3.000000-2,1.000000-1.000000-2,4.000000 1.000000-2,2.000000-1.000000-2,3.000000 1.000000 0,5.000000-1.000000 1,6.000000 1.000000 2,4.000000 0.000000 1,7.000000-2.000000 1,7.000000-2.000000 3,7.000000-3.000000 1,8.000000-2.000000 2,2.000000-1.000000 1,-2.000000 0.000000 3,-3.000000-1.000000 0,-2.000000 1.000000 2,-5.000000 0.000000 1,-8.000000-1.000000-1,-7.000000 1.000000-1,-7.000000 0.000000 0,-7.000000 1.000000 2,-4.000000 2.000000 6,-6.000000 3.000000 5,-4.000000 2.000000 6,-8.000000-1.000000-1,-10.000000-5.000000-6,-9.000000-4.000000-7,-11.000000-6.000000-6,-2.000000-5.000000-4,5.000000-4.000000-3,5.000000-6.000000-3,5.000000-5.000000-1</inkml:trace>
</inkml:ink>
</file>

<file path=ppt/ink/ink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0"/>
    </inkml:context>
    <inkml:brush xml:id="br0">
      <inkml:brushProperty name="width" value="0.0309391152113676" units="cm"/>
      <inkml:brushProperty name="height" value="0.0309391152113676" units="cm"/>
      <inkml:brushProperty name="color" value="#000000"/>
      <inkml:brushProperty name="ignorePressure" value="0"/>
    </inkml:brush>
  </inkml:definitions>
  <inkml:trace contextRef="#ctx0" brushRef="#br0">69979.000000 8905.000000 474,'-35.000000'19.000000'2,"6.000000"-3.000000"6 ,8.000000-3.000000 5,7.000000-2.000000 6,5.000000 1.000000 5,-1.000000 1.000000 8,0.000000 3.000000 6,0.000000 3.000000 8,1.000000 2.000000-1,3.000000 2.000000-7,2.000000 3.000000-6,3.000000 3.000000-7,1.000000 5.000000-5,0.000000 11.000000 0,0.000000 9.000000-1,0.000000 11.000000-2,3.000000 4.000000 0,4.000000 0.000000 0,5.000000 1.000000-1,6.000000-1.000000 0,3.000000-5.000000-2,2.000000-9.000000 0,3.000000-11.000000-3,3.000000-9.000000 0,2.000000-8.000000-4,2.000000-5.000000-3,3.000000-4.000000-3,2.000000-6.000000-5,4.000000-10.000000-4,5.000000-14.000000-3,5.000000-15.000000-4,5.000000-15.000000-4,-1.000000-14.000000-2,-8.000000-12.000000-1,-7.000000-12.000000-2,-8.000000-13.000000-2,-6.000000-4.000000 3,-4.000000 6.000000 4,-6.000000 4.000000 5,-5.000000 6.000000 4,-7.000000 5.000000 4,-10.000000 8.000000 3,-10.000000 8.000000 3,-9.000000 6.000000 3,-8.000000 10.000000 1,-6.000000 9.000000-1,-4.000000 10.000000-1,-5.000000 11.000000 0,-1.000000 6.000000-5,2.000000 6.000000-7,3.000000 4.000000-9,2.000000 6.000000-7,5.000000 3.000000-8,8.000000 2.000000-8,7.000000 3.000000-9,7.000000 3.000000-7</inkml:trace>
</inkml:ink>
</file>

<file path=ppt/ink/ink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0"/>
    </inkml:context>
    <inkml:brush xml:id="br0">
      <inkml:brushProperty name="width" value="0.0304578933864832" units="cm"/>
      <inkml:brushProperty name="height" value="0.0304578933864832" units="cm"/>
      <inkml:brushProperty name="color" value="#000000"/>
      <inkml:brushProperty name="ignorePressure" value="0"/>
    </inkml:brush>
  </inkml:definitions>
  <inkml:trace contextRef="#ctx0" brushRef="#br0">70613.000000 8984.000000 481,'53.000000'25.000000'145,"-12.000000"10.000000"-35 ,-13.000000 9.000000-33,-12.000000 11.000000-34,-7.000000 5.000000-20,-3.000000 3.000000-3,-2.000000 3.000000-4,-3.000000 2.000000-3,-2.000000 1.000000-3,-3.000000 0.000000-1,-2.000000 1.000000 0,-3.000000-1.000000-1,1.000000-5.000000-3,1.000000-9.000000-6,4.000000-11.000000-5,1.000000-9.000000-6,2.000000-12.000000-5,0.000000-11.000000-3,0.000000-14.000000-2,0.000000-11.000000-4,3.000000-12.000000 0,4.000000-10.000000 2,6.000000-9.000000 4,4.000000-11.000000 2,8.000000-9.000000 1,9.000000-10.000000 0,11.000000-10.000000-1,9.000000-10.000000 0,6.000000 0.000000 1,-1.000000 10.000000 4,0.000000 9.000000 3,1.000000 11.000000 3,-1.000000 8.000000 4,1.000000 8.000000 3,-1.000000 7.000000 2,0.000000 8.000000 4,-3.000000 8.000000 4,-8.000000 10.000000 3,-7.000000 10.000000 5,-8.000000 10.000000 4,-7.000000 11.000000 3,-7.000000 13.000000 1,-8.000000 12.000000 2,-7.000000 12.000000 1,-4.000000 10.000000-1,0.000000 7.000000-3,0.000000 8.000000-3,0.000000 8.000000-3,-1.000000 0.000000-2,-3.000000-4.000000-1,-2.000000-5.000000-1,-3.000000-6.000000-1,0.000000-6.000000-6,3.000000-11.000000-13,2.000000-9.000000-10,3.000000-11.000000-13</inkml:trace>
</inkml:ink>
</file>

<file path=ppt/ink/ink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1"/>
    </inkml:context>
    <inkml:brush xml:id="br0">
      <inkml:brushProperty name="width" value="0.0298613887280226" units="cm"/>
      <inkml:brushProperty name="height" value="0.0298613887280226" units="cm"/>
      <inkml:brushProperty name="color" value="#000000"/>
      <inkml:brushProperty name="ignorePressure" value="0"/>
    </inkml:brush>
  </inkml:definitions>
  <inkml:trace contextRef="#ctx0" brushRef="#br0">72513.000000 8826.000000 491,'-19.000000'-20.000000'7,"3.000000"0.000000"14 ,2.000000 1.000000 15,3.000000-1.000000 14,0.000000 1.000000 5,-3.000000 3.000000-4,-2.000000 3.000000-4,-2.000000 1.000000-5,-2.000000 7.000000-5,0.000000 10.000000-8,0.000000 10.000000-7,1.000000 10.000000-8,0.000000 7.000000-4,3.000000 5.000000-1,2.000000 5.000000-2,3.000000 5.000000-1,1.000000 3.000000-3,1.000000-1.000000-3,-1.000000 1.000000-3,0.000000-1.000000-3,4.000000 1.000000-2,7.000000-1.000000-2,7.000000 1.000000-1,9.000000-1.000000-1,5.000000-2.000000 0,5.000000-5.000000 3,5.000000-5.000000 2,5.000000-5.000000 2,0.000000-2.000000 3,-4.000000 0.000000 1,-6.000000 0.000000 3,-5.000000-1.000000 2,-3.000000 0.000000 2,-3.000000-3.000000 3,-3.000000-3.000000 3,-2.000000-2.000000 3,-4.000000 1.000000 2,-9.000000 6.000000 2,-6.000000 4.000000 1,-8.000000 5.000000 3,-7.000000 0.000000-6,-4.000000-5.000000-13,-5.000000-5.000000-11,-5.000000-4.000000-13,0.000000-6.000000-16,5.000000-5.000000-21,4.000000-4.000000-21,6.000000-6.000000-22</inkml:trace>
</inkml:ink>
</file>

<file path=ppt/ink/ink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07"/>
    </inkml:context>
    <inkml:brush xml:id="br0">
      <inkml:brushProperty name="width" value="0.0361703187227249" units="cm"/>
      <inkml:brushProperty name="height" value="0.0361703187227249" units="cm"/>
      <inkml:brushProperty name="color" value="#000000"/>
      <inkml:brushProperty name="ignorePressure" value="0"/>
    </inkml:brush>
  </inkml:definitions>
  <inkml:trace contextRef="#ctx0" brushRef="#br0">9300.000000 11550.000000 405,'-47.000000'0.000000'1,"6.000000"0.000000"3 ,7.000000 0.000000 1,6.000000 0.000000 3,3.000000 0.000000 5,0.000000 0.000000 8,0.000000 0.000000 8,0.000000 0.000000 8,7.000000 0.000000 6,17.000000 0.000000 3,15.000000 0.000000 5,16.000000 0.000000 4,9.000000 0.000000-2,3.000000 0.000000-8,3.000000 0.000000-10,4.000000 0.000000-8,5.000000 0.000000-6,10.000000 0.000000-3,10.000000 0.000000-3,9.000000 0.000000-3,9.000000 0.000000-2,9.000000 0.000000-1,10.000000 0.000000 0,10.000000 0.000000 0,4.000000 0.000000-2,0.000000 0.000000-1,0.000000 0.000000-3,0.000000 0.000000-1,-4.000000-2.000000-2,-5.000000-3.000000 1,-7.000000-3.000000-2,-5.000000-2.000000 0,-6.000000-3.000000 0,-3.000000 1.000000 0,-3.000000-1.000000 0,-2.000000 1.000000-1,-3.000000 1.000000 1,1.000000 3.000000-1,-1.000000 3.000000-1,1.000000 4.000000 1,-1.000000 1.000000-1,1.000000 0.000000 1,-1.000000 0.000000 1,1.000000 0.000000 0,-1.000000 0.000000 0,1.000000 0.000000 1,-1.000000 0.000000-1,1.000000 0.000000-1,-3.000000 0.000000 0,-2.000000 0.000000-1,-3.000000 0.000000-1,-3.000000 0.000000-2,-6.000000 0.000000 1,-5.000000 0.000000 0,-7.000000 0.000000 2,-5.000000 0.000000 0,-6.000000 0.000000 1,-3.000000 0.000000-1,-3.000000 0.000000 0,-2.000000 0.000000 0,-3.000000 0.000000 0,1.000000 0.000000 0,-1.000000 0.000000 0,1.000000 0.000000 0,1.000000 0.000000 1,3.000000 0.000000 0,3.000000 0.000000 0,4.000000 0.000000 1,1.000000 0.000000 0,0.000000 0.000000 0,0.000000 0.000000 1,0.000000 0.000000 0,3.000000 0.000000 0,6.000000 0.000000-1,7.000000 0.000000 0,6.000000 0.000000 0,3.000000-2.000000 0,0.000000-3.000000 0,0.000000-3.000000 1,0.000000-2.000000 1,-2.000000-1.000000-1,-3.000000 3.000000 1,-3.000000 3.000000 0,-2.000000 4.000000-1,-3.000000-1.000000 1,1.000000-3.000000 1,-1.000000-3.000000 0,1.000000-2.000000 1,-3.000000-1.000000 0,-2.000000 3.000000-1,-3.000000 3.000000 0,-3.000000 4.000000-1,-2.000000 1.000000 1,0.000000 0.000000-1,0.000000 0.000000 0,0.000000 0.000000 1,-2.000000-2.000000-1,-3.000000-3.000000 0,-3.000000-3.000000 0,-2.000000-2.000000-1,0.000000-1.000000 0,7.000000 3.000000 0,6.000000 3.000000 0,7.000000 4.000000 1,2.000000 1.000000-1,1.000000 0.000000 2,-1.000000 0.000000 0,1.000000 0.000000 1,-3.000000 0.000000 0,-2.000000 0.000000 0,-3.000000 0.000000-1,-3.000000 0.000000-1,-2.000000 1.000000 0,0.000000 4.000000 0,0.000000 3.000000 0,0.000000 3.000000 1,-2.000000-1.000000 0,-3.000000-2.000000-1,-3.000000-3.000000 1,-2.000000-3.000000 0,-1.000000-1.000000 1,3.000000 4.000000 1,3.000000 3.000000 2,4.000000 3.000000 1</inkml:trace>
</inkml:ink>
</file>

<file path=ppt/ink/ink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47:34"/>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1950.000000 11350.000000,'2677.000000'-50.000000,"0.000000"0.000000,1.000000 0.000000,-1.000000 0.000000,1.000000 0.000000,0.000000 0.000000,-1.000000 0.000000,1.000000 0.000000,-1.000000 0.000000,1.000000 0.000000,-1.000000 0.000000,0.000000 0.000000,1.000000 0.000000,-1.000000 0.000000,1.000000 0.000000,0.000000 0.000000,-1.000000 0.000000,1.000000 0.000000,-1.000000 0.000000,1.000000 0.000000,-1.000000 0.000000,0.000000 0.000000,1.000000 0.000000,-1.000000 0.000000,1.000000 0.000000,0.000000 0.000000,-1.000000 0.000000,1.000000 0.000000,-1.000000 0.000000,1.000000 0.000000,-1.000000 0.000000,1.000000 0.000000,-1.000000 0.000000,0.000000 0.000000,1.000000 0.000000,0.000000 0.000000,-1.000000 0.000000,0.000000 0.000000,1.000000 0.000000,0.000000 0.000000</inkml:trace>
</inkml:ink>
</file>

<file path=ppt/ink/ink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1"/>
    </inkml:context>
    <inkml:brush xml:id="br0">
      <inkml:brushProperty name="width" value="0.0248879287391901" units="cm"/>
      <inkml:brushProperty name="height" value="0.0248879287391901" units="cm"/>
      <inkml:brushProperty name="color" value="#F2395B"/>
      <inkml:brushProperty name="ignorePressure" value="0"/>
    </inkml:brush>
  </inkml:definitions>
  <inkml:trace contextRef="#ctx0" brushRef="#br0">56850.000000 3550.000000 589,'-46.000000'-46.000000'15,"10.000000"10.000000"-2 ,10.000000 10.000000-4,9.000000 9.000000-2,4.000000 2.000000 0,1.000000-2.000000 3,-1.000000-3.000000 3,1.000000-3.000000 4,-1.000000-7.000000 3,1.000000-9.000000 2,-1.000000-10.000000 2,1.000000-8.000000 3,-3.000000-6.000000 0,-2.000000 1.000000-2,-3.000000-1.000000-2,-3.000000 1.000000-1,-6.000000 2.000000-3,-5.000000 7.000000-1,-7.000000 6.000000-3,-5.000000 7.000000-2,-20.000000 10.000000-3,-31.000000 16.000000-2,-31.000000 15.000000-5,-31.000000 17.000000-3,-32.000000 36.000000-2,-31.000000 60.000000-2,-31.000000 60.000000-1,-31.000000 59.000000-3,-10.000000 49.000000-1,13.000000 42.000000-4,12.000000 40.000000-2,13.000000 41.000000-3,21.000000 18.000000 3,32.000000-3.000000 9,31.000000-3.000000 8,32.000000-2.000000 9,29.000000-15.000000 5,28.000000-25.000000 1,28.000000-25.000000 2,29.000000-25.000000 0,30.000000-36.000000-1,35.000000-47.000000-3,35.000000-47.000000-5,34.000000-46.000000-3,23.000000-35.000000-4,13.000000-22.000000-1,12.000000-22.000000-4,13.000000-21.000000-2,2.000000-26.000000-2,-5.000000-28.000000-3,-7.000000-28.000000-1,-5.000000-27.000000-2,-8.000000-26.000000-3,-5.000000-22.000000-1,-7.000000-22.000000-2,-5.000000-21.000000-2,-3.000000-12.000000-1,4.000000 1.000000-1,3.000000-1.000000 0,3.000000 1.000000-2,-4.000000 4.000000 2,-8.000000 9.000000 2,-10.000000 10.000000 3,-9.000000 10.000000 2,-15.000000 16.000000 4,-18.000000 26.000000 4,-19.000000 24.000000 2,-18.000000 26.000000 5,-15.000000 22.000000 0,-9.000000 23.000000 1,-10.000000 22.000000 0,-8.000000 22.000000 0,-11.000000 24.000000 3,-8.000000 29.000000 8,-10.000000 28.000000 8,-9.000000 28.000000 8,-2.000000 14.000000 4,6.000000 0.000000 1,7.000000 0.000000 1,6.000000 0.000000 2,6.000000-4.000000-5,6.000000-5.000000-10,7.000000-7.000000-10,6.000000-5.000000-10,9.000000-20.000000-7,13.000000-31.000000-3,12.000000-31.000000-2,13.000000-31.000000-4,2.000000-26.000000-11,-5.000000-18.000000-18,-7.000000-19.000000-18,-5.000000-18.000000-18</inkml:trace>
</inkml:ink>
</file>

<file path=ppt/ink/ink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1"/>
    </inkml:context>
    <inkml:brush xml:id="br0">
      <inkml:brushProperty name="width" value="0.0235094279050827" units="cm"/>
      <inkml:brushProperty name="height" value="0.0235094279050827" units="cm"/>
      <inkml:brushProperty name="color" value="#F2395B"/>
      <inkml:brushProperty name="ignorePressure" value="0"/>
    </inkml:brush>
  </inkml:definitions>
  <inkml:trace contextRef="#ctx0" brushRef="#br0">54750.000000 6900.000000 623,'-41.000000'1.000000'80,"19.000000"4.000000"-11 ,19.000000 3.000000-12,19.000000 3.000000-12,23.000000-1.000000-8,28.000000-2.000000-6,28.000000-3.000000-5,29.000000-3.000000-5,21.000000-2.000000-10,16.000000 0.000000-14,15.000000 0.000000-13,17.000000 0.000000-13,-3.000000-2.000000-7,-18.000000-3.000000 1,-19.000000-3.000000 2,-18.000000-2.000000 0,-20.000000-1.000000-2,-18.000000 3.000000-6,-19.000000 3.000000-6,-18.000000 4.000000-6</inkml:trace>
</inkml:ink>
</file>

<file path=ppt/ink/ink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1"/>
    </inkml:context>
    <inkml:brush xml:id="br0">
      <inkml:brushProperty name="width" value="0.0256674829870462" units="cm"/>
      <inkml:brushProperty name="height" value="0.0256674829870462" units="cm"/>
      <inkml:brushProperty name="color" value="#F2395B"/>
      <inkml:brushProperty name="ignorePressure" value="0"/>
    </inkml:brush>
  </inkml:definitions>
  <inkml:trace contextRef="#ctx0" brushRef="#br0">58400.000000 7300.000000 571,'-205.000000'-179.000000'0,"41.000000"45.000000"0 ,40.000000 43.000000 0,42.000000 45.000000 0,17.000000 28.000000 0,-2.000000 17.000000 0,-3.000000 15.000000 0,-3.000000 16.000000 0,-1.000000 20.000000 10,4.000000 25.000000 19,3.000000 25.000000 19,3.000000 25.000000 19,6.000000 17.000000 5,9.000000 9.000000-11,10.000000 10.000000-12,10.000000 10.000000-11,8.000000 2.000000-10,10.000000-3.000000-10,10.000000-3.000000-10,9.000000-2.000000-9,13.000000-17.000000-6,20.000000-28.000000-2,18.000000-28.000000-1,20.000000-27.000000-3,10.000000-28.000000 0,3.000000-24.000000-3,3.000000-26.000000-1,4.000000-24.000000-1,1.000000-23.000000-2,0.000000-18.000000-1,0.000000-19.000000-2,0.000000-18.000000-1,-5.000000-10.000000-1,-9.000000 0.000000 3,-10.000000 0.000000 2,-8.000000 0.000000 2,-9.000000 4.000000 4,-6.000000 10.000000 4,-6.000000 10.000000 6,-6.000000 9.000000 5,-12.000000 23.000000 7,-15.000000 38.000000 8,-15.000000 37.000000 9,-16.000000 38.000000 8,-7.000000 23.000000 2,4.000000 9.000000-5,3.000000 10.000000-5,3.000000 10.000000-5,6.000000 0.000000-13,9.000000-5.000000-21,10.000000-7.000000-22,10.000000-5.000000-22,2.000000-12.000000-7,-3.000000-16.000000 6,-3.000000-15.000000 6,-2.000000-15.000000 7</inkml:trace>
</inkml:ink>
</file>

<file path=ppt/ink/ink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2"/>
    </inkml:context>
    <inkml:brush xml:id="br0">
      <inkml:brushProperty name="width" value="0.0272796060889959" units="cm"/>
      <inkml:brushProperty name="height" value="0.0272796060889959" units="cm"/>
      <inkml:brushProperty name="color" value="#F2395B"/>
      <inkml:brushProperty name="ignorePressure" value="0"/>
    </inkml:brush>
  </inkml:definitions>
  <inkml:trace contextRef="#ctx0" brushRef="#br0">59400.000000 7550.000000 537,'-24.000000'-19.000000'10,"4.000000"13.000000"20 ,3.000000 12.000000 19,3.000000 13.000000 20,3.000000 10.000000 3,3.000000 10.000000-14,3.000000 10.000000-13,4.000000 9.000000-15,1.000000 10.000000-8,0.000000 14.000000-6,0.000000 11.000000-4,0.000000 14.000000-6,0.000000 5.000000-3,0.000000 1.000000-4,0.000000-1.000000-2,0.000000 1.000000-4,0.000000-12.000000-3,0.000000-21.000000-3,0.000000-22.000000-4,0.000000-22.000000-3,3.000000-22.000000-3,6.000000-22.000000 0,7.000000-22.000000 0,6.000000-21.000000-2,12.000000-24.000000 0,19.000000-25.000000 1,19.000000-25.000000 1,19.000000-25.000000 0,13.000000-8.000000 2,10.000000 9.000000 4,10.000000 10.000000 3,9.000000 10.000000 4,2.000000 11.000000 4,-2.000000 17.000000 4,-3.000000 15.000000 4,-3.000000 16.000000 3,-10.000000 20.000000 3,-16.000000 25.000000 4,-15.000000 25.000000 2,-15.000000 25.000000 4,-18.000000 21.000000 1,-19.000000 20.000000 2,-18.000000 18.000000 1,-19.000000 20.000000 2,-13.000000 10.000000 0,-6.000000 3.000000 1,-6.000000 3.000000 0,-6.000000 4.000000 0,-2.000000-4.000000 0,3.000000-9.000000-1,3.000000-10.000000-2,4.000000-8.000000-1,5.000000-20.000000-3,10.000000-28.000000-7,10.000000-28.000000-6,9.000000-27.000000-5,12.000000-34.000000-7,16.000000-37.000000-8,15.000000-38.000000-8,17.000000-37.000000-7,7.000000-9.000000-4,0.000000 23.000000-2,0.000000 22.000000 0,0.000000 22.000000-2,1.000000 15.000000 4,4.000000 9.000000 8,3.000000 10.000000 9,3.000000 10.000000 9,-5.000000 14.000000 6,-12.000000 23.000000 5,-13.000000 22.000000 5,-12.000000 22.000000 6,-13.000000 18.000000 2,-12.000000 16.000000 1,-13.000000 15.000000 0,-12.000000 17.000000 2,-5.000000 10.000000-1,3.000000 6.000000-1,3.000000 7.000000-1,4.000000 6.000000 0,4.000000-1.000000-5,6.000000-5.000000-8,7.000000-7.000000-9,6.000000-5.000000-7,10.000000-12.000000-8,17.000000-16.000000-9,15.000000-15.000000-8,16.000000-15.000000-8,1.000000-14.000000-4,-12.000000-8.000000 3,-13.000000-10.000000 3,-12.000000-9.000000 1</inkml:trace>
</inkml:ink>
</file>

<file path=ppt/ink/ink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2"/>
    </inkml:context>
    <inkml:brush xml:id="br0">
      <inkml:brushProperty name="width" value="0.0287815481424332" units="cm"/>
      <inkml:brushProperty name="height" value="0.0287815481424332" units="cm"/>
      <inkml:brushProperty name="color" value="#F2395B"/>
      <inkml:brushProperty name="ignorePressure" value="0"/>
    </inkml:brush>
  </inkml:definitions>
  <inkml:trace contextRef="#ctx0" brushRef="#br0">63400.000000 8350.000000 509,'-44.000000'46.000000'35,"13.000000"-5.000000"-2 ,12.000000-7.000000-1,13.000000-5.000000-2,10.000000-9.000000-1,10.000000-9.000000-1,10.000000-10.000000-1,9.000000-8.000000 0,9.000000-12.000000-3,9.000000-12.000000-4,10.000000-13.000000-3,10.000000-12.000000-4,11.000000-16.000000-2,17.000000-19.000000-3,15.000000-18.000000-1,16.000000-19.000000-3,1.000000-7.000000 0,-12.000000 7.000000 1,-13.000000 6.000000 0,-12.000000 7.000000 2,-16.000000 7.000000-3,-19.000000 9.000000-8,-18.000000 10.000000-7,-19.000000 10.000000-7,-26.000000 10.000000-4,-30.000000 13.000000 1,-32.000000 12.000000-1,-30.000000 13.000000 1,-22.000000 21.000000 3,-8.000000 32.000000 7,-10.000000 31.000000 6,-9.000000 32.000000 8,4.000000 22.000000 5,19.000000 17.000000 6,19.000000 15.000000 5,19.000000 16.000000 5,18.000000 7.000000 3,19.000000 1.000000 2,19.000000-1.000000 0,19.000000 1.000000 1,26.000000-10.000000-2,34.000000-19.000000-4,35.000000-18.000000-6,35.000000-19.000000-4,29.000000-26.000000-8,25.000000-30.000000-10,25.000000-32.000000-11,25.000000-30.000000-10,-7.000000-19.000000-14,-36.000000-2.000000-19,-39.000000-3.000000-17,-36.000000-3.000000-17</inkml:trace>
</inkml:ink>
</file>

<file path=ppt/ink/ink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6"/>
    </inkml:context>
    <inkml:brush xml:id="br0">
      <inkml:brushProperty name="width" value="0.0196063630282879" units="cm"/>
      <inkml:brushProperty name="height" value="0.0196063630282879" units="cm"/>
      <inkml:brushProperty name="color" value="#000000"/>
      <inkml:brushProperty name="ignorePressure" value="0"/>
    </inkml:brush>
  </inkml:definitions>
  <inkml:trace contextRef="#ctx0" brushRef="#br0">65400.000000 16350.000000 748,'0.000000'46.000000'134,"0.000000"-5.000000"-50 ,0.000000-7.000000-50,0.000000-5.000000-52</inkml:trace>
</inkml:ink>
</file>

<file path=ppt/ink/ink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9"/>
    </inkml:context>
    <inkml:brush xml:id="br0">
      <inkml:brushProperty name="width" value="0.0237723924219608" units="cm"/>
      <inkml:brushProperty name="height" value="0.0237723924219608" units="cm"/>
      <inkml:brushProperty name="color" value="#000000"/>
      <inkml:brushProperty name="ignorePressure" value="0"/>
    </inkml:brush>
  </inkml:definitions>
  <inkml:trace contextRef="#ctx0" brushRef="#br0">8300.000000 2700.000000 616,'-122.000000'-96.000000'1,"6.000000"10.000000"2 ,7.000000 10.000000 0,6.000000 9.000000 3,-1.000000 9.000000 1,-5.000000 9.000000 3,-7.000000 10.000000 2,-5.000000 10.000000 2,-4.000000 10.000000 2,0.000000 13.000000-1,0.000000 12.000000 1,0.000000 13.000000-1,-2.000000 26.000000 0,-3.000000 41.000000-2,-3.000000 40.000000-1,-2.000000 42.000000-2,-12.000000 39.000000-1,-19.000000 42.000000-2,-18.000000 40.000000-1,-19.000000 41.000000-1,-7.000000 35.000000-1,7.000000 32.000000-2,6.000000 31.000000-1,7.000000 32.000000-1,22.000000 13.000000 0,42.000000-3.000000 2,40.000000-3.000000 1,41.000000-2.000000 3,41.000000-11.000000 0,45.000000-15.000000 3,43.000000-15.000000 3,45.000000-16.000000 1,39.000000-26.000000 1,39.000000-33.000000-2,36.000000-35.000000 0,39.000000-34.000000 0,19.000000-34.000000-3,4.000000-30.000000 0,3.000000-32.000000-2,3.000000-30.000000-2,15.000000-39.000000-1,29.000000-43.000000-1,28.000000-44.000000-2,28.000000-43.000000-1,15.000000-40.000000 1,4.000000-34.000000 3,3.000000-35.000000 4,3.000000-33.000000 3,-4.000000-28.000000 0,-8.000000-18.000000-5,-10.000000-19.000000-5,-9.000000-18.000000-3,-18.000000-26.000000-3,-24.000000-31.000000 0,-26.000000-31.000000 0,-24.000000-31.000000 1,-20.000000-20.000000 0,-11.000000-5.000000-1,-14.000000-7.000000 0,-11.000000-5.000000 0,-25.000000 0.000000-3,-33.000000 10.000000-1,-35.000000 10.000000-4,-34.000000 9.000000-2,-35.000000 7.000000-1,-34.000000 7.000000 1,-35.000000 6.000000 1,-33.000000 7.000000 0,-39.000000 11.000000 1,-40.000000 20.000000 1,-40.000000 18.000000 0,-41.000000 20.000000-1,-33.000000 5.000000 2,-25.000000-6.000000 2,-25.000000-6.000000 2,-25.000000-6.000000 2,-21.000000 10.000000 1,-15.000000 29.000000 1,-15.000000 28.000000 1,-16.000000 28.000000 1,-18.000000 32.000000-2,-18.000000 39.000000-5,-19.000000 36.000000-4,-18.000000 39.000000-5,-12.000000 33.000000-1,-3.000000 32.000000 2,-3.000000 31.000000 1,-2.000000 32.000000 2,6.000000 32.000000 1,20.000000 34.000000-2,18.000000 35.000000 0,20.000000 35.000000-2,31.000000 29.000000 0,48.000000 25.000000 1,47.000000 25.000000 0,47.000000 25.000000 1,40.000000-21.000000 1,34.000000-65.000000 0,35.000000-65.000000 2,35.000000-66.000000 0</inkml:trace>
</inkml:ink>
</file>

<file path=ppt/ink/ink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9"/>
    </inkml:context>
    <inkml:brush xml:id="br0">
      <inkml:brushProperty name="width" value="0.0194653496146202" units="cm"/>
      <inkml:brushProperty name="height" value="0.0194653496146202" units="cm"/>
      <inkml:brushProperty name="color" value="#000000"/>
      <inkml:brushProperty name="ignorePressure" value="0"/>
    </inkml:brush>
  </inkml:definitions>
  <inkml:trace contextRef="#ctx0" brushRef="#br0">6750.000000 5650.000000 753,'-22.000000'-18.000000'25,"6.000000"17.000000"1 ,7.000000 15.000000 4,6.000000 16.000000 1,3.000000 21.000000 0,0.000000 29.000000-4,0.000000 28.000000-3,0.000000 28.000000-4,-2.000000 23.000000-5,-3.000000 19.000000-4,-3.000000 19.000000-5,-2.000000 19.000000-5,-5.000000 5.000000-4,-2.000000-5.000000-2,-3.000000-7.000000-2,-3.000000-5.000000-1,2.000000-19.000000-1,10.000000-27.000000 0,10.000000-28.000000 0,9.000000-28.000000 1,4.000000-24.000000 0,1.000000-19.000000 3,-1.000000-18.000000 0,1.000000-19.000000 2,5.000000-12.000000 2,14.000000-2.000000 0,11.000000-3.000000 1,14.000000-3.000000 2,14.000000-4.000000 0,20.000000-3.000000 0,18.000000-3.000000 0,20.000000-2.000000-1,11.000000-9.000000-1,7.000000-12.000000-3,6.000000-13.000000-4,7.000000-12.000000-3,-3.000000-7.000000-2,-8.000000 1.000000-3,-10.000000-1.000000-1,-9.000000 1.000000-3,-16.000000 4.000000-3,-22.000000 9.000000-8,-22.000000 10.000000-7,-21.000000 10.000000-7</inkml:trace>
</inkml:ink>
</file>

<file path=ppt/ink/ink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49"/>
    </inkml:context>
    <inkml:brush xml:id="br0">
      <inkml:brushProperty name="width" value="0.0190985314548016" units="cm"/>
      <inkml:brushProperty name="height" value="0.0190985314548016" units="cm"/>
      <inkml:brushProperty name="color" value="#000000"/>
      <inkml:brushProperty name="ignorePressure" value="0"/>
    </inkml:brush>
  </inkml:definitions>
  <inkml:trace contextRef="#ctx0" brushRef="#br0">8800.000000 7150.000000 767,'-25.000000'-91.000000'17,"0.000000"19.000000"0 ,0.000000 19.000000 1,0.000000 19.000000 2,0.000000 10.000000-1,0.000000 4.000000 0,0.000000 3.000000-1,0.000000 3.000000 0,1.000000 14.000000-2,4.000000 25.000000 0,3.000000 25.000000-2,3.000000 25.000000 0,1.000000 12.000000-3,1.000000 1.000000-2,-1.000000-1.000000-4,1.000000 1.000000-4,4.000000 4.000000-1,9.000000 9.000000-1,10.000000 10.000000-1,10.000000 10.000000-2,7.000000-9.000000-1,6.000000-24.000000-1,7.000000-26.000000-3,6.000000-24.000000-2,4.000000-21.000000 0,4.000000-16.000000-1,3.000000-15.000000 0,3.000000-15.000000-1,-1.000000-17.000000 1,-2.000000-15.000000 1,-3.000000-15.000000-1,-3.000000-16.000000 2,-6.000000-7.000000-2,-5.000000 4.000000 0,-7.000000 3.000000-1,-5.000000 3.000000-1,-11.000000 7.000000-1,-11.000000 14.000000 0,-14.000000 11.000000 0,-11.000000 14.000000-1,-7.000000 8.000000 0,0.000000 7.000000-2,0.000000 6.000000-2,0.000000 7.000000-1,1.000000 4.000000 0,4.000000 3.000000 3,3.000000 3.000000 3,3.000000 4.000000 3</inkml:trace>
</inkml:ink>
</file>

<file path=ppt/ink/ink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50"/>
    </inkml:context>
    <inkml:brush xml:id="br0">
      <inkml:brushProperty name="width" value="0.0223625581711531" units="cm"/>
      <inkml:brushProperty name="height" value="0.0223625581711531" units="cm"/>
      <inkml:brushProperty name="color" value="#000000"/>
      <inkml:brushProperty name="ignorePressure" value="0"/>
    </inkml:brush>
  </inkml:definitions>
  <inkml:trace contextRef="#ctx0" brushRef="#br0">10750.000000 6750.000000 655,'21.000000'-94.000000'2,"-5.000000"13.000000"1 ,-7.000000 12.000000 3,-5.000000 13.000000 2,-8.000000 7.000000 3,-5.000000 4.000000 3,-7.000000 3.000000 4,-5.000000 3.000000 3,-11.000000 7.000000 0,-11.000000 14.000000-3,-14.000000 11.000000-2,-11.000000 14.000000-4,-9.000000 14.000000-1,-3.000000 20.000000-1,-3.000000 18.000000-1,-2.000000 20.000000-1,5.000000 11.000000-1,16.000000 7.000000-1,15.000000 6.000000 0,17.000000 7.000000 0,13.000000-3.000000-4,13.000000-8.000000-4,12.000000-10.000000-4,13.000000-9.000000-6,9.000000-13.000000-3,6.000000-16.000000-3,7.000000-15.000000-2,6.000000-15.000000-3,6.000000-18.000000-3,6.000000-19.000000-3,7.000000-18.000000-3,6.000000-19.000000-3,-1.000000-12.000000 1,-5.000000-2.000000 5,-7.000000-3.000000 6,-5.000000-3.000000 5,-11.000000-1.000000 4,-11.000000 4.000000 3,-14.000000 3.000000 3,-11.000000 3.000000 2,-7.000000 24.000000 9,0.000000 48.000000 16,0.000000 47.000000 14,0.000000 47.000000 15,0.000000 27.000000 5,0.000000 10.000000-4,0.000000 10.000000-6,0.000000 9.000000-6,1.000000 12.000000-3,4.000000 16.000000-4,3.000000 15.000000-3,3.000000 17.000000-4,-2.000000 3.000000-2,-6.000000-5.000000-2,-6.000000-7.000000-1,-6.000000-5.000000-2,-6.000000-20.000000-4,-2.000000-31.000000-7,-3.000000-31.000000-5,-3.000000-31.000000-8,-1.000000-34.000000-8,4.000000-33.000000-13,3.000000-35.000000-10,3.000000-34.000000-12,1.000000-16.000000-5,1.000000 3.000000 2,-1.000000 3.000000 2,1.000000 4.000000 2</inkml:trace>
</inkml:ink>
</file>

<file path=ppt/ink/ink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7:50"/>
    </inkml:context>
    <inkml:brush xml:id="br0">
      <inkml:brushProperty name="width" value="0.0219105686992407" units="cm"/>
      <inkml:brushProperty name="height" value="0.0219105686992407" units="cm"/>
      <inkml:brushProperty name="color" value="#000000"/>
      <inkml:brushProperty name="ignorePressure" value="0"/>
    </inkml:brush>
  </inkml:definitions>
  <inkml:trace contextRef="#ctx0" brushRef="#br0">11650.000000 6650.000000 669,'0.000000'50.000000'67,"0.000000"0.000000"-12 ,0.000000 0.000000-12,0.000000 0.000000-14,7.000000-2.000000-6,17.000000-3.000000-1,15.000000-3.000000 0,16.000000-2.000000 0,10.000000-12.000000-3,7.000000-19.000000-5,6.000000-18.000000-5,7.000000-19.000000-4,0.000000-19.000000-4,-2.000000-19.000000-6,-3.000000-18.000000-4,-3.000000-19.000000-5,-10.000000-8.000000-2,-16.000000 3.000000 0,-15.000000 3.000000-1,-15.000000 4.000000 0,-25.000000 11.000000-1,-30.000000 23.000000-3,-32.000000 22.000000-4,-30.000000 22.000000-3,-12.000000 18.000000-1,9.000000 16.000000 3,10.000000 15.000000 2,10.000000 17.000000 3,7.000000 7.000000 0,6.000000 0.000000-4,7.000000 0.000000-3,6.000000 0.000000-4</inkml:trace>
</inkml:ink>
</file>

<file path=ppt/ink/ink1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4"/>
    </inkml:context>
    <inkml:brush xml:id="br0">
      <inkml:brushProperty name="width" value="0.029741084203124" units="cm"/>
      <inkml:brushProperty name="height" value="0.029741084203124" units="cm"/>
      <inkml:brushProperty name="color" value="#000000"/>
      <inkml:brushProperty name="ignorePressure" value="0"/>
    </inkml:brush>
  </inkml:definitions>
  <inkml:trace contextRef="#ctx0" brushRef="#br0">6100.000000 13900.000000 493,'-90.000000'-24.000000'-4,"23.000000"4.000000"1 ,22.000000 3.000000 1,22.000000 3.000000 1,7.000000-1.000000-1,-6.000000-2.000000 0,-6.000000-3.000000-2,-6.000000-3.000000-1,-1.000000-6.000000 3,7.000000-5.000000 6,6.000000-7.000000 7,7.000000-5.000000 6,4.000000-3.000000 5,3.000000 4.000000 2,3.000000 3.000000 2,4.000000 3.000000 2,2.000000 3.000000 1,4.000000 3.000000-1,3.000000 3.000000-2,3.000000 4.000000-1,3.000000 7.000000 0,3.000000 13.000000-1,3.000000 12.000000 0,4.000000 13.000000-1,-3.000000 18.000000 1,-5.000000 26.000000 1,-7.000000 24.000000 0,-5.000000 26.000000 2,-4.000000 22.000000-2,0.000000 23.000000-4,0.000000 22.000000-2,0.000000 22.000000-4,-5.000000 12.000000-5,-9.000000 3.000000-5,-10.000000 3.000000-7,-8.000000 4.000000-5,-1.000000-12.000000-8,9.000000-24.000000-9,10.000000-26.000000-8,10.000000-24.000000-10,7.000000-28.000000-4,6.000000-27.000000 0,7.000000-28.000000-1,6.000000-28.000000-1,1.000000-18.000000 1,-3.000000-6.000000 0,-3.000000-6.000000 2,-2.000000-6.000000 0</inkml:trace>
</inkml:ink>
</file>

<file path=ppt/ink/ink1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4"/>
    </inkml:context>
    <inkml:brush xml:id="br0">
      <inkml:brushProperty name="width" value="0.0290440265089273" units="cm"/>
      <inkml:brushProperty name="height" value="0.0290440265089273" units="cm"/>
      <inkml:brushProperty name="color" value="#000000"/>
      <inkml:brushProperty name="ignorePressure" value="0"/>
    </inkml:brush>
  </inkml:definitions>
  <inkml:trace contextRef="#ctx0" brushRef="#br0">5900.000000 14800.000000 504,'1.000000'-47.000000'83,"4.000000"6.000000"-11 ,3.000000 7.000000-13,3.000000 6.000000-12,6.000000 6.000000-7,9.000000 6.000000-5,10.000000 7.000000-3,10.000000 6.000000-5,8.000000 1.000000-2,10.000000-3.000000-4,10.000000-3.000000-1,9.000000-2.000000-3,7.000000-3.000000-4,7.000000 1.000000-8,6.000000-1.000000-8,7.000000 1.000000-7,-1.000000-1.000000-8,-6.000000 1.000000-8,-6.000000-1.000000-9,-6.000000 1.000000-8,-10.000000 1.000000-5,-12.000000 3.000000-2,-13.000000 3.000000-2,-12.000000 4.000000-2</inkml:trace>
</inkml:ink>
</file>

<file path=ppt/ink/ink1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4"/>
    </inkml:context>
    <inkml:brush xml:id="br0">
      <inkml:brushProperty name="width" value="0.0302068460732698" units="cm"/>
      <inkml:brushProperty name="height" value="0.0302068460732698" units="cm"/>
      <inkml:brushProperty name="color" value="#000000"/>
      <inkml:brushProperty name="ignorePressure" value="0"/>
    </inkml:brush>
  </inkml:definitions>
  <inkml:trace contextRef="#ctx0" brushRef="#br0">7300.000000 13500.000000 485,'0.000000'114.000000'148,"0.000000"-22.000000"-35 ,0.000000-22.000000-35,0.000000-21.000000-35,0.000000-7.000000-19,0.000000 9.000000-3,0.000000 10.000000-3,0.000000 10.000000-1,-2.000000 29.000000-3,-3.000000 50.000000-1,-3.000000 50.000000-2,-2.000000 50.000000-1,0.000000 10.000000-5,7.000000-27.000000-10,6.000000-28.000000-10,7.000000-28.000000-9,4.000000-29.000000-7,3.000000-28.000000-5,3.000000-28.000000-5,4.000000-27.000000-5,1.000000-20.000000-5,0.000000-9.000000-4,0.000000-10.000000-6,0.000000-8.000000-4</inkml:trace>
</inkml:ink>
</file>

<file path=ppt/ink/ink1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5"/>
    </inkml:context>
    <inkml:brush xml:id="br0">
      <inkml:brushProperty name="width" value="0.0273900832980871" units="cm"/>
      <inkml:brushProperty name="height" value="0.0273900832980871" units="cm"/>
      <inkml:brushProperty name="color" value="#000000"/>
      <inkml:brushProperty name="ignorePressure" value="0"/>
    </inkml:brush>
  </inkml:definitions>
  <inkml:trace contextRef="#ctx0" brushRef="#br0">8150.000000 14600.000000 535,'3.000000'210.000000'150,"6.000000"-27.000000"-34 ,7.000000-28.000000-37,6.000000-28.000000-34,4.000000-21.000000-20,4.000000-12.000000-6,3.000000-13.000000-4,3.000000-12.000000-4,1.000000-16.000000-6,1.000000-19.000000-6,-1.000000-18.000000-6,1.000000-19.000000-6,-3.000000-22.000000-3,-2.000000-25.000000-1,-3.000000-25.000000-1,-3.000000-25.000000 0,-6.000000-11.000000-1,-5.000000 3.000000 0,-7.000000 3.000000 2,-5.000000 4.000000 0,-8.000000 8.000000 0,-5.000000 17.000000 1,-7.000000 15.000000-1,-5.000000 16.000000 1,-4.000000 12.000000-2,0.000000 9.000000-3,0.000000 10.000000-3,0.000000 10.000000-2,0.000000 7.000000-1,0.000000 6.000000 2,0.000000 7.000000 2,0.000000 6.000000 1,1.000000 1.000000 0,4.000000-3.000000-1,3.000000-3.000000-2,3.000000-2.000000-2</inkml:trace>
</inkml:ink>
</file>

<file path=ppt/ink/ink1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5"/>
    </inkml:context>
    <inkml:brush xml:id="br0">
      <inkml:brushProperty name="width" value="0.0266433395445347" units="cm"/>
      <inkml:brushProperty name="height" value="0.0266433395445347" units="cm"/>
      <inkml:brushProperty name="color" value="#000000"/>
      <inkml:brushProperty name="ignorePressure" value="0"/>
    </inkml:brush>
  </inkml:definitions>
  <inkml:trace contextRef="#ctx0" brushRef="#br0">9100.000000 14600.000000 550,'21.000000'-19.000000'68,"-5.000000"13.000000"-4 ,-7.000000 12.000000-5,-5.000000 13.000000-6,-4.000000 13.000000-5,0.000000 17.000000-8,0.000000 15.000000-8,0.000000 16.000000-7,0.000000 10.000000-6,0.000000 7.000000-4,0.000000 6.000000-3,0.000000 7.000000-4,0.000000-4.000000-4,0.000000-12.000000-1,0.000000-13.000000-4,0.000000-12.000000-2,0.000000-12.000000-4,0.000000-8.000000-5,0.000000-10.000000-5,0.000000-9.000000-5,1.000000-16.000000-4,4.000000-22.000000-1,3.000000-22.000000-1,3.000000-21.000000-3,6.000000-17.000000 0,9.000000-8.000000 1,10.000000-10.000000 1,10.000000-9.000000 1,7.000000-2.000000 3,6.000000 6.000000 8,7.000000 7.000000 6,6.000000 6.000000 7,1.000000 7.000000 6,-3.000000 10.000000 4,-3.000000 10.000000 4,-2.000000 9.000000 4,-8.000000 13.000000 3,-8.000000 20.000000 3,-10.000000 18.000000 3,-9.000000 20.000000 2,-9.000000 13.000000 1,-5.000000 9.000000-1,-7.000000 10.000000-1,-5.000000 10.000000-1,-4.000000 4.000000 0,0.000000 0.000000-2,0.000000 0.000000-1,0.000000 0.000000-1,-2.000000-13.000000-7,-3.000000-24.000000-14,-3.000000-26.000000-14,-2.000000-24.000000-14,3.000000-21.000000-6,14.000000-16.000000-1,11.000000-15.000000 0,14.000000-15.000000 0,7.000000-6.000000 3,3.000000 7.000000 6,3.000000 6.000000 7,4.000000 7.000000 6,-1.000000 8.000000 5,-3.000000 14.000000 5,-3.000000 11.000000 4,-2.000000 14.000000 5,-6.000000 14.000000 6,-6.000000 20.000000 6,-6.000000 18.000000 6,-6.000000 20.000000 7,-6.000000 10.000000 2,-2.000000 3.000000-1,-3.000000 3.000000-1,-3.000000 4.000000-1,-1.000000-3.000000-8,4.000000-5.000000-14,3.000000-7.000000-15,3.000000-5.000000-15,3.000000-9.000000-10,3.000000-9.000000-7,3.000000-10.000000-8,4.000000-8.000000-6</inkml:trace>
</inkml:ink>
</file>

<file path=ppt/ink/ink1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5"/>
    </inkml:context>
    <inkml:brush xml:id="br0">
      <inkml:brushProperty name="width" value="0.0248780697584152" units="cm"/>
      <inkml:brushProperty name="height" value="0.0248780697584152" units="cm"/>
      <inkml:brushProperty name="color" value="#000000"/>
      <inkml:brushProperty name="ignorePressure" value="0"/>
    </inkml:brush>
  </inkml:definitions>
  <inkml:trace contextRef="#ctx0" brushRef="#br0">11050.000000 15000.000000 589,'1.000000'45.000000'67,"4.000000"-9.000000"-10 ,3.000000-10.000000-10,3.000000-8.000000-10,4.000000-8.000000-7,7.000000-2.000000-1,6.000000-3.000000-3,7.000000-3.000000-1,8.000000-10.000000-5,14.000000-16.000000-3,11.000000-15.000000-5,14.000000-15.000000-5,0.000000-9.000000-3,-8.000000 1.000000-3,-10.000000-1.000000-3,-9.000000 1.000000-2,-7.000000-3.000000-3,-3.000000-2.000000-3,-3.000000-3.000000-3,-2.000000-3.000000-2,-12.000000 4.000000-1,-19.000000 13.000000 2,-18.000000 12.000000 2,-19.000000 13.000000 2,-16.000000 13.000000 3,-12.000000 17.000000 2,-13.000000 15.000000 3,-12.000000 16.000000 2,-2.000000 10.000000 2,9.000000 7.000000 1,10.000000 6.000000 2,10.000000 7.000000 0,7.000000 10.000000 5,6.000000 16.000000 5,7.000000 15.000000 7,6.000000 17.000000 7,10.000000 0.000000-2,17.000000-11.000000-8,15.000000-14.000000-9,16.000000-11.000000-8,20.000000-14.000000-7,25.000000-11.000000-3,25.000000-14.000000-3,25.000000-11.000000-3,3.000000-11.000000-12,-19.000000-5.000000-21,-18.000000-7.000000-19,-19.000000-5.000000-21</inkml:trace>
</inkml:ink>
</file>

<file path=ppt/ink/ink1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6"/>
    </inkml:context>
    <inkml:brush xml:id="br0">
      <inkml:brushProperty name="width" value="0.0280035771429539" units="cm"/>
      <inkml:brushProperty name="height" value="0.0280035771429539" units="cm"/>
      <inkml:brushProperty name="color" value="#000000"/>
      <inkml:brushProperty name="ignorePressure" value="0"/>
    </inkml:brush>
  </inkml:definitions>
  <inkml:trace contextRef="#ctx0" brushRef="#br0">25350.000000 12800.000000 523,'-49.000000'-25.000000'1,"4.000000"0.000000"-1 ,3.000000 0.000000 2,3.000000 0.000000 0,1.000000 1.000000 6,1.000000 4.000000 12,-1.000000 3.000000 11,1.000000 3.000000 12,-3.000000 3.000000 2,-2.000000 3.000000-6,-3.000000 3.000000-7,-3.000000 4.000000-6,-7.000000 16.000000-5,-9.000000 32.000000-2,-10.000000 31.000000-2,-8.000000 32.000000-3,-4.000000 22.000000 0,3.000000 17.000000-1,3.000000 15.000000 1,4.000000 16.000000 0,7.000000 5.000000-1,13.000000-2.000000-1,12.000000-3.000000-1,13.000000-3.000000-1,10.000000 4.000000 0,10.000000 13.000000-1,10.000000 12.000000 1,9.000000 13.000000 0,10.000000-18.000000-1,14.000000-46.000000-4,11.000000-47.000000-3,14.000000-47.000000-3,8.000000-33.000000-4,7.000000-19.000000-6,6.000000-18.000000-6,7.000000-19.000000-4,5.000000-22.000000-7,7.000000-25.000000-3,6.000000-25.000000-6,7.000000-25.000000-5,-3.000000-13.000000 0,-8.000000 1.000000 3,-10.000000-1.000000 4,-9.000000 1.000000 3,-12.000000 8.000000 5,-11.000000 20.000000 5,-14.000000 18.000000 5,-11.000000 20.000000 6,-14.000000 19.000000 10,-11.000000 22.000000 12,-14.000000 22.000000 14,-11.000000 23.000000 12,-7.000000 19.000000 5,0.000000 19.000000-2,0.000000 19.000000-2,0.000000 19.000000-4,3.000000 9.000000-4,6.000000 0.000000-7,7.000000 0.000000-8,6.000000 0.000000-8,3.000000-7.000000-8,0.000000-11.000000-10,0.000000-14.000000-11,0.000000-11.000000-9,3.000000-15.000000-10,6.000000-16.000000-8,7.000000-15.000000-8,6.000000-15.000000-8</inkml:trace>
</inkml:ink>
</file>

<file path=ppt/ink/ink1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6"/>
    </inkml:context>
    <inkml:brush xml:id="br0">
      <inkml:brushProperty name="width" value="0.0245741941034794" units="cm"/>
      <inkml:brushProperty name="height" value="0.0245741941034794" units="cm"/>
      <inkml:brushProperty name="color" value="#000000"/>
      <inkml:brushProperty name="ignorePressure" value="0"/>
    </inkml:brush>
  </inkml:definitions>
  <inkml:trace contextRef="#ctx0" brushRef="#br0">24900.000000 14250.000000 596,'-41.000000'1.000000'38,"19.000000"4.000000"10 ,19.000000 3.000000 13,19.000000 3.000000 11,18.000000-1.000000-3,19.000000-2.000000-15,19.000000-3.000000-18,19.000000-3.000000-15,10.000000-2.000000-16,4.000000 0.000000-16,3.000000 0.000000-14,3.000000 0.000000-15,-10.000000 1.000000-3,-21.000000 4.000000 9,-22.000000 3.000000 8,-22.000000 3.000000 10,-10.000000 1.000000-3,4.000000 1.000000-13,3.000000-1.000000-14,3.000000 1.000000-13</inkml:trace>
</inkml:ink>
</file>

<file path=ppt/ink/ink1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6"/>
    </inkml:context>
    <inkml:brush xml:id="br0">
      <inkml:brushProperty name="width" value="0.0253955647349358" units="cm"/>
      <inkml:brushProperty name="height" value="0.0253955647349358" units="cm"/>
      <inkml:brushProperty name="color" value="#000000"/>
      <inkml:brushProperty name="ignorePressure" value="0"/>
    </inkml:brush>
  </inkml:definitions>
  <inkml:trace contextRef="#ctx0" brushRef="#br0">26900.000000 14350.000000 577,'-71.000000'-69.000000'28,"10.000000"13.000000"6 ,10.000000 12.000000 4,9.000000 13.000000 5,6.000000 7.000000 0,3.000000 4.000000-4,3.000000 3.000000-6,4.000000 3.000000-5,-3.000000 7.000000-3,-5.000000 14.000000-3,-7.000000 11.000000-1,-5.000000 14.000000-3,-1.000000 11.000000-3,6.000000 14.000000-4,7.000000 11.000000-3,6.000000 14.000000-4,6.000000 7.000000-2,6.000000 3.000000 1,7.000000 3.000000 0,6.000000 4.000000 0,3.000000-4.000000-2,0.000000-9.000000-1,0.000000-10.000000-3,0.000000-8.000000-3,4.000000-12.000000-2,10.000000-12.000000-2,10.000000-13.000000-2,9.000000-12.000000-2,7.000000-16.000000-2,7.000000-19.000000-1,6.000000-18.000000-1,7.000000-19.000000-2,0.000000-13.000000-1,-2.000000-6.000000-2,-3.000000-6.000000-3,-3.000000-6.000000-2,-6.000000 2.000000 2,-5.000000 14.000000 3,-7.000000 11.000000 3,-5.000000 14.000000 5,-6.000000 7.000000 5,-3.000000 3.000000 7,-3.000000 3.000000 8,-2.000000 4.000000 8,-5.000000 8.000000 5,-2.000000 17.000000 6,-3.000000 15.000000 4,-3.000000 16.000000 5,-4.000000 10.000000-1,-3.000000 7.000000-8,-3.000000 6.000000-7,-2.000000 7.000000-7,0.000000 0.000000-10,7.000000-2.000000-10,6.000000-3.000000-12,7.000000-3.000000-10,2.000000-7.000000-8,1.000000-9.000000-7,-1.000000-10.000000-5,1.000000-8.000000-7</inkml:trace>
</inkml:ink>
</file>

<file path=ppt/ink/ink1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7"/>
    </inkml:context>
    <inkml:brush xml:id="br0">
      <inkml:brushProperty name="width" value="0.0266210157424212" units="cm"/>
      <inkml:brushProperty name="height" value="0.0266210157424212" units="cm"/>
      <inkml:brushProperty name="color" value="#000000"/>
      <inkml:brushProperty name="ignorePressure" value="0"/>
    </inkml:brush>
  </inkml:definitions>
  <inkml:trace contextRef="#ctx0" brushRef="#br0">27650.000000 14300.000000 550,'-22.000000'73.000000'101,"6.000000"-3.000000"-17 ,7.000000-3.000000-16,6.000000-2.000000-17,-1.000000 3.000000-10,-5.000000 14.000000-8,-7.000000 11.000000-6,-5.000000 14.000000-8,-4.000000-1.000000-5,0.000000-12.000000-6,0.000000-13.000000-4,0.000000-12.000000-7,3.000000-12.000000-4,6.000000-8.000000-7,7.000000-10.000000-5,6.000000-9.000000-6,7.000000-20.000000-4,10.000000-27.000000-3,10.000000-28.000000-4,9.000000-28.000000-3,6.000000-17.000000-1,3.000000-2.000000 3,3.000000-3.000000 3,4.000000-3.000000 3,2.000000 1.000000 4,4.000000 6.000000 5,3.000000 7.000000 5,3.000000 6.000000 7,-2.000000 9.000000 3,-6.000000 13.000000 3,-6.000000 12.000000 3,-6.000000 13.000000 2,-6.000000 13.000000 6,-2.000000 17.000000 8,-3.000000 15.000000 8,-3.000000 16.000000 7,-6.000000 12.000000 4,-5.000000 9.000000-1,-7.000000 10.000000 0,-5.000000 10.000000-1,-6.000000 4.000000-2,-3.000000 0.000000-3,-3.000000 0.000000-2,-2.000000 0.000000-4,-3.000000-7.000000-5,1.000000-11.000000-7,-1.000000-14.000000-8,1.000000-11.000000-7,1.000000-14.000000-7,3.000000-11.000000-5,3.000000-14.000000-5,4.000000-11.000000-5,4.000000-15.000000-3,6.000000-16.000000 0,7.000000-15.000000-1,6.000000-15.000000-1,6.000000-6.000000 3,6.000000 7.000000 6,7.000000 6.000000 4,6.000000 7.000000 5,-1.000000 8.000000 3,-5.000000 14.000000 0,-7.000000 11.000000-1,-5.000000 14.000000-1,-6.000000 8.000000 1,-3.000000 7.000000 0,-3.000000 6.000000 1,-2.000000 7.000000 0,-5.000000 10.000000 12,-2.000000 16.000000 20,-3.000000 15.000000 22,-3.000000 17.000000 21,-1.000000 3.000000 2,4.000000-5.000000-16,3.000000-7.000000-16,3.000000-5.000000-17,1.000000-8.000000-13,1.000000-5.000000-7,-1.000000-7.000000-10,1.000000-5.000000-8,1.000000-6.000000-8,3.000000-3.000000-7,3.000000-3.000000-8,4.000000-2.000000-7</inkml:trace>
</inkml:ink>
</file>

<file path=ppt/ink/ink1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07"/>
    </inkml:context>
    <inkml:brush xml:id="br0">
      <inkml:brushProperty name="width" value="0.0238398537039757" units="cm"/>
      <inkml:brushProperty name="height" value="0.0238398537039757" units="cm"/>
      <inkml:brushProperty name="color" value="#000000"/>
      <inkml:brushProperty name="ignorePressure" value="0"/>
    </inkml:brush>
  </inkml:definitions>
  <inkml:trace contextRef="#ctx0" brushRef="#br0">29200.000000 14850.000000 615,'-21.000000'23.000000'6,"10.000000"-3.000000"14 ,10.000000-3.000000 13,9.000000-2.000000 14,10.000000-9.000000 1,14.000000-12.000000-10,11.000000-13.000000-9,14.000000-12.000000-10,5.000000-10.000000-8,1.000000-6.000000-4,-1.000000-6.000000-5,1.000000-6.000000-6,-4.000000-6.000000-2,-6.000000-2.000000-2,-6.000000-3.000000-1,-6.000000-3.000000-2,-7.000000 2.000000 1,-6.000000 10.000000 1,-6.000000 10.000000 0,-6.000000 9.000000 2,-13.000000 7.000000 1,-19.000000 7.000000 0,-18.000000 6.000000 0,-19.000000 7.000000 0,-12.000000 13.000000 1,-2.000000 22.000000 2,-3.000000 22.000000 3,-3.000000 23.000000 2,2.000000 13.000000 4,10.000000 6.000000 4,10.000000 7.000000 6,9.000000 6.000000 4,9.000000-1.000000 5,9.000000-5.000000 4,10.000000-7.000000 5,10.000000-5.000000 3,21.000000-9.000000-5,34.000000-9.000000-15,35.000000-10.000000-15,35.000000-8.000000-16,5.000000-12.000000-16,-21.000000-12.000000-19,-22.000000-13.000000-19,-22.000000-12.000000-18</inkml:trace>
</inkml:ink>
</file>

<file path=ppt/ink/ink1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0"/>
    </inkml:context>
    <inkml:brush xml:id="br0">
      <inkml:brushProperty name="width" value="0.0303503926843405" units="cm"/>
      <inkml:brushProperty name="height" value="0.0303503926843405" units="cm"/>
      <inkml:brushProperty name="color" value="#000000"/>
      <inkml:brushProperty name="ignorePressure" value="0"/>
    </inkml:brush>
  </inkml:definitions>
  <inkml:trace contextRef="#ctx0" brushRef="#br0">44050.000000 12750.000000 483,'-24.000000'-116.000000'0,"4.000000"19.000000"-2 ,3.000000 19.000000-2,3.000000 19.000000-1,1.000000 9.000000 2,1.000000 0.000000 8,-1.000000 0.000000 8,1.000000 0.000000 7,-3.000000-2.000000 7,-2.000000-3.000000 7,-3.000000-3.000000 5,-3.000000-2.000000 6,-4.000000 3.000000 1,-3.000000 14.000000-7,-3.000000 11.000000-5,-2.000000 14.000000-6,-8.000000 11.000000-4,-8.000000 14.000000-4,-10.000000 11.000000-3,-9.000000 14.000000-4,-12.000000 22.000000-1,-11.000000 35.000000-1,-14.000000 35.000000 0,-11.000000 34.000000-1,-7.000000 27.000000-1,0.000000 23.000000 0,0.000000 22.000000-1,0.000000 22.000000-1,7.000000 8.000000-1,17.000000-2.000000 1,15.000000-3.000000 0,16.000000-3.000000-1,21.000000-15.000000 1,29.000000-24.000000-2,28.000000-26.000000 0,28.000000-24.000000 0,23.000000-24.000000-4,19.000000-22.000000-3,19.000000-22.000000-3,19.000000-21.000000-5,10.000000-21.000000-4,4.000000-19.000000-3,3.000000-18.000000-4,3.000000-19.000000-3,-1.000000-21.000000-3,-2.000000-21.000000-3,-3.000000-22.000000-2,-3.000000-22.000000-1,-6.000000-16.000000-2,-5.000000-9.000000 3,-7.000000-10.000000 2,-5.000000-8.000000 2,-9.000000-1.000000 2,-9.000000 9.000000 6,-10.000000 10.000000 4,-8.000000 10.000000 4,-11.000000 8.000000 3,-8.000000 10.000000-2,-10.000000 10.000000 1,-9.000000 9.000000-2,-13.000000 15.000000 8,-16.000000 22.000000 17,-15.000000 22.000000 16,-15.000000 23.000000 17,-9.000000 17.000000 4,1.000000 17.000000-7,-1.000000 15.000000-7,1.000000 16.000000-6,4.000000 7.000000-6,9.000000 1.000000-3,10.000000-1.000000-3,10.000000 1.000000-5,7.000000-4.000000-2,6.000000-6.000000-4,7.000000-6.000000-2,6.000000-6.000000-3,9.000000-12.000000-2,13.000000-15.000000-1,12.000000-15.000000 0,13.000000-16.000000 0,6.000000-19.000000-2,0.000000-22.000000-2,0.000000-22.000000-2,0.000000-21.000000-3,-4.000000-14.000000 0,-5.000000-2.000000-2,-7.000000-3.000000-1,-5.000000-3.000000 0,-11.000000 2.000000 0,-11.000000 10.000000 1,-14.000000 10.000000 2,-11.000000 9.000000 1,-15.000000 10.000000 2,-16.000000 14.000000-1,-15.000000 11.000000 0,-15.000000 14.000000 0,-9.000000 10.000000-2,1.000000 9.000000-5,-1.000000 10.000000-5,1.000000 10.000000-4,4.000000 4.000000-3,9.000000 0.000000 2,10.000000 0.000000 0,10.000000 0.000000 1,5.000000-2.000000 0,4.000000-3.000000-2,3.000000-3.000000-2,3.000000-2.000000-2</inkml:trace>
</inkml:ink>
</file>

<file path=ppt/ink/ink1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1"/>
    </inkml:context>
    <inkml:brush xml:id="br0">
      <inkml:brushProperty name="width" value="0.0267407651990652" units="cm"/>
      <inkml:brushProperty name="height" value="0.0267407651990652" units="cm"/>
      <inkml:brushProperty name="color" value="#000000"/>
      <inkml:brushProperty name="ignorePressure" value="0"/>
    </inkml:brush>
  </inkml:definitions>
  <inkml:trace contextRef="#ctx0" brushRef="#br0">45500.000000 14000.000000 548,'23.000000'-18.000000'49,"-3.000000"17.000000"4 ,-3.000000 15.000000 4,-2.000000 16.000000 3,-6.000000 15.000000-3,-6.000000 16.000000-10,-6.000000 15.000000-10,-6.000000 17.000000-11,-4.000000 8.000000-7,1.000000 4.000000-2,-1.000000 3.000000-4,1.000000 3.000000-3,-3.000000-7.000000-4,-2.000000-15.000000-5,-3.000000-15.000000-7,-3.000000-16.000000-4,7.000000-29.000000-10,19.000000-40.000000-14,19.000000-40.000000-12,19.000000-41.000000-14,9.000000-18.000000-1,0.000000 7.000000 10,0.000000 6.000000 10,0.000000 7.000000 10,0.000000 5.000000 8,0.000000 7.000000 6,0.000000 6.000000 5,0.000000 7.000000 6,-2.000000 8.000000 6,-3.000000 14.000000 5,-3.000000 11.000000 6,-2.000000 14.000000 6,-6.000000 16.000000 3,-6.000000 22.000000 4,-6.000000 22.000000 2,-6.000000 23.000000 4,-7.000000 11.000000 1,-6.000000 4.000000 1,-6.000000 3.000000 0,-6.000000 3.000000-1,-4.000000-2.000000-1,1.000000-6.000000-6,-1.000000-6.000000-5,1.000000-6.000000-5,-1.000000-9.000000-6,1.000000-8.000000-5,-1.000000-10.000000-6,1.000000-9.000000-5,2.000000-16.000000-6,7.000000-22.000000-7,6.000000-22.000000-8,7.000000-21.000000-6,7.000000-15.000000-3,9.000000-6.000000 2,10.000000-6.000000 2,10.000000-6.000000 3,5.000000-2.000000 3,4.000000 3.000000 6,3.000000 3.000000 6,3.000000 4.000000 6,1.000000 7.000000 4,1.000000 13.000000 1,-1.000000 12.000000 2,1.000000 13.000000 1,-7.000000 13.000000 5,-12.000000 17.000000 8,-13.000000 15.000000 6,-12.000000 16.000000 8,-10.000000 15.000000 7,-6.000000 16.000000 3,-6.000000 15.000000 6,-6.000000 17.000000 3,-2.000000 3.000000-3,3.000000-5.000000-15,3.000000-7.000000-13,4.000000-5.000000-13,4.000000-11.000000-10,6.000000-11.000000-2,7.000000-14.000000-4,6.000000-11.000000-2</inkml:trace>
</inkml:ink>
</file>

<file path=ppt/ink/ink1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1"/>
    </inkml:context>
    <inkml:brush xml:id="br0">
      <inkml:brushProperty name="width" value="0.0259162038564682" units="cm"/>
      <inkml:brushProperty name="height" value="0.0259162038564682" units="cm"/>
      <inkml:brushProperty name="color" value="#000000"/>
      <inkml:brushProperty name="ignorePressure" value="0"/>
    </inkml:brush>
  </inkml:definitions>
  <inkml:trace contextRef="#ctx0" brushRef="#br0">47650.000000 14050.000000 565,'-66.000000'46.000000'46,"19.000000"-5.000000"-3 ,19.000000-7.000000-3,19.000000-5.000000-2,9.000000-1.000000-3,0.000000 6.000000-2,0.000000 7.000000-4,0.000000 6.000000-3,-2.000000 6.000000-2,-3.000000 6.000000-1,-3.000000 7.000000-2,-2.000000 6.000000-2,-1.000000-1.000000-1,3.000000-5.000000-3,3.000000-7.000000-2,4.000000-5.000000-3,2.000000-15.000000-9,4.000000-22.000000-14,3.000000-22.000000-15,3.000000-21.000000-15,6.000000-17.000000-6,9.000000-8.000000 2,10.000000-10.000000 3,10.000000-9.000000 2,2.000000-4.000000 6,-3.000000 4.000000 7,-3.000000 3.000000 8,-2.000000 3.000000 8,-3.000000 6.000000 7,1.000000 9.000000 4,-1.000000 10.000000 4,1.000000 10.000000 5,-4.000000 8.000000 6,-6.000000 10.000000 4,-6.000000 10.000000 6,-6.000000 9.000000 6,-6.000000 12.000000 3,-2.000000 16.000000 1,-3.000000 15.000000 1,-3.000000 17.000000 2,-4.000000 5.000000-1,-3.000000-3.000000-6,-3.000000-3.000000-4,-2.000000-2.000000-6,-3.000000-5.000000-4,1.000000-2.000000-5,-1.000000-3.000000-5,1.000000-3.000000-6,5.000000-21.000000-10,14.000000-37.000000-18,11.000000-38.000000-16,14.000000-37.000000-17,8.000000-16.000000-2,7.000000 6.000000 12,6.000000 7.000000 12,7.000000 6.000000 13,0.000000 7.000000 8,-2.000000 10.000000 6,-3.000000 10.000000 4,-3.000000 9.000000 5,-7.000000 10.000000 8,-9.000000 14.000000 8,-10.000000 11.000000 9,-8.000000 14.000000 9,-8.000000 11.000000 3,-2.000000 14.000000 0,-3.000000 11.000000-1,-3.000000 14.000000 0,-4.000000 5.000000-4,-3.000000 1.000000-6,-3.000000-1.000000-5,-2.000000 1.000000-5,-1.000000-4.000000-10,3.000000-6.000000-13,3.000000-6.000000-13,4.000000-6.000000-13,2.000000-7.000000-8,4.000000-6.000000-5,3.000000-6.000000-5,3.000000-6.000000-4</inkml:trace>
</inkml:ink>
</file>

<file path=ppt/ink/ink1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1"/>
    </inkml:context>
    <inkml:brush xml:id="br0">
      <inkml:brushProperty name="width" value="0.0277815461158752" units="cm"/>
      <inkml:brushProperty name="height" value="0.0277815461158752" units="cm"/>
      <inkml:brushProperty name="color" value="#000000"/>
      <inkml:brushProperty name="ignorePressure" value="0"/>
    </inkml:brush>
  </inkml:definitions>
  <inkml:trace contextRef="#ctx0" brushRef="#br0">49100.000000 14150.000000 527,'0.000000'51.000000'158,"0.000000"4.000000"-37 ,0.000000 3.000000-36,0.000000 3.000000-37,1.000000 1.000000-21,4.000000 1.000000-8,3.000000-1.000000-8,3.000000 1.000000-7,3.000000-7.000000-8,3.000000-12.000000-6,3.000000-13.000000-7,4.000000-12.000000-7,4.000000-13.000000-6,6.000000-12.000000-6,7.000000-13.000000-6,6.000000-12.000000-7,4.000000-12.000000 0,4.000000-8.000000 5,3.000000-10.000000 5,3.000000-9.000000 5,-4.000000-2.000000 4,-8.000000 6.000000 5,-10.000000 7.000000 6,-9.000000 6.000000 4,-7.000000 6.000000 7,-3.000000 6.000000 9,-3.000000 7.000000 9,-2.000000 6.000000 9,-6.000000 9.000000 7,-6.000000 13.000000 2,-6.000000 12.000000 3,-6.000000 13.000000 4,-4.000000 9.000000-1,1.000000 6.000000-2,-1.000000 7.000000-2,1.000000 6.000000-4,1.000000 4.000000-5,3.000000 4.000000-8,3.000000 3.000000-9,4.000000 3.000000-8,2.000000-2.000000-14,4.000000-6.000000-19,3.000000-6.000000-18,3.000000-6.000000-18</inkml:trace>
</inkml:ink>
</file>

<file path=ppt/ink/ink1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4"/>
    </inkml:context>
    <inkml:brush xml:id="br0">
      <inkml:brushProperty name="width" value="0.0275203790515661" units="cm"/>
      <inkml:brushProperty name="height" value="0.0275203790515661" units="cm"/>
      <inkml:brushProperty name="color" value="#000000"/>
      <inkml:brushProperty name="ignorePressure" value="0"/>
    </inkml:brush>
  </inkml:definitions>
  <inkml:trace contextRef="#ctx0" brushRef="#br0">50400.000000 14150.000000 532,'-24.000000'45.000000'0,"4.000000"-9.000000"-3 ,3.000000-10.000000 0,3.000000-8.000000-2,3.000000-6.000000 1,3.000000 1.000000 4,3.000000-1.000000 4,4.000000 1.000000 4,1.000000-9.000000 3,0.000000-15.000000 3,0.000000-15.000000 1,0.000000-16.000000 2,3.000000-8.000000 2,6.000000 0.000000 1,7.000000 0.000000 0,6.000000 0.000000 2,1.000000 3.000000 0,-3.000000 6.000000 0,-3.000000 7.000000-1,-2.000000 6.000000 1,-1.000000 12.000000 2,3.000000 19.000000 4,3.000000 19.000000 2,4.000000 19.000000 4,-4.000000 18.000000 0,-9.000000 19.000000-6,-10.000000 19.000000-6,-8.000000 19.000000-5,-6.000000 5.000000-4,1.000000-5.000000-4,-1.000000-7.000000-4,1.000000-5.000000-4,1.000000-12.000000-3,3.000000-16.000000-4,3.000000-15.000000-3,4.000000-15.000000-5,2.000000-18.000000-3,4.000000-19.000000-3,3.000000-18.000000-3,3.000000-19.000000-3,7.000000-19.000000-2,14.000000-19.000000 0,11.000000-18.000000-2,14.000000-19.000000 0,7.000000-8.000000 1,3.000000 3.000000 3,3.000000 3.000000 4,4.000000 4.000000 4,2.000000 7.000000 4,4.000000 13.000000 4,3.000000 12.000000 5,3.000000 13.000000 5,-5.000000 13.000000 4,-12.000000 17.000000 5,-13.000000 15.000000 4,-12.000000 16.000000 4,-10.000000 10.000000 3,-6.000000 7.000000 2,-6.000000 6.000000 3,-6.000000 7.000000 1,-7.000000 10.000000 1,-6.000000 16.000000 0,-6.000000 15.000000-1,-6.000000 17.000000 0,-2.000000 0.000000-4,3.000000-11.000000-7,3.000000-14.000000-7,4.000000-11.000000-8,4.000000-17.000000-16,6.000000-18.000000-25,7.000000-19.000000-25,6.000000-18.000000-25</inkml:trace>
</inkml:ink>
</file>

<file path=ppt/ink/ink1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4"/>
    </inkml:context>
    <inkml:brush xml:id="br0">
      <inkml:brushProperty name="width" value="0.0218354631215334" units="cm"/>
      <inkml:brushProperty name="height" value="0.0218354631215334" units="cm"/>
      <inkml:brushProperty name="color" value="#000000"/>
      <inkml:brushProperty name="ignorePressure" value="0"/>
    </inkml:brush>
  </inkml:definitions>
  <inkml:trace contextRef="#ctx0" brushRef="#br0">52050.000000 13600.000000 671,'23.000000'-46.000000'38,"-3.000000"10.000000"4 ,-3.000000 10.000000 4,-2.000000 9.000000 3,-1.000000 6.000000-2,3.000000 3.000000-8,3.000000 3.000000-10,4.000000 4.000000-8,1.000000 4.000000-8,0.000000 6.000000-8,0.000000 7.000000-9,0.000000 6.000000-8,-4.000000 3.000000-7,-5.000000 0.000000-7,-7.000000 0.000000-6,-5.000000 0.000000-6,-3.000000-2.000000-5,4.000000-3.000000-3,3.000000-3.000000-5,3.000000-2.000000-2</inkml:trace>
</inkml:ink>
</file>

<file path=ppt/ink/ink1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4"/>
    </inkml:context>
    <inkml:brush xml:id="br0">
      <inkml:brushProperty name="width" value="0.0256199762225151" units="cm"/>
      <inkml:brushProperty name="height" value="0.0256199762225151" units="cm"/>
      <inkml:brushProperty name="color" value="#000000"/>
      <inkml:brushProperty name="ignorePressure" value="0"/>
    </inkml:brush>
  </inkml:definitions>
  <inkml:trace contextRef="#ctx0" brushRef="#br0">52350.000000 14000.000000 572,'-22.000000'28.000000'26,"6.000000"6.000000"13 ,7.000000 7.000000 13,6.000000 6.000000 14,1.000000 7.000000 1,-3.000000 10.000000-10,-3.000000 10.000000-10,-2.000000 9.000000-11,-1.000000 4.000000-11,3.000000 1.000000-13,3.000000-1.000000-12,4.000000 1.000000-13,1.000000-6.000000-7,0.000000-8.000000-4,0.000000-10.000000-3,0.000000-9.000000-3</inkml:trace>
</inkml:ink>
</file>

<file path=ppt/ink/ink1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4"/>
    </inkml:context>
    <inkml:brush xml:id="br0">
      <inkml:brushProperty name="width" value="0.0256788972765207" units="cm"/>
      <inkml:brushProperty name="height" value="0.0256788972765207" units="cm"/>
      <inkml:brushProperty name="color" value="#000000"/>
      <inkml:brushProperty name="ignorePressure" value="0"/>
    </inkml:brush>
  </inkml:definitions>
  <inkml:trace contextRef="#ctx0" brushRef="#br0">52950.000000 13700.000000 571,'-21.000000'23.000000'30,"10.000000"-3.000000"10 ,10.000000-3.000000 8,9.000000-2.000000 9,13.000000-5.000000 0,20.000000-2.000000-9,18.000000-3.000000-8,20.000000-3.000000-10,10.000000-4.000000-5,3.000000-3.000000-5,3.000000-3.000000-5,4.000000-2.000000-4,-3.000000-5.000000-4,-5.000000-2.000000-6,-7.000000-3.000000-6,-5.000000-3.000000-5,-11.000000 1.000000-9,-11.000000 6.000000-14,-14.000000 7.000000-14,-11.000000 6.000000-14</inkml:trace>
</inkml:ink>
</file>

<file path=ppt/ink/ink1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15"/>
    </inkml:context>
    <inkml:brush xml:id="br0">
      <inkml:brushProperty name="width" value="0.0290215499699116" units="cm"/>
      <inkml:brushProperty name="height" value="0.0290215499699116" units="cm"/>
      <inkml:brushProperty name="color" value="#000000"/>
      <inkml:brushProperty name="ignorePressure" value="0"/>
    </inkml:brush>
  </inkml:definitions>
  <inkml:trace contextRef="#ctx0" brushRef="#br0">53750.000000 13450.000000 505,'-24.000000'26.000000'24,"4.000000"4.000000"2 ,3.000000 3.000000 3,3.000000 3.000000 3,1.000000 6.000000-1,1.000000 9.000000-4,-1.000000 10.000000-2,1.000000 10.000000-4,-3.000000 8.000000 0,-2.000000 10.000000 5,-3.000000 10.000000 5,-3.000000 9.000000 4,1.000000-1.000000-1,6.000000-8.000000-9,7.000000-10.000000-8,6.000000-9.000000-7,9.000000-12.000000-10,13.000000-11.000000-9,12.000000-14.000000-10,13.000000-11.000000-9,9.000000-22.000000-7,6.000000-27.000000-6,7.000000-28.000000-4,6.000000-28.000000-5,4.000000-17.000000 0,4.000000-2.000000 5,3.000000-3.000000 6,3.000000-3.000000 5,-5.000000 4.000000 6,-12.000000 13.000000 4,-13.000000 12.000000 6,-12.000000 13.000000 5,-10.000000 10.000000 6,-6.000000 10.000000 7,-6.000000 10.000000 6,-6.000000 9.000000 6,-6.000000 12.000000 8,-2.000000 16.000000 7,-3.000000 15.000000 7,-3.000000 17.000000 7,-4.000000 10.000000 3,-3.000000 6.000000-2,-3.000000 7.000000-3,-2.000000 6.000000-1,-1.000000-2.000000-5,3.000000-9.000000-5,3.000000-10.000000-6,4.000000-8.000000-5,5.000000-14.000000-6,10.000000-15.000000-7,10.000000-15.000000-6,9.000000-16.000000-6,4.000000-16.000000-5,1.000000-16.000000-1,-1.000000-15.000000-3,1.000000-15.000000-1,-3.000000-9.000000-1,-2.000000 1.000000-1,-3.000000-1.000000-1,-3.000000 1.000000-1,-4.000000 2.000000 2,-3.000000 7.000000 3,-3.000000 6.000000 4,-2.000000 7.000000 5,-3.000000 13.000000 4,1.000000 22.000000 8,-1.000000 22.000000 6,1.000000 23.000000 7,-1.000000 22.000000 5,1.000000 26.000000-1,-1.000000 24.000000 2,1.000000 26.000000 0,-1.000000 18.000000 0,1.000000 13.000000 1,-1.000000 12.000000-1,1.000000 13.000000 1,-3.000000 10.000000-2,-2.000000 10.000000-2,-3.000000 10.000000-2,-3.000000 9.000000-3,-7.000000-2.000000 0,-9.000000-12.000000 1,-10.000000-13.000000 0,-8.000000-12.000000 1,-14.000000-18.000000-6,-15.000000-21.000000-16,-15.000000-22.000000-14,-16.000000-22.000000-15,-5.000000-21.000000-7,6.000000-18.000000 2,7.000000-19.000000 1,6.000000-18.000000 2,4.000000-10.000000-4,4.000000 0.000000-7,3.000000 0.000000-9,3.000000 0.000000-6</inkml:trace>
</inkml:ink>
</file>

<file path=ppt/ink/ink1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27"/>
    </inkml:context>
    <inkml:brush xml:id="br0">
      <inkml:brushProperty name="width" value="0.0241763833910227" units="cm"/>
      <inkml:brushProperty name="height" value="0.0241763833910227" units="cm"/>
      <inkml:brushProperty name="color" value="#000000"/>
      <inkml:brushProperty name="ignorePressure" value="0"/>
    </inkml:brush>
  </inkml:definitions>
  <inkml:trace contextRef="#ctx0" brushRef="#br0">37750.000000 18600.000000 606,'-18.000000'126.000000'51,"17.000000"4.000000"-11 ,15.000000 3.000000-10,16.000000 3.000000-9,4.000000 10.000000-4,-6.000000 20.000000 3,-6.000000 18.000000 3,-6.000000 20.000000 2,-6.000000 5.000000 3,-2.000000-6.000000 0,-3.000000-6.000000 1,-3.000000-6.000000 1,-2.000000-12.000000-4,0.000000-15.000000-9,0.000000-15.000000-8,0.000000-16.000000-10,0.000000-21.000000-6,0.000000-24.000000-7,0.000000-26.000000-5,0.000000-24.000000-7,1.000000-24.000000-6,4.000000-22.000000-8,3.000000-22.000000-8,3.000000-21.000000-7,1.000000-7.000000 1,1.000000 9.000000 9,-1.000000 10.000000 11,1.000000 10.000000 9,-1.000000 2.000000 6,1.000000-3.000000-1,-1.000000-3.000000 0,1.000000-2.000000-1</inkml:trace>
</inkml:ink>
</file>

<file path=ppt/ink/ink1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29"/>
    </inkml:context>
    <inkml:brush xml:id="br0">
      <inkml:brushProperty name="width" value="0.0292159300297499" units="cm"/>
      <inkml:brushProperty name="height" value="0.0292159300297499" units="cm"/>
      <inkml:brushProperty name="color" value="#000000"/>
      <inkml:brushProperty name="ignorePressure" value="0"/>
    </inkml:brush>
  </inkml:definitions>
  <inkml:trace contextRef="#ctx0" brushRef="#br0">37950.000000 18450.000000 502,'7.000000'45.000000'4,"17.000000"-9.000000"10 ,15.000000-10.000000 7,16.000000-8.000000 9,10.000000-6.000000 2,7.000000 1.000000-2,6.000000-1.000000-3,7.000000 1.000000-2,5.000000-1.000000-3,7.000000 1.000000-2,6.000000-1.000000-2,7.000000 1.000000-3,4.000000-3.000000 0,3.000000-2.000000-1,3.000000-3.000000 0,4.000000-3.000000-1,10.000000-4.000000-1,19.000000-3.000000-1,19.000000-3.000000-1,19.000000-2.000000-2,15.000000-5.000000-3,13.000000-2.000000-4,12.000000-3.000000-4,13.000000-3.000000-5,1.000000-2.000000-1,-9.000000 0.000000 0,-10.000000 0.000000 1,-8.000000 0.000000 1,-1.000000 1.000000 0,9.000000 4.000000 1,10.000000 3.000000-1,10.000000 3.000000 1,-1.000000 3.000000 0,-9.000000 3.000000 0,-10.000000 3.000000-1,-8.000000 4.000000 0,-12.000000-1.000000 0,-12.000000-3.000000 1,-13.000000-3.000000 1,-12.000000-2.000000 1,7.000000-1.000000 0,29.000000 3.000000 0,28.000000 3.000000 0,28.000000 4.000000 0,1.000000 1.000000 0,-24.000000 0.000000 1,-26.000000 0.000000-1,-24.000000 0.000000 1,-10.000000 0.000000 0,6.000000 0.000000 0,7.000000 0.000000 1,6.000000 0.000000 0,4.000000 0.000000 0,4.000000 0.000000-1,3.000000 0.000000-1,3.000000 0.000000-1,-2.000000 0.000000 0,-6.000000 0.000000-1,-6.000000 0.000000 2,-6.000000 0.000000-1,2.000000 0.000000 1,14.000000 0.000000 2,11.000000 0.000000-1,14.000000 0.000000 2,0.000000 0.000000 0,-8.000000 0.000000 0,-10.000000 0.000000 0,-9.000000 0.000000 0,-1.000000 0.000000 0,10.000000 0.000000 0,10.000000 0.000000 1,9.000000 0.000000 1,4.000000 1.000000-1,1.000000 4.000000 1,-1.000000 3.000000 0,1.000000 3.000000-1,1.000000 1.000000 1,3.000000 1.000000 0,3.000000-1.000000-1,4.000000 1.000000 0,5.000000-3.000000-1,10.000000-2.000000 0,10.000000-3.000000 0,9.000000-3.000000 0,1.000000-2.000000 0,-6.000000 0.000000 0,-6.000000 0.000000 0,-6.000000 0.000000 1,2.000000 0.000000 0,14.000000 0.000000 1,11.000000 0.000000 0,14.000000 0.000000 2,3.000000 0.000000 0,-2.000000 0.000000 0,-3.000000 0.000000 0,-3.000000 0.000000 0,-4.000000 0.000000 0,-3.000000 0.000000-1,-3.000000 0.000000 0,-2.000000 0.000000 0,0.000000 0.000000-1,7.000000 0.000000 0,6.000000 0.000000-1,7.000000 0.000000 0,0.000000-2.000000 0,-2.000000-3.000000 0,-3.000000-3.000000 0,-3.000000-2.000000-1,4.000000-1.000000 1,13.000000 3.000000 0,12.000000 3.000000 1,13.000000 4.000000 0,2.000000-1.000000 1,-5.000000-3.000000 0,-7.000000-3.000000 1,-5.000000-2.000000 1,-3.000000-1.000000-1,4.000000 3.000000 0,3.000000 3.000000-1,3.000000 4.000000 0,1.000000 1.000000-1,1.000000 0.000000-2,-1.000000 0.000000-1,1.000000 0.000000-2,-6.000000-2.000000-1,-8.000000-3.000000 1,-10.000000-3.000000 0,-9.000000-2.000000 0,4.000000-3.000000 0,19.000000 1.000000 0,19.000000-1.000000 0,19.000000 1.000000-1,-2.000000-1.000000 2,-22.000000 1.000000 2,-22.000000-1.000000 2,-21.000000 1.000000 2,-9.000000 1.000000 1,7.000000 3.000000-1,6.000000 3.000000-1,7.000000 4.000000 0,-1.000000-1.000000-1,-6.000000-3.000000 1,-6.000000-3.000000-1,-6.000000-2.000000 0,-7.000000-1.000000 0,-6.000000 3.000000 1,-6.000000 3.000000 0,-6.000000 4.000000 0,-6.000000-1.000000 1,-2.000000-3.000000-2,-3.000000-3.000000 0,-3.000000-2.000000-2,-4.000000-3.000000 0,-3.000000 1.000000 1,-3.000000-1.000000-1,-2.000000 1.000000 1,-12.000000 1.000000 0,-19.000000 3.000000 2,-18.000000 3.000000 1,-19.000000 4.000000 2,-5.000000 1.000000 0,9.000000 0.000000-1,10.000000 0.000000 0,10.000000 0.000000 0,2.000000 0.000000-1,-3.000000 0.000000 0,-3.000000 0.000000-1,-2.000000 0.000000-1,-9.000000-2.000000 0,-12.000000-3.000000 0,-13.000000-3.000000 0,-12.000000-2.000000 0,-2.000000-3.000000 0,9.000000 1.000000 0,10.000000-1.000000 0,10.000000 1.000000 0,4.000000-1.000000 0,0.000000 1.000000 0,0.000000-1.000000 0,0.000000 1.000000-1,-8.000000-1.000000 0,-16.000000 1.000000 1,-15.000000-1.000000-1,-15.000000 1.000000 0,-9.000000-1.000000 0,1.000000 1.000000-1,-1.000000-1.000000 1,1.000000 1.000000-1,2.000000 1.000000 1,7.000000 3.000000 0,6.000000 3.000000 1,7.000000 4.000000 1,0.000000-1.000000 0,-2.000000-3.000000-1,-3.000000-3.000000 0,-3.000000-2.000000-1,-10.000000-3.000000 0,-16.000000 1.000000-1,-15.000000-1.000000 0,-15.000000 1.000000-1,-12.000000-1.000000 0,-6.000000 1.000000 0,-6.000000-1.000000-1,-6.000000 1.000000 0,-12.000000 7.000000 4,-15.000000 16.000000 10,-15.000000 15.000000 8,-16.000000 17.000000 11,-5.000000 7.000000 1,6.000000 0.000000-7,7.000000 0.000000-5,6.000000 0.000000-6,1.000000 4.000000-5,-3.000000 10.000000-1,-3.000000 10.000000-3,-2.000000 9.000000-3,-3.000000 10.000000 1,1.000000 14.000000-1,-1.000000 11.000000 2,1.000000 14.000000 1,-1.000000 10.000000 1,1.000000 9.000000 0,-1.000000 10.000000 2,1.000000 10.000000 0,-1.000000 5.000000 1,1.000000 4.000000 0,-1.000000 3.000000 1,1.000000 3.000000-1,-1.000000-7.000000 0,1.000000-15.000000-1,-1.000000-15.000000-1,1.000000-16.000000-2,1.000000-2.000000-1,3.000000 13.000000 1,3.000000 12.000000-2,4.000000 13.000000 0,1.000000-5.000000-1,0.000000-22.000000-1,0.000000-22.000000-3,0.000000-21.000000-2,0.000000-18.000000-1,0.000000-12.000000-1,0.000000-13.000000-2,0.000000-12.000000-1,-2.000000-15.000000-13,-3.000000-15.000000-25,-3.000000-15.000000-26,-2.000000-16.000000-25</inkml:trace>
</inkml:ink>
</file>

<file path=ppt/ink/ink1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29"/>
    </inkml:context>
    <inkml:brush xml:id="br0">
      <inkml:brushProperty name="width" value="0.0237795989960432" units="cm"/>
      <inkml:brushProperty name="height" value="0.0237795989960432" units="cm"/>
      <inkml:brushProperty name="color" value="#000000"/>
      <inkml:brushProperty name="ignorePressure" value="0"/>
    </inkml:brush>
  </inkml:definitions>
  <inkml:trace contextRef="#ctx0" brushRef="#br0">37950.000000 20900.000000 616,'-44.000000'1.000000'-11,"13.000000"4.000000"7 ,12.000000 3.000000 8,13.000000 3.000000 7,10.000000 3.000000 4,10.000000 3.000000 2,10.000000 3.000000 1,9.000000 4.000000 2,1.000000 7.000000-1,-6.000000 13.000000-2,-6.000000 12.000000-2,-6.000000 13.000000-3,-4.000000 12.000000 2,1.000000 13.000000 7,-1.000000 12.000000 7,1.000000 13.000000 6,-3.000000 6.000000 1,-2.000000 0.000000-3,-3.000000 0.000000-5,-3.000000 0.000000-4,-2.000000-4.000000-4,0.000000-5.000000-7,0.000000-7.000000-6,0.000000-5.000000-7,0.000000-12.000000-6,0.000000-16.000000-7,0.000000-15.000000-7,0.000000-15.000000-7,3.000000-17.000000-9,6.000000-15.000000-10,7.000000-15.000000-10,6.000000-16.000000-9,-1.000000-8.000000 0,-5.000000 0.000000 13,-7.000000 0.000000 12,-5.000000 0.000000 13</inkml:trace>
</inkml:ink>
</file>

<file path=ppt/ink/ink1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31"/>
    </inkml:context>
    <inkml:brush xml:id="br0">
      <inkml:brushProperty name="width" value="0.0274932775646448" units="cm"/>
      <inkml:brushProperty name="height" value="0.0274932775646448" units="cm"/>
      <inkml:brushProperty name="color" value="#000000"/>
      <inkml:brushProperty name="ignorePressure" value="0"/>
    </inkml:brush>
  </inkml:definitions>
  <inkml:trace contextRef="#ctx0" brushRef="#br0">38000.000000 22650.000000 533,'-16.000000'23.000000'26,"19.000000"-3.000000"12 ,19.000000-3.000000 9,19.000000-2.000000 12,15.000000-5.000000-1,13.000000-2.000000-9,12.000000-3.000000-11,13.000000-3.000000-10,10.000000-2.000000-6,10.000000 0.000000-1,10.000000 0.000000-3,9.000000 0.000000-1,10.000000-2.000000-3,14.000000-3.000000-2,11.000000-3.000000-3,14.000000-2.000000-2,11.000000-3.000000-3,14.000000 1.000000-5,11.000000-1.000000-4,14.000000 1.000000-5,2.000000 1.000000-1,-6.000000 3.000000 0,-6.000000 3.000000 0,-6.000000 4.000000 1,-6.000000 1.000000-1,-2.000000 0.000000 1,-3.000000 0.000000 1,-3.000000 0.000000-1,-1.000000 1.000000 0,4.000000 4.000000 1,3.000000 3.000000-1,3.000000 3.000000 0,-5.000000-1.000000 0,-12.000000-2.000000 0,-13.000000-3.000000 1,-12.000000-3.000000 1,-5.000000-1.000000 0,3.000000 4.000000 0,3.000000 3.000000 2,4.000000 3.000000 1,5.000000 1.000000 1,10.000000 1.000000 0,10.000000-1.000000 1,9.000000 1.000000 0,-1.000000-3.000000 1,-8.000000-2.000000 0,-10.000000-3.000000-1,-9.000000-3.000000 1,2.000000-1.000000 0,17.000000 4.000000 1,15.000000 3.000000 1,16.000000 3.000000 0,9.000000-1.000000 1,3.000000-2.000000 1,3.000000-3.000000 0,4.000000-3.000000 1,2.000000-1.000000 0,4.000000 4.000000-2,3.000000 3.000000 0,3.000000 3.000000-1,6.000000-1.000000-1,9.000000-2.000000 1,10.000000-3.000000 0,10.000000-3.000000 1,-4.000000-4.000000-1,-16.000000-3.000000 0,-15.000000-3.000000 0,-15.000000-2.000000 0,14.000000-5.000000-1,48.000000-2.000000 0,47.000000-3.000000 1,47.000000-3.000000-1,15.000000-1.000000 1,-16.000000 4.000000 0,-15.000000 3.000000 1,-15.000000 3.000000 1,-15.000000 3.000000 0,-12.000000 3.000000 1,-13.000000 3.000000 0,-12.000000 4.000000 0,-7.000000 2.000000 0,1.000000 4.000000-1,-1.000000 3.000000 0,1.000000 3.000000-2,2.000000-1.000000 0,7.000000-2.000000 0,6.000000-3.000000-1,7.000000-3.000000 0,-4.000000-2.000000 1,-12.000000 0.000000 1,-13.000000 0.000000 2,-12.000000 0.000000 2,-2.000000 0.000000 1,9.000000 0.000000-2,10.000000 0.000000-1,10.000000 0.000000-1,-4.000000 1.000000 0,-16.000000 4.000000-1,-15.000000 3.000000 0,-15.000000 3.000000 1,-7.000000 1.000000-1,3.000000 1.000000 0,3.000000-1.000000-1,4.000000 1.000000 1,-9.000000-3.000000-1,-18.000000-2.000000-1,-19.000000-3.000000 0,-18.000000-3.000000-1,-4.000000-1.000000-1,13.000000 4.000000 1,12.000000 3.000000 1,13.000000 3.000000-1,1.000000-1.000000 1,-9.000000-2.000000 0,-10.000000-3.000000 1,-8.000000-3.000000 0,-11.000000-2.000000 1,-8.000000 0.000000 0,-10.000000 0.000000 0,-9.000000 0.000000 0,2.000000 0.000000 0,17.000000 0.000000 0,15.000000 0.000000 0,16.000000 0.000000 0,-2.000000 0.000000-1,-19.000000 0.000000-1,-18.000000 0.000000 0,-19.000000 0.000000-2,-12.000000-2.000000 0,-2.000000-3.000000 1,-3.000000-3.000000 0,-3.000000-2.000000 1,2.000000-3.000000 1,10.000000 1.000000 0,10.000000-1.000000-1,9.000000 1.000000 1,-1.000000-1.000000 0,-8.000000 1.000000 0,-10.000000-1.000000 0,-9.000000 1.000000 0,-7.000000-1.000000 1,-3.000000 1.000000 1,-3.000000-1.000000 2,-2.000000 1.000000 2,3.000000-3.000000 0,14.000000-2.000000-3,11.000000-3.000000-1,14.000000-3.000000-1,3.000000-1.000000-2,-2.000000 4.000000 2,-3.000000 3.000000 0,-3.000000 3.000000 1,-7.000000-1.000000 0,-9.000000-2.000000 0,-10.000000-3.000000 0,-8.000000-3.000000 0,-3.000000-1.000000 0,7.000000 4.000000-3,6.000000 3.000000-1,7.000000 3.000000-1,7.000000 1.000000-1,9.000000 1.000000 2,10.000000-1.000000 1,10.000000 1.000000 2,-3.000000-3.000000 1,-11.000000-2.000000-1,-14.000000-3.000000 1,-11.000000-3.000000 0,-9.000000-1.000000 0,-3.000000 4.000000 0,-3.000000 3.000000 1,-2.000000 3.000000-1,-3.000000 1.000000 1,1.000000 1.000000-1,-1.000000-1.000000-1,1.000000 1.000000 0,5.000000-1.000000 0,14.000000 1.000000 0,11.000000-1.000000 0,14.000000 1.000000-1,-4.000000 1.000000 0,-19.000000 3.000000 0,-18.000000 3.000000 0,-19.000000 4.000000-1,-8.000000-1.000000 1,3.000000-3.000000 1,3.000000-3.000000 2,4.000000-2.000000 1,7.000000-3.000000 0,13.000000 1.000000-1,12.000000-1.000000 0,13.000000 1.000000-1,1.000000-1.000000 0,-9.000000 1.000000 1,-10.000000-1.000000 1,-8.000000 1.000000 1,-12.000000 1.000000 0,-12.000000 3.000000-1,-13.000000 3.000000-1,-12.000000 4.000000-1,-9.000000-1.000000-2,-2.000000-3.000000 1,-3.000000-3.000000-2,-3.000000-2.000000 0,1.000000-3.000000-1,6.000000 1.000000 0,7.000000-1.000000-1,6.000000 1.000000 0,-2.000000 1.000000 0,-9.000000 3.000000-1,-10.000000 3.000000 1,-8.000000 4.000000 0,-1.000000-1.000000 0,9.000000-3.000000 0,10.000000-3.000000 2,10.000000-2.000000 1,-1.000000-1.000000 0,-9.000000 3.000000 0,-10.000000 3.000000 1,-8.000000 4.000000 0,-8.000000-1.000000-1,-2.000000-3.000000 1,-3.000000-3.000000 0,-3.000000-2.000000-1,-1.000000-1.000000 0,4.000000 3.000000 0,3.000000 3.000000 0,3.000000 4.000000 0,1.000000-1.000000 0,1.000000-3.000000 2,-1.000000-3.000000 1,1.000000-2.000000 2,-3.000000-3.000000-1,-2.000000 1.000000-1,-3.000000-1.000000-2,-3.000000 1.000000-1,-4.000000-1.000000 0,-3.000000 1.000000-1,-3.000000-1.000000 0,-2.000000 1.000000-1,-3.000000 1.000000 1,1.000000 3.000000-1,-1.000000 3.000000 0,1.000000 4.000000-1,-1.000000 1.000000 1,1.000000 0.000000 1,-1.000000 0.000000 0,1.000000 0.000000 1,-1.000000 0.000000 1,1.000000 0.000000 0,-1.000000 0.000000 0,1.000000 0.000000 1,1.000000 0.000000-1,3.000000 0.000000 0,3.000000 0.000000 0,4.000000 0.000000 0,-1.000000 1.000000-1,-3.000000 4.000000 0,-3.000000 3.000000 0,-2.000000 3.000000-1,-5.000000 1.000000-1,-2.000000 1.000000 0,-3.000000-1.000000-1,-3.000000 1.000000 0</inkml:trace>
</inkml:ink>
</file>

<file path=ppt/ink/ink1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32"/>
    </inkml:context>
    <inkml:brush xml:id="br0">
      <inkml:brushProperty name="width" value="0.0293403603136539" units="cm"/>
      <inkml:brushProperty name="height" value="0.0293403603136539" units="cm"/>
      <inkml:brushProperty name="color" value="#000000"/>
      <inkml:brushProperty name="ignorePressure" value="0"/>
    </inkml:brush>
  </inkml:definitions>
  <inkml:trace contextRef="#ctx0" brushRef="#br0">85200.000000 18650.000000 499,'-24.000000'-46.000000'2,"4.000000"10.000000"4 ,3.000000 10.000000 5,3.000000 9.000000 4,-1.000000 4.000000 6,-2.000000 1.000000 8,-3.000000-1.000000 7,-3.000000 1.000000 8,-4.000000 12.000000 0,-3.000000 25.000000-6,-3.000000 25.000000-7,-2.000000 25.000000-7,-6.000000 21.000000-4,-6.000000 20.000000-1,-6.000000 18.000000-2,-6.000000 20.000000 0,-1.000000 14.000000-2,7.000000 14.000000 0,6.000000 11.000000-1,7.000000 14.000000 0,11.000000-3.000000-1,20.000000-15.000000 0,18.000000-15.000000-2,20.000000-16.000000 0,14.000000-21.000000-2,14.000000-24.000000-3,11.000000-26.000000-2,14.000000-24.000000-3,8.000000-20.000000-1,7.000000-11.000000-3,6.000000-14.000000-2,7.000000-11.000000-1,7.000000-20.000000-2,9.000000-24.000000 2,10.000000-26.000000 1,10.000000-24.000000 0,-1.000000-15.000000 1,-9.000000-3.000000 1,-10.000000-3.000000-1,-8.000000-2.000000 1,-4.000000-15.000000-1,3.000000-25.000000-1,3.000000-25.000000-1,4.000000-25.000000-2,-12.000000-8.000000 0,-24.000000 9.000000 2,-26.000000 10.000000 1,-24.000000 10.000000 1,-23.000000 10.000000 1,-18.000000 13.000000 0,-19.000000 12.000000 1,-18.000000 13.000000 0,-17.000000 12.000000 0,-11.000000 13.000000-1,-14.000000 12.000000 1,-11.000000 13.000000-2,-11.000000 13.000000 0,-5.000000 17.000000 0,-7.000000 15.000000 0,-5.000000 16.000000-1,-4.000000 13.000000-2,0.000000 14.000000-2,0.000000 11.000000-3,0.000000 14.000000-4,6.000000 13.000000-4,13.000000 16.000000-6,12.000000 15.000000-7,13.000000 17.000000-7,13.000000-3.000000 0,17.000000-18.000000 4,15.000000-19.000000 6,16.000000-18.000000 5,7.000000-9.000000 2,1.000000 4.000000-2,-1.000000 3.000000-2,1.000000 3.000000-1</inkml:trace>
</inkml:ink>
</file>

<file path=ppt/ink/ink1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35"/>
    </inkml:context>
    <inkml:brush xml:id="br0">
      <inkml:brushProperty name="width" value="0.0295761693269014" units="cm"/>
      <inkml:brushProperty name="height" value="0.0295761693269014" units="cm"/>
      <inkml:brushProperty name="color" value="#000000"/>
      <inkml:brushProperty name="ignorePressure" value="0"/>
    </inkml:brush>
  </inkml:definitions>
  <inkml:trace contextRef="#ctx0" brushRef="#br0">86250.000000 20550.000000 495,'-18.000000'25.000000'111,"17.000000"0.000000"-26 ,15.000000 0.000000-24,16.000000 0.000000-25,5.000000 0.000000-14,-2.000000 0.000000-3,-3.000000 0.000000-4,-3.000000 0.000000-3,-1.000000 1.000000-3,4.000000 4.000000-2,3.000000 3.000000-1,3.000000 3.000000-1,1.000000-1.000000-2,1.000000-2.000000 0,-1.000000-3.000000-1,1.000000-3.000000 0,-1.000000-2.000000 0,1.000000 0.000000-1,-1.000000 0.000000 1,1.000000 0.000000 1,-1.000000 0.000000-1,1.000000 0.000000 2,-1.000000 0.000000 0,1.000000 0.000000 0,-3.000000 0.000000 0,-2.000000 0.000000 0,-3.000000 0.000000-1,-3.000000 0.000000-1,-4.000000 0.000000 0,-3.000000 0.000000-1,-3.000000 0.000000 0,-2.000000 0.000000 0,-3.000000 0.000000-1,1.000000 0.000000 0,-1.000000 0.000000 0,1.000000 0.000000 0,-1.000000 0.000000-1,1.000000 0.000000 1,-1.000000 0.000000 0,1.000000 0.000000-1,-1.000000 0.000000 1,1.000000 0.000000 0,-1.000000 0.000000 1,1.000000 0.000000 0,-4.000000-7.000000 3,-6.000000-11.000000 2,-6.000000-14.000000 4,-6.000000-11.000000 3,-7.000000-9.000000 1,-6.000000-3.000000-5,-6.000000-3.000000-2,-6.000000-2.000000-4,-1.000000-1.000000-2,7.000000 3.000000-2,6.000000 3.000000-1,7.000000 4.000000 0,-3.000000-3.000000-3,-8.000000-5.000000-2,-10.000000-7.000000-2,-9.000000-5.000000-3,-4.000000-3.000000 0,4.000000 4.000000 2,3.000000 3.000000 0,3.000000 3.000000 3,3.000000 1.000000-1,3.000000 1.000000 1,3.000000-1.000000 0,4.000000 1.000000 1,1.000000 1.000000-1,0.000000 3.000000 2,0.000000 3.000000 1,0.000000 4.000000 1,0.000000 2.000000 1,0.000000 4.000000 2,0.000000 3.000000 2,0.000000 3.000000 2,0.000000 3.000000 0,0.000000 3.000000-2,0.000000 3.000000 0,0.000000 4.000000-2,0.000000-1.000000-2,0.000000-3.000000 0,0.000000-3.000000-1,0.000000-2.000000 0,0.000000-3.000000-2,0.000000 1.000000 1,0.000000-1.000000-1,0.000000 1.000000 1,0.000000-1.000000-1,0.000000 1.000000-2,0.000000-1.000000-1,0.000000 1.000000-1,0.000000-1.000000-2,0.000000 1.000000 0,0.000000-1.000000 0,0.000000 1.000000-2,0.000000 1.000000 3,0.000000 3.000000 4,0.000000 3.000000 5,0.000000 4.000000 4,1.000000 4.000000 3,4.000000 6.000000 0,3.000000 7.000000 1,3.000000 6.000000 1,1.000000 3.000000 0,1.000000 0.000000-2,-1.000000 0.000000-3,1.000000 0.000000-1,-3.000000 0.000000 0,-2.000000 0.000000 0,-3.000000 0.000000 1,-3.000000 0.000000 1,-2.000000-2.000000 0,0.000000-3.000000 0,0.000000-3.000000 1,0.000000-2.000000-1,0.000000-1.000000 0,0.000000 3.000000 0,0.000000 3.000000-1,0.000000 4.000000 0,-2.000000-3.000000 0,-3.000000-5.000000 0,-3.000000-7.000000 1,-2.000000-5.000000 1,-1.000000-4.000000-1,3.000000 0.000000 0,3.000000 0.000000-1,4.000000 0.000000-1,1.000000-2.000000 0,0.000000-3.000000-1,0.000000-3.000000 0,0.000000-2.000000 0,-2.000000-3.000000 1,-3.000000 1.000000-1,-3.000000-1.000000 1,-2.000000 1.000000 0,-3.000000-4.000000 0,1.000000-6.000000-3,-1.000000-6.000000-1,1.000000-6.000000-2,-1.000000-2.000000-1,1.000000 3.000000 1,-1.000000 3.000000 2,1.000000 4.000000 1,-1.000000-1.000000 0,1.000000-3.000000 0,-1.000000-3.000000 1,1.000000-2.000000 0,1.000000-5.000000 0,3.000000-2.000000 0,3.000000-3.000000 1,4.000000-3.000000 1,1.000000-2.000000 0,0.000000 0.000000 0,0.000000 0.000000 1,0.000000 0.000000 0,0.000000 0.000000 0,0.000000 0.000000 0,0.000000 0.000000-1,0.000000 0.000000 0,1.000000 0.000000 0,4.000000 0.000000-1,3.000000 0.000000-1,3.000000 0.000000-1,3.000000-4.000000 0,3.000000-5.000000 0,3.000000-7.000000 1,4.000000-5.000000 1,1.000000-3.000000-1,0.000000 4.000000-1,0.000000 3.000000-1,0.000000 3.000000-1,0.000000 4.000000 1,0.000000 7.000000 0,0.000000 6.000000 2,0.000000 7.000000 2,1.000000 2.000000 1,4.000000 1.000000-1,3.000000-1.000000 0,3.000000 1.000000 0,3.000000-1.000000 0,3.000000 1.000000 0,3.000000-1.000000-1,4.000000 1.000000 0,1.000000 1.000000 0,0.000000 3.000000 0,0.000000 3.000000 0,0.000000 4.000000-1,0.000000-1.000000 1,0.000000-3.000000 0,0.000000-3.000000-1,0.000000-2.000000 0,-2.000000-1.000000 0,-3.000000 3.000000-1,-3.000000 3.000000 1,-2.000000 4.000000-1,-1.000000 1.000000 1,3.000000 0.000000 0,3.000000 0.000000 0,4.000000 0.000000 1,1.000000 0.000000 0,0.000000 0.000000 0,0.000000 0.000000 2,0.000000 0.000000 0,0.000000 0.000000 0,0.000000 0.000000-2,0.000000 0.000000-1,0.000000 0.000000-1,0.000000 1.000000 0,0.000000 4.000000-1,0.000000 3.000000 0,0.000000 3.000000 0,0.000000 3.000000 0,0.000000 3.000000 0,0.000000 3.000000 0,0.000000 4.000000 1,0.000000-1.000000 0,0.000000-3.000000-1,0.000000-3.000000 1,0.000000-2.000000-1,0.000000-1.000000 0,0.000000 3.000000 1,0.000000 3.000000-1,0.000000 4.000000 1,0.000000 1.000000-1,0.000000 0.000000 0,0.000000 0.000000 1,0.000000 0.000000 0,1.000000 0.000000 0,4.000000 0.000000 0,3.000000 0.000000 1,3.000000 0.000000 1,-1.000000 0.000000-1,-2.000000 0.000000 0,-3.000000 0.000000 0,-3.000000 0.000000 0,-1.000000 1.000000-1,4.000000 4.000000 1,3.000000 3.000000-1,3.000000 3.000000 0,1.000000 1.000000 0,1.000000 1.000000 0,-1.000000-1.000000 0,1.000000 1.000000 0,-1.000000-1.000000-1,1.000000 1.000000 2,-1.000000-1.000000-1,1.000000 1.000000 1,-1.000000 1.000000 0,1.000000 3.000000 1,-1.000000 3.000000 0,1.000000 4.000000 1,-3.000000-1.000000-1,-2.000000-3.000000 1,-3.000000-3.000000-2,-3.000000-2.000000 0,-2.000000 0.000000 0,0.000000 7.000000 1,0.000000 6.000000 0,0.000000 7.000000 1,0.000000 0.000000 0,0.000000-2.000000-1,0.000000-3.000000 1,0.000000-3.000000 0,0.000000-1.000000 0,0.000000 4.000000-1,0.000000 3.000000 1,0.000000 3.000000-1,-2.000000 3.000000-1,-3.000000 3.000000 1,-3.000000 3.000000 0,-2.000000 4.000000-1,-3.000000-1.000000 0,1.000000-3.000000 1,-1.000000-3.000000-1,1.000000-2.000000 1,-3.000000-3.000000-1,-2.000000 1.000000 1,-3.000000-1.000000-2,-3.000000 1.000000 1,-2.000000 1.000000-1,0.000000 3.000000 0,0.000000 3.000000 1,0.000000 4.000000 0,0.000000-1.000000-1,0.000000-3.000000 1,0.000000-3.000000 0,0.000000-2.000000 0,-2.000000-3.000000 0,-3.000000 1.000000 0,-3.000000-1.000000 0,-2.000000 1.000000 0,-5.000000-1.000000 0,-2.000000 1.000000 0,-3.000000-1.000000 1,-3.000000 1.000000-1,-2.000000 1.000000 1,0.000000 3.000000 0,0.000000 3.000000 1,0.000000 4.000000-1,1.000000-1.000000 1,4.000000-3.000000-1,3.000000-3.000000 0,3.000000-2.000000 0,-1.000000-3.000000 0,-2.000000 1.000000 0,-3.000000-1.000000 1,-3.000000 1.000000-1,-2.000000-1.000000 0,0.000000 1.000000-2,0.000000-1.000000 0,0.000000 1.000000-1,0.000000-3.000000-1,0.000000-2.000000 0,0.000000-3.000000 1,0.000000-3.000000-1,0.000000-2.000000 2,0.000000 0.000000-1,0.000000 0.000000 1,0.000000 0.000000 0,-2.000000-2.000000 0,-3.000000-3.000000 0,-3.000000-3.000000 0,-2.000000-2.000000 0,-3.000000-3.000000 0,1.000000 1.000000-1,-1.000000-1.000000 1,1.000000 1.000000-1,-3.000000-3.000000 1,-2.000000-2.000000 1,-3.000000-3.000000 1,-3.000000-3.000000 1,-1.000000-2.000000 1,4.000000 0.000000 1,3.000000 0.000000-1,3.000000 0.000000 1,1.000000 0.000000 0,1.000000 0.000000 0,-1.000000 0.000000 0,1.000000 0.000000 0,1.000000 0.000000-1,3.000000 0.000000-1,3.000000 0.000000 0,4.000000 0.000000-2,-1.000000-2.000000 1,-3.000000-3.000000-1,-3.000000-3.000000 0,-2.000000-2.000000 1,-3.000000-3.000000-1,1.000000 1.000000-2,-1.000000-1.000000-2,1.000000 1.000000-2,-1.000000-3.000000-1,1.000000-2.000000 1,-1.000000-3.000000 0,1.000000-3.000000 0,-1.000000-1.000000 0,1.000000 4.000000 2,-1.000000 3.000000 0,1.000000 3.000000 1,1.000000-1.000000 2,3.000000-2.000000 0,3.000000-3.000000 1,4.000000-3.000000 1,2.000000-2.000000 0,4.000000 0.000000-1,3.000000 0.000000 0,3.000000 0.000000 0,1.000000-2.000000-1,1.000000-3.000000 0,-1.000000-3.000000 0,1.000000-2.000000 0,1.000000-5.000000 0,3.000000-2.000000-1,3.000000-3.000000 0,4.000000-3.000000-1,-1.000000-4.000000 0,-3.000000-3.000000 0,-3.000000-3.000000 0,-2.000000-2.000000 0,-1.000000-1.000000-1,3.000000 3.000000 1,3.000000 3.000000-1,4.000000 4.000000 0,1.000000-1.000000 1,0.000000-3.000000 1,0.000000-3.000000 2,0.000000-2.000000 2,0.000000-1.000000 0,0.000000 3.000000-1,0.000000 3.000000 0,0.000000 4.000000 0,0.000000 2.000000-2,0.000000 4.000000 1,0.000000 3.000000 1,0.000000 3.000000-1,1.000000 1.000000 0,4.000000 1.000000 0,3.000000-1.000000 0,3.000000 1.000000 1,4.000000-1.000000-1,7.000000 1.000000 0,6.000000-1.000000 1,7.000000 1.000000-1,0.000000 1.000000 0,-2.000000 3.000000 1,-3.000000 3.000000-1,-3.000000 4.000000 0,-1.000000 1.000000 0,4.000000 0.000000 0,3.000000 0.000000 0,3.000000 0.000000 0,1.000000 1.000000 0,1.000000 4.000000 0,-1.000000 3.000000 0,1.000000 3.000000 0,-3.000000 1.000000 0,-2.000000 1.000000-1,-3.000000-1.000000 0,-3.000000 1.000000 0,-1.000000-1.000000-1,4.000000 1.000000 1,3.000000-1.000000-1,3.000000 1.000000 1,3.000000 1.000000-1,3.000000 3.000000 1,3.000000 3.000000-1,4.000000 4.000000-1,-1.000000-1.000000 1,-3.000000-3.000000-1,-3.000000-3.000000 1,-2.000000-2.000000 0,-1.000000-1.000000-1,3.000000 3.000000 1,3.000000 3.000000 0,4.000000 4.000000 0,1.000000 1.000000 0,0.000000 0.000000 1,0.000000 0.000000-1,0.000000 0.000000 0,-2.000000 1.000000 0,-3.000000 4.000000 1,-3.000000 3.000000 0,-2.000000 3.000000 1,-1.000000 3.000000-1,3.000000 3.000000 2,3.000000 3.000000-1,4.000000 4.000000 0,1.000000 1.000000 1,0.000000 0.000000 0,0.000000 0.000000-1,0.000000 0.000000 0,0.000000 1.000000 1,0.000000 4.000000 2,0.000000 3.000000 1,0.000000 3.000000 1,-4.000000 1.000000 0,-5.000000 1.000000-2,-7.000000-1.000000-2,-5.000000 1.000000-2,-4.000000-1.000000-1,0.000000 1.000000 2,0.000000-1.000000 1,0.000000 1.000000 1,-4.000000 1.000000 2,-5.000000 3.000000-1,-7.000000 3.000000 1,-5.000000 4.000000 0,-4.000000 2.000000-1,0.000000 4.000000 1,0.000000 3.000000-1,0.000000 3.000000 0,0.000000-1.000000 0,0.000000-2.000000 1,0.000000-3.000000 0,0.000000-3.000000 0,0.000000-2.000000 1,0.000000 0.000000-2,0.000000 0.000000 0,0.000000 0.000000 0,0.000000 0.000000-2,0.000000 0.000000 0,0.000000 0.000000 0,0.000000 0.000000 0,-2.000000 0.000000-1,-3.000000 0.000000 2,-3.000000 0.000000 2,-2.000000 0.000000 1,-3.000000-2.000000 0,1.000000-3.000000 0,-1.000000-3.000000 1,1.000000-2.000000-1,-3.000000-3.000000 1,-2.000000 1.000000 0,-3.000000-1.000000 1,-3.000000 1.000000 0,-4.000000-3.000000 0,-3.000000-2.000000 0,-3.000000-3.000000-1,-2.000000-3.000000-1,-8.000000-1.000000-2,-8.000000 4.000000-2,-10.000000 3.000000-3,-9.000000 3.000000-4,-9.000000 1.000000-3,-5.000000 1.000000-6,-7.000000-1.000000-5,-5.000000 1.000000-6,2.000000-4.000000-2,13.000000-6.000000 1,12.000000-6.000000 0,13.000000-6.000000 2,7.000000-4.000000-6,4.000000 1.000000-12,3.000000-1.000000-12,3.000000 1.000000-11</inkml:trace>
</inkml:ink>
</file>

<file path=ppt/ink/ink1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37"/>
    </inkml:context>
    <inkml:brush xml:id="br0">
      <inkml:brushProperty name="width" value="0.0279474910348654" units="cm"/>
      <inkml:brushProperty name="height" value="0.0279474910348654" units="cm"/>
      <inkml:brushProperty name="color" value="#000000"/>
      <inkml:brushProperty name="ignorePressure" value="0"/>
    </inkml:brush>
  </inkml:definitions>
  <inkml:trace contextRef="#ctx0" brushRef="#br0">86300.000000 21200.000000 524,'-69.000000'-47.000000'-23,"13.000000"6.000000"3 ,12.000000 7.000000 2,13.000000 6.000000 5,9.000000 3.000000 2,6.000000 0.000000 1,7.000000 0.000000 3,6.000000 0.000000 2,3.000000 0.000000 2,0.000000 0.000000-1,0.000000 0.000000 1,0.000000 0.000000 0,0.000000 1.000000 1,0.000000 4.000000 1,0.000000 3.000000-1,0.000000 3.000000 2,-4.000000 3.000000 0,-5.000000 3.000000 4,-7.000000 3.000000 2,-5.000000 4.000000 3,-3.000000 1.000000 6,4.000000 0.000000 11,3.000000 0.000000 11,3.000000 0.000000 11,4.000000 1.000000 1,7.000000 4.000000-7,6.000000 3.000000-8,7.000000 3.000000-6,4.000000 3.000000-5,3.000000 3.000000-1,3.000000 3.000000 0,4.000000 4.000000-1,2.000000 2.000000 0,4.000000 4.000000-1,3.000000 3.000000 1,3.000000 3.000000-1,3.000000 3.000000-1,3.000000 3.000000-1,3.000000 3.000000-2,4.000000 4.000000-1,2.000000 2.000000-2,4.000000 4.000000-4,3.000000 3.000000-3,3.000000 3.000000-3,1.000000 3.000000 0,1.000000 3.000000 1,-1.000000 3.000000 3,1.000000 4.000000 2,-3.000000-3.000000-2,-2.000000-5.000000-3,-3.000000-7.000000-5,-3.000000-5.000000-5,-4.000000-8.000000-2,-3.000000-5.000000-2,-3.000000-7.000000-2,-2.000000-5.000000-2,-5.000000-6.000000-1,-2.000000-3.000000 2,-3.000000-3.000000 0,-3.000000-2.000000 1,-9.000000-6.000000 2,-11.000000-6.000000 2,-14.000000-6.000000 2,-11.000000-6.000000 2,-7.000000-9.000000 0,0.000000-8.000000-3,0.000000-10.000000-4,0.000000-9.000000-3,-5.000000-7.000000-1,-9.000000-3.000000 0,-10.000000-3.000000 1,-8.000000-2.000000-1,-4.000000-3.000000 1,3.000000 1.000000 2,3.000000-1.000000 1,4.000000 1.000000 1,-1.000000-1.000000 2,-3.000000 1.000000-1,-3.000000-1.000000 1,-2.000000 1.000000 1,-3.000000 1.000000 1,1.000000 3.000000 3,-1.000000 3.000000 3,1.000000 4.000000 4,1.000000 1.000000 2,3.000000 0.000000-1,3.000000 0.000000 1,4.000000 0.000000-1,4.000000 1.000000 1,6.000000 4.000000-2,7.000000 3.000000 0,6.000000 3.000000-2,4.000000 3.000000 1,4.000000 3.000000 0,3.000000 3.000000 1,3.000000 4.000000 0,10.000000 10.000000 1,20.000000 19.000000 2,18.000000 19.000000 2,20.000000 19.000000 1,8.000000 10.000000 0,1.000000 4.000000-1,-1.000000 3.000000-1,1.000000 3.000000-2,-1.000000-1.000000 0,1.000000-2.000000 0,-1.000000-3.000000-1,1.000000-3.000000 1,1.000000-1.000000-1,3.000000 4.000000-1,3.000000 3.000000-1,4.000000 3.000000 0,-1.000000 1.000000-2,-3.000000 1.000000 0,-3.000000-1.000000-1,-2.000000 1.000000-1,-8.000000-4.000000 0,-8.000000-6.000000-1,-10.000000-6.000000-1,-9.000000-6.000000-1,-12.000000-12.000000-1,-11.000000-15.000000 0,-14.000000-15.000000 0,-11.000000-16.000000-1,-12.000000-15.000000-2,-9.000000-11.000000-3,-10.000000-14.000000-4,-8.000000-11.000000-4,-9.000000-9.000000-1,-6.000000-3.000000-2,-6.000000-3.000000-1,-6.000000-2.000000-1,-2.000000 0.000000 1,3.000000 7.000000 1,3.000000 6.000000 2,4.000000 7.000000 1,4.000000 7.000000 5,6.000000 9.000000 5,7.000000 10.000000 7,6.000000 10.000000 5,12.000000 11.000000 5,19.000000 17.000000 1,19.000000 15.000000 2,19.000000 16.000000 2,16.000000 13.000000 0,17.000000 14.000000-1,15.000000 11.000000-1,16.000000 14.000000-1,4.000000 0.000000-1,-6.000000-8.000000 1,-6.000000-10.000000-1,-6.000000-9.000000 0,-1.000000-2.000000 0,7.000000 6.000000-1,6.000000 7.000000-2,7.000000 6.000000-2,-3.000000-4.000000 0,-8.000000-11.000000 0,-10.000000-14.000000 0,-9.000000-11.000000-1,-20.000000-18.000000-4,-27.000000-22.000000-9,-28.000000-22.000000-9,-28.000000-21.000000-8,-15.000000-12.000000-3,1.000000 1.000000 4,-1.000000-1.000000 3,1.000000 1.000000 5,1.000000-1.000000 1,3.000000 1.000000 2,3.000000-1.000000 1,4.000000 1.000000 2,4.000000 4.000000 2,6.000000 9.000000 3,7.000000 10.000000 3,6.000000 10.000000 3,12.000000 16.000000 4,19.000000 26.000000 8,19.000000 24.000000 5,19.000000 26.000000 7,10.000000 13.000000 2,4.000000 4.000000-2,3.000000 3.000000-3,3.000000 3.000000-1,1.000000-2.000000-2,1.000000-6.000000 0,-1.000000-6.000000 0,1.000000-6.000000-1,-3.000000-6.000000-3,-2.000000-2.000000-4,-3.000000-3.000000-4,-3.000000-3.000000-4,-6.000000-7.000000-3,-5.000000-9.000000-2,-7.000000-10.000000 0,-5.000000-8.000000-2,-9.000000-9.000000-7,-9.000000-6.000000-14,-10.000000-6.000000-14,-8.000000-6.000000-13</inkml:trace>
</inkml:ink>
</file>

<file path=ppt/ink/ink1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39"/>
    </inkml:context>
    <inkml:brush xml:id="br0">
      <inkml:brushProperty name="width" value="0.0264419466257095" units="cm"/>
      <inkml:brushProperty name="height" value="0.0264419466257095" units="cm"/>
      <inkml:brushProperty name="color" value="#000000"/>
      <inkml:brushProperty name="ignorePressure" value="0"/>
    </inkml:brush>
  </inkml:definitions>
  <inkml:trace contextRef="#ctx0" brushRef="#br0">41950.000000 20100.000000 554,'21.000000'-140.000000'5,"-5.000000"23.000000"11 ,-7.000000 22.000000 14,-5.000000 22.000000 11,-3.000000 10.000000 5,4.000000 1.000000-4,3.000000-1.000000-3,3.000000 1.000000-3,-2.000000 4.000000-4,-6.000000 9.000000-2,-6.000000 10.000000-2,-6.000000 10.000000-2,-9.000000 10.000000-4,-8.000000 13.000000-4,-10.000000 12.000000-4,-9.000000 13.000000-5,-10.000000 18.000000-3,-9.000000 26.000000-2,-10.000000 24.000000-3,-8.000000 26.000000-1,-4.000000 13.000000-1,3.000000 4.000000-2,3.000000 3.000000 0,4.000000 3.000000 0,7.000000-2.000000-2,13.000000-6.000000-2,12.000000-6.000000-3,13.000000-6.000000-1,12.000000-10.000000-1,13.000000-12.000000-2,12.000000-13.000000 0,13.000000-12.000000-2,10.000000-10.000000 1,10.000000-6.000000 2,10.000000-6.000000 2,9.000000-6.000000 1,6.000000-6.000000 2,3.000000-2.000000 2,3.000000-3.000000 2,4.000000-3.000000 2,-4.000000-2.000000 3,-9.000000 0.000000 2,-10.000000 0.000000 2,-8.000000 0.000000 2,-9.000000 1.000000 1,-6.000000 4.000000 2,-6.000000 3.000000 1,-6.000000 3.000000 2,-12.000000 4.000000 1,-15.000000 7.000000 2,-15.000000 6.000000 2,-16.000000 7.000000 2,-12.000000 0.000000-4,-5.000000-2.000000-9,-7.000000-3.000000-10,-5.000000-3.000000-8,0.000000-7.000000-12,10.000000-9.000000-11,10.000000-10.000000-11,9.000000-8.000000-13,7.000000-11.000000-3,7.000000-8.000000 2,6.000000-10.000000 3,7.000000-9.000000 2</inkml:trace>
</inkml:ink>
</file>

<file path=ppt/ink/ink1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40"/>
    </inkml:context>
    <inkml:brush xml:id="br0">
      <inkml:brushProperty name="width" value="0.0255388431251049" units="cm"/>
      <inkml:brushProperty name="height" value="0.0255388431251049" units="cm"/>
      <inkml:brushProperty name="color" value="#000000"/>
      <inkml:brushProperty name="ignorePressure" value="0"/>
    </inkml:brush>
  </inkml:definitions>
  <inkml:trace contextRef="#ctx0" brushRef="#br0">42150.000000 21500.000000 574,'48.000000'21.000000'50,"-3.000000"-5.000000"-6 ,-3.000000-7.000000-5,-2.000000-5.000000-5,2.000000-8.000000-3,9.000000-5.000000 0,10.000000-7.000000 0,10.000000-5.000000 1,7.000000-11.000000-3,6.000000-11.000000-5,7.000000-14.000000-4,6.000000-11.000000-5,-2.000000-9.000000-5,-9.000000-3.000000-2,-10.000000-3.000000-5,-8.000000-2.000000-3,-12.000000 0.000000-1,-12.000000 7.000000 0,-13.000000 6.000000 1,-12.000000 7.000000 1,-13.000000 8.000000 0,-12.000000 14.000000 0,-13.000000 11.000000 0,-12.000000 14.000000-1,-13.000000 10.000000 1,-12.000000 9.000000-1,-13.000000 10.000000 0,-12.000000 10.000000 0,-5.000000 10.000000 0,3.000000 13.000000 1,3.000000 12.000000 2,4.000000 13.000000 0,5.000000 9.000000 0,10.000000 6.000000 1,10.000000 7.000000-1,9.000000 6.000000 0,9.000000 3.000000-1,9.000000 0.000000-4,10.000000 0.000000-4,10.000000 0.000000-2,18.000000-7.000000-6,28.000000-11.000000-6,28.000000-14.000000-6,29.000000-11.000000-7,18.000000-15.000000-6,9.000000-16.000000-6,10.000000-15.000000-5,10.000000-15.000000-5,-11.000000-11.000000 1,-27.000000-2.000000 6,-28.000000-3.000000 7,-28.000000-3.000000 8</inkml:trace>
</inkml:ink>
</file>

<file path=ppt/ink/ink1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40"/>
    </inkml:context>
    <inkml:brush xml:id="br0">
      <inkml:brushProperty name="width" value="0.0260009728372097" units="cm"/>
      <inkml:brushProperty name="height" value="0.0260009728372097" units="cm"/>
      <inkml:brushProperty name="color" value="#000000"/>
      <inkml:brushProperty name="ignorePressure" value="0"/>
    </inkml:brush>
  </inkml:definitions>
  <inkml:trace contextRef="#ctx0" brushRef="#br0">44000.000000 20800.000000 564,'-46.000000'1.000000'1,"10.000000"4.000000"4 ,10.000000 3.000000 2,9.000000 3.000000 4,10.000000 1.000000 0,14.000000 1.000000-2,11.000000-1.000000-1,14.000000 1.000000-3,2.000000-1.000000 1,-6.000000 1.000000 3,-6.000000-1.000000 3,-6.000000 1.000000 4,-4.000000-1.000000 6,1.000000 1.000000 11,-1.000000-1.000000 11,1.000000 1.000000 10,-6.000000-1.000000 0,-8.000000 1.000000-11,-10.000000-1.000000-12,-9.000000 1.000000-11,-7.000000 4.000000-7,-3.000000 9.000000-3,-3.000000 10.000000-4,-2.000000 10.000000-4,-3.000000 7.000000-1,1.000000 6.000000-1,-1.000000 7.000000 1,1.000000 6.000000-1,2.000000 3.000000 0,7.000000 0.000000-1,6.000000 0.000000-1,7.000000 0.000000 0,4.000000-4.000000-1,3.000000-5.000000-2,3.000000-7.000000-1,4.000000-5.000000-2,4.000000-9.000000-1,6.000000-9.000000-1,7.000000-10.000000-1,6.000000-8.000000-1,7.000000-12.000000 0,10.000000-12.000000-2,10.000000-13.000000 0,9.000000-12.000000-2,4.000000-12.000000-1,1.000000-8.000000 1,-1.000000-10.000000 0,1.000000-9.000000 0,-3.000000-7.000000 0,-2.000000-3.000000 1,-3.000000-3.000000 1,-3.000000-2.000000 1,-6.000000 2.000000 1,-5.000000 9.000000 0,-7.000000 10.000000 2,-5.000000 10.000000 1,-9.000000 11.000000 5,-9.000000 17.000000 8,-10.000000 15.000000 10,-8.000000 16.000000 7,-6.000000 12.000000 4,1.000000 9.000000-2,-1.000000 10.000000-2,1.000000 10.000000-3,-1.000000 4.000000-1,1.000000 0.000000-1,-1.000000 0.000000 1,1.000000 0.000000-1,-1.000000 3.000000 0,1.000000 6.000000-2,-1.000000 7.000000 0,1.000000 6.000000-2,2.000000-2.000000 0,7.000000-9.000000 0,6.000000-10.000000 0,7.000000-8.000000 0,5.000000-8.000000-11,7.000000-2.000000-24,6.000000-3.000000-22,7.000000-3.000000-22,0.000000-6.000000-10,-2.000000-5.000000 7,-3.000000-7.000000 5,-3.000000-5.000000 7</inkml:trace>
</inkml:ink>
</file>

<file path=ppt/ink/ink1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41"/>
    </inkml:context>
    <inkml:brush xml:id="br0">
      <inkml:brushProperty name="width" value="0.0270281322300434" units="cm"/>
      <inkml:brushProperty name="height" value="0.0270281322300434" units="cm"/>
      <inkml:brushProperty name="color" value="#000000"/>
      <inkml:brushProperty name="ignorePressure" value="0"/>
    </inkml:brush>
  </inkml:definitions>
  <inkml:trace contextRef="#ctx0" brushRef="#br0">45200.000000 20950.000000 542,'-16.000000'25.000000'81,"19.000000"0.000000"-18 ,19.000000 0.000000-15,19.000000 0.000000-18,5.000000 3.000000-9,-5.000000 6.000000-4,-7.000000 7.000000-2,-5.000000 6.000000-4,-8.000000 6.000000-3,-5.000000 6.000000-2,-7.000000 7.000000-3,-5.000000 6.000000-2,-6.000000 4.000000-1,-3.000000 4.000000 2,-3.000000 3.000000 2,-2.000000 3.000000 2,-5.000000-5.000000 0,-2.000000-12.000000 1,-3.000000-13.000000-1,-3.000000-12.000000 0,1.000000-16.000000 1,6.000000-19.000000-1,7.000000-18.000000 0,6.000000-19.000000 0,10.000000-22.000000 3,17.000000-25.000000 6,15.000000-25.000000 7,16.000000-25.000000 6,13.000000-15.000000-11,14.000000-2.000000-25,11.000000-3.000000-27,14.000000-3.000000-27,-3.000000 12.000000-10,-15.000000 28.000000 6,-15.000000 28.000000 5,-16.000000 29.000000 7,-10.000000 15.000000 6,-3.000000 3.000000 6,-3.000000 3.000000 7,-2.000000 4.000000 6</inkml:trace>
</inkml:ink>
</file>

<file path=ppt/ink/ink1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41"/>
    </inkml:context>
    <inkml:brush xml:id="br0">
      <inkml:brushProperty name="width" value="0.0258995164185762" units="cm"/>
      <inkml:brushProperty name="height" value="0.0258995164185762" units="cm"/>
      <inkml:brushProperty name="color" value="#000000"/>
      <inkml:brushProperty name="ignorePressure" value="0"/>
    </inkml:brush>
  </inkml:definitions>
  <inkml:trace contextRef="#ctx0" brushRef="#br0">47050.000000 21000.000000 566,'-47.000000'-2.000000'55,"6.000000"-3.000000"-7 ,7.000000-3.000000-6,6.000000-2.000000-7,3.000000-3.000000-4,0.000000 1.000000-2,0.000000-1.000000-4,0.000000 1.000000-2,-2.000000-1.000000-3,-3.000000 1.000000-2,-3.000000-1.000000-2,-2.000000 1.000000-2,-6.000000 8.000000-2,-6.000000 20.000000-3,-6.000000 18.000000-2,-6.000000 20.000000-3,1.000000 16.000000-1,9.000000 16.000000 2,10.000000 15.000000 1,10.000000 17.000000 3,7.000000 7.000000-1,6.000000 0.000000-2,7.000000 0.000000-1,6.000000 0.000000-1,17.000000-11.000000-5,28.000000-22.000000-6,28.000000-22.000000-6,29.000000-21.000000-6,18.000000-28.000000-7,9.000000-30.000000-8,10.000000-32.000000-6,10.000000-30.000000-7,-11.000000-11.000000 0,-27.000000 14.000000 8,-28.000000 11.000000 7,-28.000000 14.000000 9,-15.000000 3.000000 0,1.000000-2.000000-4,-1.000000-3.000000-6,1.000000-3.000000-5</inkml:trace>
</inkml:ink>
</file>

<file path=ppt/ink/ink1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41"/>
    </inkml:context>
    <inkml:brush xml:id="br0">
      <inkml:brushProperty name="width" value="0.0298246759921312" units="cm"/>
      <inkml:brushProperty name="height" value="0.0298246759921312" units="cm"/>
      <inkml:brushProperty name="color" value="#000000"/>
      <inkml:brushProperty name="ignorePressure" value="0"/>
    </inkml:brush>
  </inkml:definitions>
  <inkml:trace contextRef="#ctx0" brushRef="#br0">47850.000000 20050.000000 491,'-24.000000'-16.000000'36,"4.000000"19.000000"9 ,3.000000 19.000000 8,3.000000 19.000000 9,3.000000 16.000000 0,3.000000 17.000000-9,3.000000 15.000000-7,4.000000 16.000000-9,-1.000000 13.000000-7,-3.000000 14.000000-4,-3.000000 11.000000-6,-2.000000 14.000000-4,-5.000000 2.000000-5,-2.000000-6.000000-3,-3.000000-6.000000-4,-3.000000-6.000000-5,1.000000-15.000000-4,6.000000-21.000000-6,7.000000-22.000000-7,6.000000-22.000000-6,4.000000-24.000000-3,4.000000-24.000000-2,3.000000-26.000000-2,3.000000-24.000000-1,7.000000-24.000000 0,14.000000-22.000000 2,11.000000-22.000000 1,14.000000-21.000000 1,3.000000-6.000000 3,-2.000000 14.000000 4,-3.000000 11.000000 5,-3.000000 14.000000 4,-4.000000 13.000000 4,-3.000000 16.000000 7,-3.000000 15.000000 6,-2.000000 17.000000 6,-6.000000 11.000000 5,-6.000000 10.000000 4,-6.000000 10.000000 5,-6.000000 9.000000 4,-4.000000 15.000000 2,1.000000 22.000000-3,-1.000000 22.000000-1,1.000000 23.000000-2,-3.000000 6.000000-2,-2.000000-5.000000 0,-3.000000-7.000000-1,-3.000000-5.000000 0,-1.000000-8.000000-2,4.000000-5.000000-2,3.000000-7.000000-3,3.000000-5.000000-2</inkml:trace>
</inkml:ink>
</file>

<file path=ppt/ink/ink1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0"/>
    </inkml:context>
    <inkml:brush xml:id="br0">
      <inkml:brushProperty name="width" value="0.0297270175069571" units="cm"/>
      <inkml:brushProperty name="height" value="0.0297270175069571" units="cm"/>
      <inkml:brushProperty name="color" value="#000000"/>
      <inkml:brushProperty name="ignorePressure" value="0"/>
    </inkml:brush>
  </inkml:definitions>
  <inkml:trace contextRef="#ctx0" brushRef="#br0">7350.000000 20000.000000 493,'-91.000000'0.000000'-10,"19.000000"0.000000"3 ,19.000000 0.000000 5,19.000000 0.000000 3,10.000000 0.000000 4,4.000000 0.000000 5,3.000000 0.000000 4,3.000000 0.000000 5,6.000000 0.000000 3,9.000000 0.000000 1,10.000000 0.000000 1,10.000000 0.000000 1,4.000000 3.000000 0,0.000000 6.000000-1,0.000000 7.000000-3,0.000000 6.000000-1,0.000000 10.000000-1,0.000000 17.000000 0,0.000000 15.000000 2,0.000000 16.000000 0,0.000000 20.000000 1,0.000000 25.000000 0,0.000000 25.000000 2,0.000000 25.000000 0,-4.000000 17.000000-1,-5.000000 9.000000-3,-7.000000 10.000000-3,-5.000000 10.000000-3,-4.000000-6.000000-2,0.000000-18.000000-1,0.000000-19.000000-3,0.000000-18.000000-1,0.000000-23.000000-2,0.000000-24.000000-2,0.000000-26.000000-2,0.000000-24.000000-3,1.000000-28.000000-11,4.000000-27.000000-19,3.000000-28.000000-21,3.000000-28.000000-20,1.000000-27.000000-6,1.000000-25.000000 8,-1.000000-25.000000 8,1.000000-25.000000 8,-3.000000 1.000000 9,-2.000000 29.000000 8,-3.000000 28.000000 10,-3.000000 28.000000 9,-1.000000 12.000000 5,4.000000-3.000000 3,3.000000-3.000000 3,3.000000-2.000000 1</inkml:trace>
</inkml:ink>
</file>

<file path=ppt/ink/ink1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1"/>
    </inkml:context>
    <inkml:brush xml:id="br0">
      <inkml:brushProperty name="width" value="0.0261460188776255" units="cm"/>
      <inkml:brushProperty name="height" value="0.0261460188776255" units="cm"/>
      <inkml:brushProperty name="color" value="#000000"/>
      <inkml:brushProperty name="ignorePressure" value="0"/>
    </inkml:brush>
  </inkml:definitions>
  <inkml:trace contextRef="#ctx0" brushRef="#br0">7350.000000 20000.000000 560,'-22.000000'-68.000000'-4,"6.000000"17.000000"5 ,7.000000 15.000000 7,6.000000 16.000000 5,7.000000 5.000000 4,10.000000-2.000000 1,10.000000-3.000000 1,9.000000-3.000000 1,6.000000 1.000000 1,3.000000 6.000000-1,3.000000 7.000000-1,4.000000 6.000000-1,5.000000 1.000000 0,10.000000-3.000000 0,10.000000-3.000000 0,9.000000-2.000000 0,7.000000-1.000000 0,7.000000 3.000000-2,6.000000 3.000000 1,7.000000 4.000000-2,4.000000 1.000000 0,3.000000 0.000000-2,3.000000 0.000000-1,4.000000 0.000000-1,7.000000 0.000000-1,13.000000 0.000000 0,12.000000 0.000000-2,13.000000 0.000000 0,10.000000-4.000000 0,10.000000-5.000000-1,10.000000-7.000000 1,9.000000-5.000000 0,1.000000-4.000000-2,-6.000000 0.000000-1,-6.000000 0.000000-3,-6.000000 0.000000-3,-2.000000 1.000000 0,3.000000 4.000000-1,3.000000 3.000000 0,4.000000 3.000000 1,4.000000 3.000000-1,6.000000 3.000000-1,7.000000 3.000000-1,6.000000 4.000000 0,-7.000000 1.000000-1,-18.000000 0.000000 0,-19.000000 0.000000 0,-18.000000 0.000000 1,-6.000000 0.000000-1,10.000000 0.000000 1,10.000000 0.000000 1,9.000000 0.000000 0,2.000000 0.000000 0,-2.000000 0.000000 0,-3.000000 0.000000-1,-3.000000 0.000000 1,-9.000000 0.000000-1,-11.000000 0.000000 0,-14.000000 0.000000-1,-11.000000 0.000000 0,-4.000000 0.000000-1,6.000000 0.000000 2,7.000000 0.000000 1,6.000000 0.000000 0,7.000000-2.000000 1,10.000000-3.000000 0,10.000000-3.000000 1,9.000000-2.000000 0,-1.000000-1.000000 1,-8.000000 3.000000 1,-10.000000 3.000000 2,-9.000000 4.000000 2,-9.000000-1.000000 0,-5.000000-3.000000-2,-7.000000-3.000000 0,-5.000000-2.000000-3,-4.000000-1.000000 1,0.000000 3.000000-2,0.000000 3.000000 1,0.000000 4.000000-1,12.000000 1.000000 1,26.000000 0.000000 1,24.000000 0.000000 0,26.000000 0.000000 2,1.000000-2.000000-2,-22.000000-3.000000-2,-22.000000-3.000000-3,-21.000000-2.000000-3,-9.000000-5.000000-2,7.000000-2.000000 0,6.000000-3.000000 0,7.000000-3.000000-1,4.000000-1.000000 1,3.000000 4.000000 1,3.000000 3.000000 2,4.000000 3.000000 1,-3.000000 1.000000 1,-5.000000 1.000000 1,-7.000000-1.000000 1,-5.000000 1.000000 0,-6.000000 1.000000 2,-3.000000 3.000000 1,-3.000000 3.000000 2,-2.000000 4.000000 0,0.000000-1.000000 1,7.000000-3.000000 0,6.000000-3.000000-1,7.000000-2.000000 0,2.000000-3.000000-1,1.000000 1.000000 0,-1.000000-1.000000-2,1.000000 1.000000 0,-7.000000-1.000000-2,-12.000000 1.000000 0,-13.000000-1.000000-1,-12.000000 1.000000-2,-10.000000-1.000000 1,-6.000000 1.000000 0,-6.000000-1.000000 2,-6.000000 1.000000 0,-2.000000 1.000000 0,3.000000 3.000000 0,3.000000 3.000000 0,4.000000 4.000000 0,2.000000 1.000000 0,4.000000 0.000000-1,3.000000 0.000000 0,3.000000 0.000000 0,-4.000000 0.000000 1,-8.000000 0.000000 1,-10.000000 0.000000 1,-9.000000 0.000000 2,-9.000000 1.000000 0,-5.000000 4.000000-2,-7.000000 3.000000-1,-5.000000 3.000000 0,-8.000000-1.000000-2,-5.000000-2.000000 1,-7.000000-3.000000-1,-5.000000-3.000000 1,-12.000000 1.000000 2,-16.000000 6.000000 7,-15.000000 7.000000 6,-15.000000 6.000000 7,-7.000000 4.000000 0,3.000000 4.000000-4,3.000000 3.000000-5,4.000000 3.000000-4,2.000000 6.000000-3,4.000000 9.000000 1,3.000000 10.000000-2,3.000000 10.000000 1,1.000000 8.000000-1,1.000000 10.000000 0,-1.000000 10.000000 1,1.000000 9.000000 0,1.000000 4.000000 0,3.000000 1.000000 0,3.000000-1.000000 2,4.000000 1.000000 1,1.000000-1.000000-1,0.000000 1.000000 0,0.000000-1.000000-1,0.000000 1.000000-1,0.000000-3.000000-1,0.000000-2.000000 0,0.000000-3.000000 0,0.000000-3.000000 0,1.000000-2.000000-1,4.000000 0.000000 2,3.000000 0.000000-1,3.000000 0.000000 1,-1.000000 0.000000-1,-2.000000 0.000000 0,-3.000000 0.000000-1,-3.000000 0.000000-2,-4.000000-4.000000 0,-3.000000-5.000000-1,-3.000000-7.000000-1,-2.000000-5.000000-2,-1.000000-11.000000-1,3.000000-11.000000-4,3.000000-14.000000-3,4.000000-11.000000-3</inkml:trace>
</inkml:ink>
</file>

<file path=ppt/ink/ink1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2"/>
    </inkml:context>
    <inkml:brush xml:id="br0">
      <inkml:brushProperty name="width" value="0.0282082259654999" units="cm"/>
      <inkml:brushProperty name="height" value="0.0282082259654999" units="cm"/>
      <inkml:brushProperty name="color" value="#000000"/>
      <inkml:brushProperty name="ignorePressure" value="0"/>
    </inkml:brush>
  </inkml:definitions>
  <inkml:trace contextRef="#ctx0" brushRef="#br0">7900.000000 22900.000000 519,'-19.000000'21.000000'2,"13.000000"-5.000000"1 ,12.000000-7.000000 4,13.000000-5.000000 2,12.000000-4.000000 3,13.000000 0.000000 5,12.000000 0.000000 4,13.000000 0.000000 4,10.000000-2.000000 3,10.000000-3.000000 1,10.000000-3.000000 1,9.000000-2.000000 1,10.000000-3.000000-1,14.000000 1.000000-3,11.000000-1.000000-4,14.000000 1.000000-4,19.000000-3.000000-1,29.000000-2.000000-2,28.000000-3.000000 0,28.000000-3.000000-1,17.000000-4.000000-2,6.000000-3.000000 1,7.000000-3.000000-2,6.000000-2.000000 0,7.000000-3.000000-2,10.000000 1.000000-1,10.000000-1.000000-3,9.000000 1.000000-2,-1.000000 1.000000-1,-8.000000 3.000000 0,-10.000000 3.000000-1,-9.000000 4.000000 0,-5.000000 2.000000 0,0.000000 4.000000 0,0.000000 3.000000 1,0.000000 3.000000 1,-4.000000 1.000000-2,-5.000000 1.000000-4,-7.000000-1.000000-3,-5.000000 1.000000-4,-6.000000-1.000000-1,-3.000000 1.000000 0,-3.000000-1.000000 1,-2.000000 1.000000 1,-6.000000-1.000000 1,-6.000000 1.000000-1,-6.000000-1.000000 2,-6.000000 1.000000-1,-6.000000 1.000000 2,-2.000000 3.000000 1,-3.000000 3.000000 1,-3.000000 4.000000 1,-12.000000 1.000000 0,-18.000000 0.000000 0,-19.000000 0.000000-2,-18.000000 0.000000 0,-9.000000 1.000000-1,4.000000 4.000000 1,3.000000 3.000000 0,3.000000 3.000000 0,-1.000000 1.000000 0,-2.000000 1.000000 2,-3.000000-1.000000 1,-3.000000 1.000000 0,-6.000000-3.000000 2,-5.000000-2.000000-1,-7.000000-3.000000 1,-5.000000-3.000000 0,-11.000000-4.000000 0,-11.000000-3.000000 0,-14.000000-3.000000-1,-11.000000-2.000000 0,-4.000000-5.000000-1,6.000000-2.000000 1,7.000000-3.000000 0,6.000000-3.000000 1,6.000000-1.000000 0,6.000000 4.000000-2,7.000000 3.000000 0,6.000000 3.000000-2,1.000000 3.000000 1,-3.000000 3.000000 0,-3.000000 3.000000 0,-2.000000 4.000000 1,-6.000000 2.000000 1,-6.000000 4.000000-1,-6.000000 3.000000 0,-6.000000 3.000000 0,-7.000000 3.000000 0,-6.000000 3.000000 1,-6.000000 3.000000-1,-6.000000 4.000000 1,-2.000000-1.000000 0,3.000000-3.000000-1,3.000000-3.000000 1,4.000000-2.000000-1,1.000000-5.000000 1,0.000000-2.000000 0,0.000000-3.000000 1,0.000000-3.000000 1,10.000000-4.000000-1,23.000000-3.000000-3,22.000000-3.000000-1,22.000000-2.000000-2,-2.000000-1.000000 0,-25.000000 3.000000 0,-25.000000 3.000000 1,-25.000000 4.000000 1,-25.000000 1.000000-1,-25.000000 0.000000-3,-25.000000 0.000000-4,-25.000000 0.000000-3,-16.000000 0.000000-2,-6.000000 0.000000-2,-6.000000 0.000000-2,-6.000000 0.000000-1,-1.000000 0.000000-6,7.000000 0.000000-8,6.000000 0.000000-8,7.000000 0.000000-10</inkml:trace>
</inkml:ink>
</file>

<file path=ppt/ink/ink1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3"/>
    </inkml:context>
    <inkml:brush xml:id="br0">
      <inkml:brushProperty name="width" value="0.0311568174511194" units="cm"/>
      <inkml:brushProperty name="height" value="0.0311568174511194" units="cm"/>
      <inkml:brushProperty name="color" value="#000000"/>
      <inkml:brushProperty name="ignorePressure" value="0"/>
    </inkml:brush>
  </inkml:definitions>
  <inkml:trace contextRef="#ctx0" brushRef="#br0">22600.000000 20300.000000 470,'75.000000'26.000000'101,"0.000000"4.000000"-22 ,0.000000 3.000000-20,0.000000 3.000000-22,1.000000 6.000000-12,4.000000 9.000000-3,3.000000 10.000000-3,3.000000 10.000000-2,-1.000000 2.000000-2,-2.000000-3.000000-1,-3.000000-3.000000 0,-3.000000-2.000000 0,-7.000000-5.000000-2,-9.000000-2.000000-1,-10.000000-3.000000-2,-8.000000-3.000000-1,-8.000000-10.000000-1,-2.000000-16.000000 0,-3.000000-15.000000 2,-3.000000-15.000000 0,-1.000000-18.000000 1,4.000000-19.000000-1,3.000000-18.000000 0,3.000000-19.000000-1,1.000000-12.000000-3,1.000000-2.000000-5,-1.000000-3.000000-7,1.000000-3.000000-5,1.000000-2.000000-6,3.000000 0.000000-7,3.000000 0.000000-6,4.000000 0.000000-7,-4.000000 4.000000-2,-9.000000 10.000000 4,-10.000000 10.000000 4,-8.000000 9.000000 4</inkml:trace>
</inkml:ink>
</file>

<file path=ppt/ink/ink1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5"/>
    </inkml:context>
    <inkml:brush xml:id="br0">
      <inkml:brushProperty name="width" value="0.0276361927390099" units="cm"/>
      <inkml:brushProperty name="height" value="0.0276361927390099" units="cm"/>
      <inkml:brushProperty name="color" value="#000000"/>
      <inkml:brushProperty name="ignorePressure" value="0"/>
    </inkml:brush>
  </inkml:definitions>
  <inkml:trace contextRef="#ctx0" brushRef="#br0">22850.000000 22450.000000 530,'0.000000'76.000000'84,"0.000000"4.000000"-18 ,0.000000 3.000000-19,0.000000 3.000000-18,0.000000 10.000000-11,0.000000 20.000000-3,0.000000 18.000000-3,0.000000 20.000000-2,0.000000 14.000000-3,0.000000 14.000000 0,0.000000 11.000000-1,0.000000 14.000000-1,0.000000 7.000000-1,0.000000 3.000000 1,0.000000 3.000000 0,0.000000 4.000000 0,1.000000-3.000000 0,4.000000-5.000000 0,3.000000-7.000000 0,3.000000-5.000000 0,1.000000-11.000000 0,1.000000-11.000000 0,-1.000000-14.000000 1,1.000000-11.000000-1,-1.000000-11.000000 0,1.000000-5.000000-1,-1.000000-7.000000-1,1.000000-5.000000-1,-3.000000-9.000000-1,-2.000000-9.000000 1,-3.000000-10.000000-1,-3.000000-8.000000-1,-2.000000-4.000000 2,0.000000 3.000000 0,0.000000 3.000000 1,0.000000 4.000000 1,0.000000 4.000000 0,0.000000 6.000000 0,0.000000 7.000000-1,0.000000 6.000000 1,-2.000000-1.000000-1,-3.000000-5.000000 1,-3.000000-7.000000 0,-2.000000-5.000000 1,-1.000000-4.000000 0,3.000000 0.000000-1,3.000000 0.000000 1,4.000000 0.000000-1,1.000000-2.000000 0,0.000000-3.000000 0,0.000000-3.000000-1,0.000000-2.000000 1,0.000000-1.000000-1,0.000000 3.000000 0,0.000000 3.000000-1,0.000000 4.000000 0,0.000000-1.000000-2,0.000000-3.000000 0,0.000000-3.000000-1,0.000000-2.000000-2,0.000000-9.000000 0,0.000000-12.000000 1,0.000000-13.000000 0,0.000000-12.000000 1</inkml:trace>
</inkml:ink>
</file>

<file path=ppt/ink/ink1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5"/>
    </inkml:context>
    <inkml:brush xml:id="br0">
      <inkml:brushProperty name="width" value="0.0247261486947536" units="cm"/>
      <inkml:brushProperty name="height" value="0.0247261486947536" units="cm"/>
      <inkml:brushProperty name="color" value="#000000"/>
      <inkml:brushProperty name="ignorePressure" value="0"/>
    </inkml:brush>
  </inkml:definitions>
  <inkml:trace contextRef="#ctx0" brushRef="#br0">8100.000000 23400.000000 593,'-21.000000'29.000000'51,"10.000000"10.000000"-9 ,10.000000 10.000000-8,9.000000 9.000000-9,6.000000 17.000000-5,3.000000 25.000000-2,3.000000 25.000000-1,4.000000 25.000000-2,2.000000 18.000000-2,4.000000 14.000000-1,3.000000 11.000000 0,3.000000 14.000000-1,-2.000000 8.000000-1,-6.000000 7.000000 1,-6.000000 6.000000 0,-6.000000 7.000000 0,-4.000000-3.000000 0,1.000000-8.000000-1,-1.000000-10.000000-3,1.000000-9.000000-1,-1.000000-10.000000-1,1.000000-9.000000 0,-1.000000-10.000000 0,1.000000-8.000000 0,-3.000000-22.000000 0,-2.000000-30.000000-1,-3.000000-32.000000-1,-3.000000-30.000000 0,-2.000000-6.000000 1,0.000000 22.000000 0,0.000000 22.000000 1,0.000000 23.000000 0,1.000000 14.000000 0,4.000000 10.000000-3,3.000000 10.000000-4,3.000000 9.000000-3,-1.000000 1.000000 0,-2.000000-6.000000-1,-3.000000-6.000000 2,-3.000000-6.000000 0,-1.000000-7.000000 0,4.000000-6.000000 2,3.000000-6.000000 0,3.000000-6.000000 1,-1.000000-7.000000 0,-2.000000-6.000000 1,-3.000000-6.000000-1,-3.000000-6.000000 1,-2.000000 1.000000 1,0.000000 9.000000-1,0.000000 10.000000 1,0.000000 10.000000 0,1.000000-1.000000 0,4.000000-9.000000 0,3.000000-10.000000 0,3.000000-8.000000 0,-1.000000-6.000000-1,-2.000000 1.000000-1,-3.000000-1.000000-1,-3.000000 1.000000-1,-2.000000-1.000000 0,0.000000 1.000000-1,0.000000-1.000000 0,0.000000 1.000000 0,0.000000-4.000000 0,0.000000-6.000000 0,0.000000-6.000000 2,0.000000-6.000000-1,-2.000000-7.000000 0,-3.000000-6.000000-1,-3.000000-6.000000-1,-2.000000-6.000000-1,-1.000000-6.000000-4,3.000000-2.000000-5,3.000000-3.000000-4,4.000000-3.000000-6,4.000000-9.000000-4,6.000000-11.000000-3,7.000000-14.000000-5,6.000000-11.000000-3,1.000000-6.000000-2,-3.000000 4.000000 2,-3.000000 3.000000 2,-2.000000 3.000000 2</inkml:trace>
</inkml:ink>
</file>

<file path=ppt/ink/ink1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6"/>
    </inkml:context>
    <inkml:brush xml:id="br0">
      <inkml:brushProperty name="width" value="0.0229890365153551" units="cm"/>
      <inkml:brushProperty name="height" value="0.0229890365153551" units="cm"/>
      <inkml:brushProperty name="color" value="#000000"/>
      <inkml:brushProperty name="ignorePressure" value="0"/>
    </inkml:brush>
  </inkml:definitions>
  <inkml:trace contextRef="#ctx0" brushRef="#br0">8900.000000 32050.000000 637,'107.000000'0.000000'91,"17.000000"0.000000"-19 ,15.000000 0.000000-21,16.000000 0.000000-20,16.000000 0.000000-11,20.000000 0.000000-2,18.000000 0.000000-3,20.000000 0.000000-2,13.000000-2.000000-2,9.000000-3.000000-3,10.000000-3.000000-1,10.000000-2.000000-1,5.000000-3.000000-2,4.000000 1.000000 1,3.000000-1.000000-1,3.000000 1.000000 0,-10.000000-1.000000-2,-21.000000 1.000000-3,-22.000000-1.000000-3,-22.000000 1.000000-4,-7.000000-3.000000-2,10.000000-2.000000-1,10.000000-3.000000-1,9.000000-3.000000 0,-2.000000-1.000000 2,-12.000000 4.000000 2,-13.000000 3.000000 4,-12.000000 3.000000 2,-10.000000 3.000000 2,-6.000000 3.000000 0,-6.000000 3.000000-1,-6.000000 4.000000 0,-1.000000 1.000000 0,7.000000 0.000000 2,6.000000 0.000000 0,7.000000 0.000000 2,-3.000000 1.000000 0,-8.000000 4.000000 1,-10.000000 3.000000 1,-9.000000 3.000000 0,-13.000000 1.000000 0,-16.000000 1.000000-1,-15.000000-1.000000-1,-15.000000 1.000000-1,-6.000000-3.000000-2,7.000000-2.000000-2,6.000000-3.000000-3,7.000000-3.000000-4,5.000000-2.000000 1,7.000000 0.000000 5,6.000000 0.000000 3,7.000000 0.000000 4,-1.000000 0.000000 1,-6.000000 0.000000 1,-6.000000 0.000000-1,-6.000000 0.000000 0,-7.000000 0.000000-1,-6.000000 0.000000-2,-6.000000 0.000000-3,-6.000000 0.000000-2,-6.000000 0.000000-1,-2.000000 0.000000-1,-3.000000 0.000000-1,-3.000000 0.000000-1,-2.000000 0.000000 0,0.000000 0.000000 1,0.000000 0.000000-1,0.000000 0.000000 1,-2.000000 0.000000 1,-3.000000 0.000000 0,-3.000000 0.000000 1,-2.000000 0.000000 1,3.000000 0.000000 0,14.000000 0.000000 1,11.000000 0.000000 0,14.000000 0.000000 0,2.000000 0.000000 0,-6.000000 0.000000 0,-6.000000 0.000000 0,-6.000000 0.000000 0,-6.000000-2.000000 0,-2.000000-3.000000 1,-3.000000-3.000000 0,-3.000000-2.000000 0,-6.000000-1.000000 1,-5.000000 3.000000-1,-7.000000 3.000000-1,-5.000000 4.000000-1,-4.000000 1.000000 1,0.000000 0.000000 2,0.000000 0.000000 1,0.000000 0.000000 1,0.000000 0.000000 0,0.000000 0.000000 0,0.000000 0.000000-2,0.000000 0.000000 0,0.000000-2.000000-1,0.000000-3.000000 0,0.000000-3.000000 1,0.000000-2.000000 0,0.000000-3.000000 1,0.000000 1.000000-1,0.000000-1.000000 1,0.000000 1.000000-1,-2.000000 1.000000 0,-3.000000 3.000000 0,-3.000000 3.000000 1,-2.000000 4.000000-1,-5.000000 1.000000 0,-2.000000 0.000000-1,-3.000000 0.000000 1,-3.000000 0.000000-1,-2.000000 0.000000-1,0.000000 0.000000 0,0.000000 0.000000-1,0.000000 0.000000 0,0.000000 1.000000-1,0.000000 4.000000-1,0.000000 3.000000 0,0.000000 3.000000-1,0.000000-1.000000-1,0.000000-2.000000-3,0.000000-3.000000-1,0.000000-3.000000-2,0.000000-2.000000-6,0.000000 0.000000-11,0.000000 0.000000-10,0.000000 0.000000-11</inkml:trace>
</inkml:ink>
</file>

<file path=ppt/ink/ink1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8:59"/>
    </inkml:context>
    <inkml:brush xml:id="br0">
      <inkml:brushProperty name="width" value="0.0285772569477558" units="cm"/>
      <inkml:brushProperty name="height" value="0.0285772569477558" units="cm"/>
      <inkml:brushProperty name="color" value="#000000"/>
      <inkml:brushProperty name="ignorePressure" value="0"/>
    </inkml:brush>
  </inkml:definitions>
  <inkml:trace contextRef="#ctx0" brushRef="#br0">9910.000000 20112.000000 513,'-20.000000'24.000000'86,"6.000000"3.000000"-12 ,5.000000 3.000000-14,6.000000 2.000000-13,3.000000 8.000000-10,0.000000 11.000000-5,0.000000 12.000000-5,0.000000 11.000000-6,2.000000 11.000000-4,2.000000 11.000000-2,3.000000 12.000000-2,3.000000 12.000000-2,0.000000 6.000000-2,-3.000000 3.000000 0,-3.000000 3.000000-1,-2.000000 3.000000-1,-2.000000-4.000000-1,0.000000-12.000000-2,0.000000-11.000000-1,0.000000-11.000000-3,0.000000-25.000000-11,0.000000-36.000000-25,0.000000-37.000000-24,0.000000-38.000000-24,0.000000-15.000000-6,0.000000 6.000000 13,0.000000 5.000000 13,0.000000 6.000000 12</inkml:trace>
</inkml:ink>
</file>

<file path=ppt/ink/ink1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0"/>
    </inkml:context>
    <inkml:brush xml:id="br0">
      <inkml:brushProperty name="width" value="0.0268622413277626" units="cm"/>
      <inkml:brushProperty name="height" value="0.0268622413277626" units="cm"/>
      <inkml:brushProperty name="color" value="#000000"/>
      <inkml:brushProperty name="ignorePressure" value="0"/>
    </inkml:brush>
  </inkml:definitions>
  <inkml:trace contextRef="#ctx0" brushRef="#br0">9910.000000 20202.000000 545,'-13.000000'-18.000000'52,"20.000000"8.000000"-1 ,20.000000 9.000000 1,20.000000 8.000000-1,8.000000 6.000000-5,-2.000000 2.000000-7,-3.000000 4.000000-10,-3.000000 2.000000-8,-2.000000 3.000000-5,0.000000 3.000000-1,1.000000 3.000000-2,-1.000000 3.000000 0,-3.000000 2.000000-2,-10.000000 3.000000 0,-8.000000 4.000000-1,-8.000000 2.000000 0,-9.000000 4.000000-2,-8.000000 6.000000-3,-9.000000 6.000000-4,-9.000000 5.000000-2,-6.000000 2.000000-5,-6.000000-3.000000-2,-6.000000-3.000000-3,-6.000000-3.000000-4,0.000000-7.000000-4,6.000000-11.000000-5,6.000000-12.000000-5,6.000000-11.000000-6</inkml:trace>
</inkml:ink>
</file>

<file path=ppt/ink/ink1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0"/>
    </inkml:context>
    <inkml:brush xml:id="br0">
      <inkml:brushProperty name="width" value="0.0236556325107813" units="cm"/>
      <inkml:brushProperty name="height" value="0.0236556325107813" units="cm"/>
      <inkml:brushProperty name="color" value="#000000"/>
      <inkml:brushProperty name="ignorePressure" value="0"/>
    </inkml:brush>
  </inkml:definitions>
  <inkml:trace contextRef="#ctx0" brushRef="#br0">11683.000000 20703.000000 620,'-22.000000'-22.000000'9,"4.000000"4.000000"12 ,2.000000 2.000000 11,4.000000 3.000000 13,-1.000000 3.000000 2,-3.000000 3.000000-8,-2.000000 3.000000-8,-4.000000 3.000000-7,-2.000000 8.000000-4,-3.000000 14.000000-3,-3.000000 15.000000-2,-2.000000 13.000000-2,-2.000000 11.000000-1,0.000000 5.000000-2,-1.000000 6.000000-1,1.000000 6.000000-2,3.000000 5.000000-1,6.000000 7.000000 0,5.000000 4.000000 0,5.000000 7.000000-1,8.000000-2.000000-1,9.000000-9.000000-3,8.000000-8.000000-1,8.000000-8.000000-4,11.000000-11.000000 0,10.000000-11.000000-1,12.000000-11.000000 1,12.000000-11.000000 0,7.000000-14.000000 0,2.000000-13.000000 1,3.000000-15.000000 1,3.000000-14.000000 1,-5.000000-6.000000-12,-15.000000 3.000000-25,-14.000000 3.000000-24,-14.000000 3.000000-25</inkml:trace>
</inkml:ink>
</file>

<file path=ppt/ink/ink1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1"/>
    </inkml:context>
    <inkml:brush xml:id="br0">
      <inkml:brushProperty name="width" value="0.0261265505105257" units="cm"/>
      <inkml:brushProperty name="height" value="0.0261265505105257" units="cm"/>
      <inkml:brushProperty name="color" value="#000000"/>
      <inkml:brushProperty name="ignorePressure" value="0"/>
    </inkml:brush>
  </inkml:definitions>
  <inkml:trace contextRef="#ctx0" brushRef="#br0">15410.000000 20657.000000 561,'-44.000000'-1.000000'86,"3.000000"-4.000000"-19 ,3.000000-2.000000-19,2.000000-3.000000-19,1.000000 2.000000-11,-3.000000 5.000000-4,-4.000000 6.000000-4,-2.000000 5.000000-5,-1.000000 9.000000-1,-1.000000 12.000000 0,1.000000 11.000000 0,-1.000000 11.000000 0,5.000000 7.000000-1,9.000000 3.000000 1,7.000000 3.000000-2,10.000000 3.000000 1,6.000000-2.000000-2,6.000000-5.000000-2,6.000000-6.000000-2,6.000000-6.000000-3,8.000000-8.000000-2,11.000000-12.000000-2,12.000000-11.000000-2,11.000000-11.000000-2,5.000000-12.000000-2,-4.000000-11.000000-1,-2.000000-11.000000 0,-3.000000-12.000000-2,-3.000000-8.000000 1,-3.000000-6.000000 2,-3.000000-6.000000 1,-2.000000-5.000000 1,-5.000000 1.000000 3,-5.000000 8.000000 2,-6.000000 10.000000 4,-6.000000 7.000000 3,-3.000000 8.000000 3,0.000000 5.000000 6,1.000000 6.000000 5,-1.000000 6.000000 5,-2.000000 10.000000 3,-6.000000 14.000000 1,-6.000000 14.000000 2,-6.000000 14.000000 0,-2.000000 14.000000 2,-1.000000 10.000000-1,1.000000 12.000000 1,0.000000 11.000000 0,-1.000000 8.000000-1,1.000000 2.000000-2,0.000000 3.000000-4,-1.000000 3.000000-2,-2.000000 1.000000-2,-6.000000 0.000000-3,-5.000000 0.000000-2,-7.000000 1.000000-2,-2.000000-8.000000-5,0.000000-14.000000-7,0.000000-14.000000-7,0.000000-15.000000-7,0.000000-12.000000-3,0.000000-12.000000-1,0.000000-10.000000-1,0.000000-13.000000 1,2.000000-8.000000-8,7.000000-5.000000-14,5.000000-6.000000-14,6.000000-6.000000-14</inkml:trace>
</inkml:ink>
</file>

<file path=ppt/ink/ink1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1"/>
    </inkml:context>
    <inkml:brush xml:id="br0">
      <inkml:brushProperty name="width" value="0.0223627239465714" units="cm"/>
      <inkml:brushProperty name="height" value="0.0223627239465714" units="cm"/>
      <inkml:brushProperty name="color" value="#000000"/>
      <inkml:brushProperty name="ignorePressure" value="0"/>
    </inkml:brush>
  </inkml:definitions>
  <inkml:trace contextRef="#ctx0" brushRef="#br0">16001.000000 20975.000000 655,'-22.000000'20.000000'33,"-1.000000"-6.000000"4 ,0.000000-5.000000 2,1.000000-6.000000 5,0.000000 1.000000-3,4.000000 9.000000-7,2.000000 8.000000-6,3.000000 9.000000-9,3.000000 7.000000-3,3.000000 6.000000-4,3.000000 5.000000-1,3.000000 6.000000-3,1.000000 0.000000-4,0.000000-6.000000-9,0.000000-5.000000-7,0.000000-6.000000-7,4.000000-8.000000-5,9.000000-7.000000-2,8.000000-9.000000-1,9.000000-9.000000-2,5.000000-8.000000 1,4.000000-9.000000 0,2.000000-9.000000 2,3.000000-7.000000 1,-1.000000-8.000000 2,-6.000000-6.000000 2,-6.000000-5.000000 2,-6.000000-6.000000 3,-3.000000 1.000000 3,-4.000000 9.000000 7,-2.000000 9.000000 5,-3.000000 8.000000 6,-2.000000 5.000000 4,0.000000 4.000000 2,1.000000 2.000000 1,-1.000000 3.000000 2,-1.000000 6.000000 0,-3.000000 9.000000 0,-3.000000 8.000000 0,-2.000000 8.000000-1,-2.000000 8.000000 6,0.000000 5.000000 15,0.000000 6.000000 13,0.000000 6.000000 14,0.000000-1.000000-5,0.000000-5.000000-22,0.000000-6.000000-25,0.000000-5.000000-22</inkml:trace>
</inkml:ink>
</file>

<file path=ppt/ink/ink1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2"/>
    </inkml:context>
    <inkml:brush xml:id="br0">
      <inkml:brushProperty name="width" value="0.0236935168504715" units="cm"/>
      <inkml:brushProperty name="height" value="0.0236935168504715" units="cm"/>
      <inkml:brushProperty name="color" value="#000000"/>
      <inkml:brushProperty name="ignorePressure" value="0"/>
    </inkml:brush>
  </inkml:definitions>
  <inkml:trace contextRef="#ctx0" brushRef="#br0">16638.000000 21021.000000 619,'20.000000'64.000000'142,"-6.000000"-9.000000"-36 ,-5.000000-8.000000-37,-7.000000-9.000000-36,-2.000000-4.000000-20,0.000000 1.000000-4,0.000000-1.000000-3,0.000000 0.000000-4,3.000000-7.000000-10,6.000000-15.000000-18,5.000000-13.000000-18,6.000000-15.000000-18,5.000000-9.000000-3,7.000000-6.000000 12,5.000000-6.000000 12,5.000000-6.000000 13,2.000000-1.000000 8,-3.000000 3.000000 6,-2.000000 2.000000 7,-4.000000 4.000000 6,-1.000000 4.000000 8,1.000000 5.000000 7,-1.000000 6.000000 7,0.000000 6.000000 9,-2.000000 6.000000 3,-2.000000 5.000000-2,-3.000000 6.000000-2,-3.000000 5.000000-1,-4.000000 8.000000-3,-6.000000 8.000000-2,-5.000000 8.000000-4,-6.000000 10.000000-3,-3.000000 2.000000-3,0.000000-3.000000-4,0.000000-3.000000-4,0.000000-2.000000-3,1.000000-9.000000-11,4.000000-14.000000-20,2.000000-15.000000-19,3.000000-13.000000-19,1.000000-8.000000-3,0.000000 0.000000 14,1.000000 0.000000 15,-1.000000 1.000000 15,0.000000 0.000000 9,1.000000 4.000000 7,-1.000000 2.000000 6,0.000000 3.000000 5,1.000000 3.000000 8,-1.000000 3.000000 9,1.000000 3.000000 9,-1.000000 3.000000 9,0.000000 4.000000 2,1.000000 5.000000-6,-1.000000 6.000000-5,0.000000 6.000000-6,-1.000000 3.000000-4,-3.000000 0.000000-2,-2.000000-1.000000-4,-4.000000 1.000000-3,1.000000-2.000000-12,2.000000-2.000000-19,3.000000-4.000000-19,3.000000-2.000000-21</inkml:trace>
</inkml:ink>
</file>

<file path=ppt/ink/ink1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2"/>
    </inkml:context>
    <inkml:brush xml:id="br0">
      <inkml:brushProperty name="width" value="0.0227803494781256" units="cm"/>
      <inkml:brushProperty name="height" value="0.0227803494781256" units="cm"/>
      <inkml:brushProperty name="color" value="#000000"/>
      <inkml:brushProperty name="ignorePressure" value="0"/>
    </inkml:brush>
  </inkml:definitions>
  <inkml:trace contextRef="#ctx0" brushRef="#br0">18002.000000 21384.000000 643,'0.000000'43.000000'35,"0.000000"-6.000000"-2 ,0.000000-6.000000 0,0.000000-5.000000-2,5.000000-8.000000-1,12.000000-8.000000-5,12.000000-8.000000-3,11.000000-9.000000-3,5.000000-10.000000-5,1.000000-12.000000-6,-1.000000-11.000000-6,0.000000-11.000000-5,-2.000000-7.000000-4,-6.000000-3.000000 2,-6.000000-3.000000 0,-5.000000-3.000000 0,-5.000000 2.000000 2,-2.000000 5.000000 3,-4.000000 6.000000 3,-2.000000 6.000000 4,-4.000000 5.000000 0,-7.000000 6.000000 2,-4.000000 6.000000-1,-7.000000 5.000000 2,-7.000000 5.000000-1,-8.000000 3.000000 0,-8.000000 2.000000-1,-10.000000 3.000000 0,-3.000000 10.000000-2,-1.000000 18.000000-2,1.000000 16.000000-4,0.000000 17.000000-2,3.000000 10.000000 0,10.000000 4.000000 5,8.000000 1.000000 3,8.000000 4.000000 5,7.000000 1.000000 0,7.000000 1.000000-3,4.000000-1.000000-2,7.000000 0.000000-2,7.000000-4.000000-7,8.000000-9.000000-7,8.000000-8.000000-10,10.000000-8.000000-7,0.000000-10.000000-11,-5.000000-7.000000-11,-6.000000-10.000000-12,-5.000000-7.000000-11</inkml:trace>
</inkml:ink>
</file>

<file path=ppt/ink/ink1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9"/>
    </inkml:context>
    <inkml:brush xml:id="br0">
      <inkml:brushProperty name="width" value="0.0209717135876417" units="cm"/>
      <inkml:brushProperty name="height" value="0.0209717135876417" units="cm"/>
      <inkml:brushProperty name="color" value="#000000"/>
      <inkml:brushProperty name="ignorePressure" value="0"/>
    </inkml:brush>
  </inkml:definitions>
  <inkml:trace contextRef="#ctx0" brushRef="#br0">11410.000000 24203.000000 699,'41.000000'0.000000'-60,"-8.000000"0.000000"15 ,-9.000000 0.000000 15,-8.000000 0.000000 16,-5.000000 0.000000 8,0.000000 0.000000 1,1.000000 0.000000 1,-1.000000 0.000000 2,0.000000 0.000000 1,1.000000 0.000000 0,-1.000000 0.000000 1,1.000000 0.000000-1,-1.000000 0.000000 1,0.000000 0.000000 0,1.000000 0.000000 0,-1.000000 0.000000-1,0.000000 0.000000 1,1.000000 0.000000 0,-1.000000 0.000000 0,0.000000 0.000000 0,1.000000 0.000000 0,-1.000000 0.000000 0,1.000000 0.000000 0,-1.000000 0.000000 0,-1.000000 1.000000 0,-3.000000 4.000000 0,-3.000000 2.000000 0,-2.000000 3.000000 0,-1.000000 0.000000 1,3.000000-3.000000 2,3.000000-3.000000 2,3.000000-3.000000 2,2.000000-1.000000 0,-1.000000 0.000000-4,1.000000 0.000000-2,-1.000000 0.000000-4,0.000000 0.000000 0,1.000000 0.000000-1,-1.000000 0.000000 0,0.000000 0.000000 1,1.000000-1.000000 3,-1.000000-3.000000 7,0.000000-3.000000 6,1.000000-3.000000 7,-2.000000-2.000000 5,-3.000000 1.000000 3,-3.000000 0.000000 4,-2.000000-1.000000 4,-2.000000-1.000000-1,0.000000-2.000000-9,0.000000-4.000000-7,0.000000-2.000000-8,-2.000000 0.000000-4,-2.000000 2.000000-1,-3.000000 4.000000 1,-3.000000 2.000000-1,-3.000000 3.000000-1,-3.000000 3.000000 1,-2.000000 3.000000-1,-3.000000 2.000000-1,-4.000000 2.000000 1,-2.000000 0.000000-1,-2.000000 0.000000 0,-4.000000 0.000000-1,-3.000000 6.000000 1,-2.000000 11.000000 2,-3.000000 11.000000 3,-3.000000 12.000000 1,1.000000 8.000000 1,6.000000 6.000000-2,6.000000 6.000000 0,5.000000 5.000000-1,5.000000 4.000000-1,3.000000-1.000000 0,2.000000 0.000000 1,3.000000 0.000000-1,5.000000-3.000000 1,5.000000-5.000000 0,6.000000-6.000000 0,5.000000-6.000000 0,5.000000-6.000000-2,3.000000-10.000000-2,2.000000-8.000000-4,3.000000-8.000000-2,8.000000-9.000000-4,11.000000-8.000000-5,11.000000-9.000000-3,11.000000-9.000000-4,1.000000-8.000000-2,-12.000000-8.000000 0,-11.000000-9.000000 0,-12.000000-9.000000 1,-5.000000-2.000000 0,0.000000 2.000000 1,-1.000000 4.000000 1,1.000000 2.000000 1,-2.000000 3.000000 1,-2.000000 2.000000 3,-4.000000 4.000000 2,-2.000000 3.000000 3,-6.000000 8.000000 6,-8.000000 14.000000 11,-9.000000 14.000000 13,-8.000000 15.000000 11,-4.000000 12.000000 2,4.000000 12.000000-6,2.000000 11.000000-6,3.000000 12.000000-7,3.000000 6.000000-3,3.000000 4.000000-2,3.000000 2.000000-2,3.000000 3.000000-1,-1.000000 5.000000-1,-2.000000 5.000000-1,-3.000000 5.000000-2,-3.000000 7.000000 0,-1.000000-1.000000-2,-1.000000-5.000000 0,1.000000-6.000000-1,-1.000000-5.000000 0,1.000000-8.000000-2,0.000000-8.000000-1,-1.000000-9.000000-2,1.000000-8.000000-2,-2.000000-11.000000-3,-2.000000-10.000000-3,-4.000000-12.000000-2,-2.000000-12.000000-4,-2.000000-7.000000-8,0.000000-7.000000-15,1.000000-5.000000-14,-1.000000-6.000000-13</inkml:trace>
</inkml:ink>
</file>

<file path=ppt/ink/ink1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09"/>
    </inkml:context>
    <inkml:brush xml:id="br0">
      <inkml:brushProperty name="width" value="0.0208739824593067" units="cm"/>
      <inkml:brushProperty name="height" value="0.0208739824593067" units="cm"/>
      <inkml:brushProperty name="color" value="#000000"/>
      <inkml:brushProperty name="ignorePressure" value="0"/>
    </inkml:brush>
  </inkml:definitions>
  <inkml:trace contextRef="#ctx0" brushRef="#br0">12774.000000 24476.000000 702,'-23.000000'-22.000000'22,"0.000000"4.000000"1 ,1.000000 2.000000 0,-1.000000 4.000000 1,0.000000 0.000000-2,0.000000 1.000000-3,1.000000-1.000000-3,-1.000000 1.000000-4,-1.000000 4.000000-1,-3.000000 8.000000 0,-3.000000 9.000000 1,-3.000000 9.000000 1,1.000000 8.000000 1,2.000000 8.000000-1,3.000000 9.000000 2,3.000000 9.000000-1,4.000000 2.000000-1,6.000000-2.000000-3,5.000000-3.000000-3,6.000000-4.000000-4,6.000000-3.000000-3,6.000000-6.000000-3,5.000000-6.000000-4,6.000000-5.000000-4,7.000000-8.000000-3,8.000000-8.000000-4,9.000000-8.000000-4,9.000000-9.000000-3,2.000000-8.000000-2,-2.000000-4.000000 0,-4.000000-7.000000 2,-2.000000-5.000000 0,-3.000000-3.000000 2,-2.000000-1.000000 4,-4.000000 1.000000 4,-3.000000 0.000000 3,-3.000000 2.000000 6,-7.000000 2.000000 4,-5.000000 3.000000 5,-6.000000 3.000000 5,-2.000000 2.000000 3,-1.000000 4.000000 2,0.000000 2.000000 2,1.000000 3.000000 1,-1.000000 6.000000-2,1.000000 9.000000-4,-1.000000 8.000000-6,0.000000 8.000000-4,1.000000 4.000000-9,-1.000000-4.000000-13,0.000000-2.000000-14,1.000000-4.000000-12</inkml:trace>
</inkml:ink>
</file>

<file path=ppt/ink/ink1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0"/>
    </inkml:context>
    <inkml:brush xml:id="br0">
      <inkml:brushProperty name="width" value="0.0228383559733629" units="cm"/>
      <inkml:brushProperty name="height" value="0.0228383559733629" units="cm"/>
      <inkml:brushProperty name="color" value="#000000"/>
      <inkml:brushProperty name="ignorePressure" value="0"/>
    </inkml:brush>
  </inkml:definitions>
  <inkml:trace contextRef="#ctx0" brushRef="#br0">13456.000000 24248.000000 642,'20.000000'47.000000'107,"-6.000000"3.000000"-23 ,-6.000000 3.000000-23,-5.000000 2.000000-21,-3.000000 2.000000-16,0.000000 0.000000-5,0.000000-1.000000-7,0.000000 1.000000-7,0.000000-3.000000-3,0.000000-5.000000 0,0.000000-7.000000-1,0.000000-5.000000 0,3.000000-11.000000-10,6.000000-18.000000-15,5.000000-16.000000-17,6.000000-18.000000-16,4.000000-11.000000-3,3.000000-5.000000 10,3.000000-7.000000 10,2.000000-5.000000 10,2.000000-3.000000 7,0.000000 1.000000 6,1.000000-1.000000 5,-1.000000 0.000000 4,-2.000000 6.000000 4,-2.000000 11.000000 0,-3.000000 12.000000 1,-3.000000 11.000000 0,-2.000000 5.000000 3,-4.000000 1.000000 7,-2.000000 0.000000 5,-3.000000-1.000000 7,-2.000000 9.000000 6,0.000000 18.000000 7,1.000000 16.000000 6,-1.000000 17.000000 7,-3.000000 7.000000 0,-5.000000-2.000000-7,-6.000000-3.000000-7,-5.000000-3.000000-6,-2.000000-3.000000-7,3.000000-3.000000-5,3.000000-3.000000-5,2.000000-2.000000-6,6.000000-14.000000-10,9.000000-22.000000-15,9.000000-22.000000-16,7.000000-24.000000-15,6.000000-8.000000-2,-1.000000 6.000000 11,0.000000 5.000000 13,0.000000 6.000000 11,-2.000000 6.000000 9,-2.000000 6.000000 6,-3.000000 5.000000 6,-3.000000 6.000000 7,-1.000000 5.000000 5,0.000000 6.000000 3,0.000000 6.000000 4,-1.000000 6.000000 3,-2.000000 5.000000 1,-6.000000 6.000000-1,-5.000000 5.000000-1,-6.000000 6.000000-2,-3.000000 4.000000-5,0.000000-1.000000-13,0.000000 0.000000-12,0.000000 0.000000-12,1.000000-3.000000-6,4.000000-5.000000-1,2.000000-6.000000-1,3.000000-6.000000-1,1.000000-3.000000 1,0.000000 0.000000 0,1.000000 1.000000 0,-1.000000-1.000000 2</inkml:trace>
</inkml:ink>
</file>

<file path=ppt/ink/ink1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0"/>
    </inkml:context>
    <inkml:brush xml:id="br0">
      <inkml:brushProperty name="width" value="0.0228982623666525" units="cm"/>
      <inkml:brushProperty name="height" value="0.0228982623666525" units="cm"/>
      <inkml:brushProperty name="color" value="#000000"/>
      <inkml:brushProperty name="ignorePressure" value="0"/>
    </inkml:brush>
  </inkml:definitions>
  <inkml:trace contextRef="#ctx0" brushRef="#br0">14956.000000 24567.000000 640,'23.000000'20.000000'102,"-1.000000"-6.000000"-27 ,1.000000-6.000000-27,0.000000-5.000000-26,1.000000-7.000000-16,3.000000-9.000000-5,3.000000-8.000000-4,2.000000-9.000000-3,0.000000-4.000000-3,-7.000000 0.000000-1,-5.000000 0.000000 0,-6.000000 0.000000 0,-2.000000-2.000000 0,-1.000000-2.000000 0,0.000000-4.000000 0,1.000000-2.000000 0,-4.000000 2.000000 2,-5.000000 5.000000 1,-6.000000 6.000000 3,-5.000000 5.000000 2,-6.000000 6.000000 3,-6.000000 6.000000 2,-6.000000 5.000000 2,-5.000000 7.000000 2,-3.000000 7.000000 3,0.000000 12.000000 4,0.000000 12.000000 2,0.000000 11.000000 3,2.000000 8.000000 2,7.000000 6.000000 1,5.000000 5.000000 2,6.000000 7.000000 1,5.000000 1.000000-3,6.000000-3.000000-7,6.000000-3.000000-6,6.000000-3.000000-8,9.000000-6.000000-4,15.000000-8.000000-4,14.000000-8.000000-5,14.000000-9.000000-3,3.000000-7.000000-11,-9.000000-6.000000-18,-8.000000-5.000000-18,-9.000000-7.000000-18</inkml:trace>
</inkml:ink>
</file>

<file path=ppt/ink/ink1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1"/>
    </inkml:context>
    <inkml:brush xml:id="br0">
      <inkml:brushProperty name="width" value="0.02024856954813" units="cm"/>
      <inkml:brushProperty name="height" value="0.02024856954813" units="cm"/>
      <inkml:brushProperty name="color" value="#000000"/>
      <inkml:brushProperty name="ignorePressure" value="0"/>
    </inkml:brush>
  </inkml:definitions>
  <inkml:trace contextRef="#ctx0" brushRef="#br0">10955.000000 26794.000000 724,'43.000000'22.000000'85,"-6.000000"-4.000000"-18 ,-6.000000-2.000000-18,-5.000000-4.000000-18,-2.000000 1.000000-12,3.000000 3.000000-5,3.000000 2.000000-6,2.000000 4.000000-6,1.000000-3.000000-6,-3.000000-4.000000-11,-3.000000-7.000000-9,-3.000000-5.000000-10,-3.000000 0.000000-7,-2.000000 5.000000-5,-4.000000 7.000000-6,-2.000000 5.000000-5</inkml:trace>
</inkml:ink>
</file>

<file path=ppt/ink/ink1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1"/>
    </inkml:context>
    <inkml:brush xml:id="br0">
      <inkml:brushProperty name="width" value="0.0246496424078941" units="cm"/>
      <inkml:brushProperty name="height" value="0.0246496424078941" units="cm"/>
      <inkml:brushProperty name="color" value="#000000"/>
      <inkml:brushProperty name="ignorePressure" value="0"/>
    </inkml:brush>
  </inkml:definitions>
  <inkml:trace contextRef="#ctx0" brushRef="#br0">11137.000000 27431.000000 595,'-20.000000'62.000000'25,"6.000000"-11.000000"4 ,6.000000-11.000000 4,5.000000-12.000000 3,3.000000-3.000000 1,0.000000 2.000000-2,0.000000 2.000000-1,0.000000 4.000000-3,0.000000 4.000000-2,0.000000 6.000000-3,0.000000 5.000000-3,0.000000 6.000000-3,-2.000000 1.000000-3,-2.000000-2.000000-4,-3.000000-3.000000-3,-3.000000-3.000000-3,0.000000-3.000000-8,3.000000-3.000000-10,3.000000-3.000000-11,2.000000-2.000000-11,4.000000-4.000000-11,2.000000-2.000000-10,3.000000-3.000000-11,3.000000-3.000000-11</inkml:trace>
</inkml:ink>
</file>

<file path=ppt/ink/ink1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1"/>
    </inkml:context>
    <inkml:brush xml:id="br0">
      <inkml:brushProperty name="width" value="0.0242913141846657" units="cm"/>
      <inkml:brushProperty name="height" value="0.0242913141846657" units="cm"/>
      <inkml:brushProperty name="color" value="#000000"/>
      <inkml:brushProperty name="ignorePressure" value="0"/>
    </inkml:brush>
  </inkml:definitions>
  <inkml:trace contextRef="#ctx0" brushRef="#br0">11956.000000 27476.000000 603,'-22.000000'63.000000'47,"4.000000"-12.000000"-2 ,2.000000-11.000000-3,3.000000-12.000000-1,2.000000-2.000000-4,0.000000 5.000000-4,-1.000000 6.000000-5,1.000000 5.000000-3,1.000000 4.000000-4,3.000000-1.000000-3,3.000000 1.000000-3,2.000000-1.000000-2,5.000000 1.000000-4,6.000000-1.000000 0,5.000000 1.000000-3,6.000000-1.000000-1,2.000000-4.000000-2,1.000000-8.000000-5,0.000000-9.000000-3,0.000000-8.000000-4,1.000000-6.000000-2,3.000000-3.000000-2,3.000000-3.000000-1,2.000000-3.000000-1,4.000000-6.000000-2,2.000000-12.000000 1,3.000000-12.000000 0,3.000000-11.000000 0,0.000000-9.000000 0,-2.000000-10.000000 1,-4.000000-7.000000 1,-3.000000-10.000000 0,-5.000000 0.000000 1,-8.000000 5.000000 1,-10.000000 5.000000 2,-7.000000 7.000000 2,-7.000000 3.000000 2,-2.000000 4.000000 4,-3.000000 2.000000 4,-3.000000 3.000000 3,-4.000000 6.000000 1,-6.000000 8.000000-2,-6.000000 9.000000-3,-5.000000 8.000000-1,-2.000000 7.000000-5,3.000000 1.000000-6,3.000000 4.000000-7,3.000000 3.000000-6,3.000000 2.000000-3,3.000000 3.000000 3,2.000000 4.000000 2,3.000000 1.000000 2,3.000000 3.000000 1,3.000000-1.000000-2,3.000000 1.000000-3,2.000000-1.000000 0</inkml:trace>
</inkml:ink>
</file>

<file path=ppt/ink/ink1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1"/>
    </inkml:context>
    <inkml:brush xml:id="br0">
      <inkml:brushProperty name="width" value="0.0212811417877674" units="cm"/>
      <inkml:brushProperty name="height" value="0.0212811417877674" units="cm"/>
      <inkml:brushProperty name="color" value="#000000"/>
      <inkml:brushProperty name="ignorePressure" value="0"/>
    </inkml:brush>
  </inkml:definitions>
  <inkml:trace contextRef="#ctx0" brushRef="#br0">13501.000000 27203.000000 689,'-82.000000'87.000000'109,"16.000000"-9.000000"-28 ,18.000000-8.000000-29,17.000000-9.000000-29,10.000000-6.000000-17,2.000000-2.000000-4,3.000000-3.000000-3,4.000000-4.000000-5,7.000000-3.000000-2,15.000000-6.000000 0,15.000000-6.000000-2,13.000000-5.000000 0,7.000000-5.000000 0,1.000000-2.000000 1,-1.000000-4.000000 1,1.000000-2.000000 0,-2.000000-2.000000 2,-3.000000 1.000000 1,-3.000000-1.000000 2,-2.000000 0.000000 1,-4.000000 1.000000 2,-2.000000-1.000000 4,-3.000000 1.000000 4,-3.000000-1.000000 3,-5.000000 3.000000 4,-9.000000 6.000000 1,-9.000000 6.000000 3,-8.000000 5.000000 1,-7.000000 1.000000-1,-6.000000-2.000000-6,-5.000000-3.000000-7,-7.000000-3.000000-6,0.000000-2.000000-14,2.000000-4.000000-23,3.000000-2.000000-23,3.000000-3.000000-23</inkml:trace>
</inkml:ink>
</file>

<file path=ppt/ink/ink1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2"/>
    </inkml:context>
    <inkml:brush xml:id="br0">
      <inkml:brushProperty name="width" value="0.0225464701652527" units="cm"/>
      <inkml:brushProperty name="height" value="0.0225464701652527" units="cm"/>
      <inkml:brushProperty name="color" value="#000000"/>
      <inkml:brushProperty name="ignorePressure" value="0"/>
    </inkml:brush>
  </inkml:definitions>
  <inkml:trace contextRef="#ctx0" brushRef="#br0">16274.000000 27431.000000 650,'-1.000000'-43.000000'70,"-3.000000"6.000000"-14 ,-4.000000 6.000000-16,-1.000000 5.000000-15,-6.000000 5.000000-9,-5.000000 2.000000-3,-5.000000 4.000000-2,-6.000000 2.000000-3,-3.000000 3.000000-3,-1.000000 3.000000-2,1.000000 3.000000-2,0.000000 2.000000-1,-1.000000 9.000000-3,-4.000000 15.000000-1,-2.000000 13.000000-2,-3.000000 15.000000-1,1.000000 11.000000-1,7.000000 9.000000 1,4.000000 8.000000 0,7.000000 8.000000 0,5.000000 1.000000 1,6.000000-9.000000 1,5.000000-8.000000 0,6.000000-9.000000 1,9.000000-10.000000 0,11.000000-11.000000-1,11.000000-12.000000-1,12.000000-11.000000 0,6.000000-10.000000-1,-1.000000-8.000000-1,1.000000-9.000000-2,-1.000000-8.000000-2,-2.000000-8.000000 0,-6.000000-5.000000 1,-6.000000-6.000000 0,-6.000000-6.000000 0,-3.000000-1.000000 1,-4.000000 3.000000 0,-2.000000 3.000000 1,-3.000000 2.000000 0,-2.000000 5.000000 1,0.000000 5.000000-1,1.000000 6.000000 1,-1.000000 6.000000-1,-1.000000 11.000000 8,-3.000000 18.000000 14,-3.000000 16.000000 15,-2.000000 17.000000 13,-4.000000 15.000000 6,-2.000000 11.000000-3,-3.000000 11.000000-4,-3.000000 11.000000-4,-3.000000 5.000000-4,-2.000000-3.000000-7,-4.000000-3.000000-6,-2.000000-2.000000-6,-2.000000-5.000000-6,0.000000-6.000000-6,1.000000-5.000000-5,-1.000000-6.000000-5,-1.000000-10.000000-14,-3.000000-14.000000-20,-3.000000-14.000000-20,-3.000000-15.000000-20</inkml:trace>
</inkml:ink>
</file>

<file path=ppt/ink/ink1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2"/>
    </inkml:context>
    <inkml:brush xml:id="br0">
      <inkml:brushProperty name="width" value="0.0213727746158838" units="cm"/>
      <inkml:brushProperty name="height" value="0.0213727746158838" units="cm"/>
      <inkml:brushProperty name="color" value="#000000"/>
      <inkml:brushProperty name="ignorePressure" value="0"/>
    </inkml:brush>
  </inkml:definitions>
  <inkml:trace contextRef="#ctx0" brushRef="#br0">17320.000000 27431.000000 686,'-41.000000'-2.000000'13,"8.000000"-2.000000"11 ,9.000000-3.000000 9,8.000000-3.000000 9,3.000000 0.000000 2,-2.000000 3.000000-8,-4.000000 3.000000-8,-2.000000 2.000000-7,-2.000000 2.000000-5,1.000000 0.000000-4,-1.000000 0.000000-3,0.000000 0.000000-3,0.000000 3.000000-2,1.000000 6.000000 1,-1.000000 5.000000 0,0.000000 6.000000 1,2.000000 5.000000-1,2.000000 6.000000-2,4.000000 6.000000-1,2.000000 6.000000-3,3.000000 1.000000-1,3.000000-3.000000-4,3.000000-2.000000-2,2.000000-4.000000-3,6.000000-2.000000-2,9.000000-3.000000 1,9.000000-3.000000-1,7.000000-3.000000 1,8.000000-6.000000-2,6.000000-8.000000-2,5.000000-8.000000-3,6.000000-9.000000-2,0.000000-8.000000-1,-5.000000-5.000000-1,-7.000000-5.000000 0,-5.000000-6.000000 0,-4.000000-2.000000 2,-3.000000 3.000000 5,-3.000000 3.000000 5,-3.000000 3.000000 4,-3.000000 3.000000 7,-2.000000 2.000000 9,-4.000000 4.000000 9,-2.000000 2.000000 8,-3.000000 7.000000 4,-3.000000 12.000000-4,-3.000000 11.000000-2,-2.000000 11.000000-4,-1.000000 5.000000-13,3.000000-3.000000-23,3.000000-3.000000-24,3.000000-3.000000-24</inkml:trace>
</inkml:ink>
</file>

<file path=ppt/ink/ink1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3"/>
    </inkml:context>
    <inkml:brush xml:id="br0">
      <inkml:brushProperty name="width" value="0.0239184554666281" units="cm"/>
      <inkml:brushProperty name="height" value="0.0239184554666281" units="cm"/>
      <inkml:brushProperty name="color" value="#000000"/>
      <inkml:brushProperty name="ignorePressure" value="0"/>
    </inkml:brush>
  </inkml:definitions>
  <inkml:trace contextRef="#ctx0" brushRef="#br0">17820.000000 27431.000000 613,'20.000000'47.000000'141,"-6.000000"2.000000"-34 ,-5.000000 4.000000-33,-7.000000 2.000000-35,-2.000000-1.000000-22,0.000000-5.000000-8,0.000000-7.000000-11,0.000000-5.000000-8,0.000000-4.000000-8,0.000000-3.000000-6,0.000000-3.000000-6,0.000000-3.000000-6,5.000000-9.000000-5,7.000000-13.000000-4,10.000000-15.000000-3,8.000000-14.000000-3,4.000000-9.000000 3,0.000000-2.000000 12,0.000000-3.000000 10,0.000000-3.000000 11,0.000000 1.000000 8,0.000000 6.000000 5,0.000000 6.000000 5,0.000000 5.000000 4,-1.000000 5.000000 4,-3.000000 3.000000 3,-3.000000 2.000000 5,-3.000000 3.000000 3,-3.000000 5.000000 2,-2.000000 5.000000 2,-4.000000 6.000000 2,-2.000000 5.000000 1,-3.000000 6.000000 0,-3.000000 6.000000-2,-3.000000 6.000000-2,-2.000000 5.000000-2,-2.000000 2.000000-3,0.000000-3.000000-6,0.000000-3.000000-5,0.000000-3.000000-5,3.000000-7.000000-11,5.000000-11.000000-15,6.000000-12.000000-15,6.000000-11.000000-15,4.000000-6.000000-3,3.000000 0.000000 11,3.000000 1.000000 9,3.000000-1.000000 10,1.000000 0.000000 11,0.000000 0.000000 10,0.000000 1.000000 10,0.000000-1.000000 11,-1.000000 3.000000 4,-3.000000 6.000000-1,-3.000000 5.000000-1,-3.000000 7.000000-1,-4.000000 4.000000-1,-6.000000 7.000000-1,-5.000000 5.000000-1,-7.000000 6.000000-1,0.000000 3.000000-10,2.000000-1.000000-20,3.000000 1.000000-20,3.000000 0.000000-19</inkml:trace>
</inkml:ink>
</file>

<file path=ppt/ink/ink1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13"/>
    </inkml:context>
    <inkml:brush xml:id="br0">
      <inkml:brushProperty name="width" value="0.0250266343355179" units="cm"/>
      <inkml:brushProperty name="height" value="0.0250266343355179" units="cm"/>
      <inkml:brushProperty name="color" value="#000000"/>
      <inkml:brushProperty name="ignorePressure" value="0"/>
    </inkml:brush>
  </inkml:definitions>
  <inkml:trace contextRef="#ctx0" brushRef="#br0">19411.000000 27703.000000 586,'-17.000000'20.000000'54,"11.000000"-5.000000"-10 ,12.000000-7.000000-11,11.000000-5.000000-10,6.000000-6.000000-8,-1.000000-5.000000-6,1.000000-7.000000-6,0.000000-5.000000-6,0.000000-4.000000-5,-1.000000-3.000000-2,1.000000-3.000000-3,0.000000-2.000000-3,-2.000000-4.000000-1,-2.000000-2.000000 1,-4.000000-3.000000 1,-2.000000-3.000000 1,-3.000000-2.000000 2,-3.000000 1.000000 2,-3.000000-1.000000 2,-2.000000 1.000000 2,-2.000000 2.000000 3,0.000000 6.000000 0,0.000000 6.000000 3,0.000000 5.000000 0,-3.000000 7.000000 2,-6.000000 4.000000 2,-5.000000 7.000000 2,-6.000000 5.000000 3,-2.000000 9.000000 1,-1.000000 11.000000 2,0.000000 11.000000 3,0.000000 12.000000 3,2.000000 10.000000 2,3.000000 8.000000 5,2.000000 9.000000 5,3.000000 8.000000 3,2.000000 2.000000 2,-1.000000-6.000000-1,1.000000-6.000000-2,0.000000-5.000000-1,5.000000-5.000000-4,12.000000-2.000000-6,11.000000-4.000000-7,11.000000-2.000000-6,5.000000-6.000000-8,-3.000000-8.000000-7,-3.000000-9.000000-10,-3.000000-8.000000-7,-1.000000-6.000000-12,-1.000000-3.000000-16,1.000000-3.000000-15,0.000000-2.000000-15</inkml:trace>
</inkml:ink>
</file>

<file path=ppt/ink/ink1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2"/>
    </inkml:context>
    <inkml:brush xml:id="br0">
      <inkml:brushProperty name="width" value="0.0278818160295486" units="cm"/>
      <inkml:brushProperty name="height" value="0.0278818160295486" units="cm"/>
      <inkml:brushProperty name="color" value="#000000"/>
      <inkml:brushProperty name="ignorePressure" value="0"/>
    </inkml:brush>
  </inkml:definitions>
  <inkml:trace contextRef="#ctx0" brushRef="#br0">10046.000000 36250.000000 526,'-20.000000'-23.000000'-1,"6.000000"0.000000"-1 ,6.000000 1.000000-2,5.000000-1.000000 0,1.000000 2.000000 0,-2.000000 2.000000 4,-3.000000 4.000000 4,-3.000000 2.000000 4,0.000000 6.000000 3,3.000000 8.000000 2,3.000000 9.000000 1,2.000000 9.000000 3,5.000000 10.000000 0,6.000000 15.000000 0,5.000000 15.000000-1,6.000000 13.000000-1,1.000000 18.000000-1,-2.000000 19.000000-1,-4.000000 20.000000-1,-2.000000 20.000000-2,0.000000 23.000000-1,2.000000 26.000000 0,4.000000 25.000000-1,2.000000 25.000000-1,-1.000000 20.000000 1,-6.000000 10.000000-1,-5.000000 12.000000 0,-6.000000 11.000000 0,-3.000000 9.000000 0,0.000000 5.000000-1,0.000000 6.000000 0,0.000000 6.000000-2,0.000000 2.000000 2,0.000000 1.000000 3,0.000000 0.000000 3,0.000000-1.000000 2,-3.000000 1.000000 2,-6.000000-1.000000-1,-5.000000 1.000000 0,-6.000000 0.000000-1,-3.000000 1.000000 0,1.000000 2.000000-2,-1.000000 4.000000 0,0.000000 3.000000-2,0.000000-2.000000 0,1.000000-6.000000-1,-1.000000-5.000000 0,0.000000-6.000000 0,1.000000-9.000000-2,-1.000000-10.000000-2,0.000000-13.000000-3,0.000000-10.000000-1,2.000000-6.000000-1,3.000000-1.000000-1,2.000000 1.000000 0,3.000000 0.000000 0,0.000000-5.000000 0,-2.000000-8.000000 0,-4.000000-8.000000 1,-2.000000-9.000000 0,0.000000-5.000000 0,2.000000 1.000000 1,4.000000 0.000000 1,2.000000-1.000000 1,1.000000-5.000000-1,1.000000-11.000000 1,0.000000-12.000000-1,-1.000000-11.000000-1,2.000000-1.000000 1,3.000000 8.000000-1,3.000000 8.000000 2,3.000000 9.000000-1,1.000000 2.000000 0,0.000000-7.000000 0,0.000000-4.000000-1,0.000000-7.000000-2,0.000000-11.000000 1,0.000000-17.000000-1,0.000000-17.000000 0,0.000000-17.000000 0,-2.000000-7.000000 1,-2.000000 2.000000-1,-3.000000 4.000000 0,-3.000000 2.000000 0,0.000000-7.000000 0,3.000000-16.000000 0,3.000000-18.000000 0,2.000000-17.000000 0,2.000000-12.000000-2,0.000000-5.000000-3,0.000000-5.000000-4,0.000000-6.000000-2,2.000000-15.000000-10,2.000000-22.000000-18,3.000000-23.000000-18,3.000000-23.000000-17,1.000000-11.000000-3,1.000000 0.000000 11,-1.000000 0.000000 11,0.000000 0.000000 11</inkml:trace>
</inkml:ink>
</file>

<file path=ppt/ink/ink1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3"/>
    </inkml:context>
    <inkml:brush xml:id="br0">
      <inkml:brushProperty name="width" value="0.0290633123368025" units="cm"/>
      <inkml:brushProperty name="height" value="0.0290633123368025" units="cm"/>
      <inkml:brushProperty name="color" value="#000000"/>
      <inkml:brushProperty name="ignorePressure" value="0"/>
    </inkml:brush>
  </inkml:definitions>
  <inkml:trace contextRef="#ctx0" brushRef="#br0">11228.000000 35568.000000 504,'73.000000'44.000000'32,"8.000000"-3.000000"-3 ,8.000000-2.000000-4,9.000000-4.000000-3,17.000000-1.000000-3,26.000000 0.000000 0,25.000000 0.000000 0,26.000000 1.000000-2,25.000000-3.000000-1,26.000000-2.000000-3,26.000000-3.000000-3,25.000000-3.000000-2,11.000000-4.000000-2,-2.000000-6.000000 0,-4.000000-5.000000 0,-2.000000-6.000000-1,2.000000-3.000000 0,5.000000 0.000000-2,5.000000 0.000000-2,7.000000 0.000000-2,9.000000-5.000000-1,15.000000-7.000000-1,13.000000-10.000000 0,15.000000-8.000000-1,9.000000-2.000000 0,2.000000 2.000000 3,3.000000 3.000000 2,3.000000 3.000000 2,6.000000 1.000000 0,8.000000 0.000000 0,9.000000 1.000000 0,8.000000-1.000000-2,9.000000-1.000000 1,8.000000-3.000000-1,9.000000-3.000000-1,8.000000-3.000000 0,6.000000 2.000000 0,3.000000 5.000000-1,3.000000 6.000000 0,2.000000 6.000000-1,2.000000 3.000000 0,0.000000 0.000000-1,0.000000-1.000000 0,0.000000 1.000000-2,0.000000 4.000000 1,0.000000 8.000000 1,0.000000 9.000000 0,0.000000 9.000000 0,0.000000 3.000000 3,0.000000 1.000000 2,0.000000 0.000000 3,0.000000-1.000000 3,-4.000000 0.000000 1,-9.000000-4.000000-2,-8.000000-2.000000-2,-9.000000-3.000000-2,-6.000000 1.000000-1,-2.000000 6.000000 1,-3.000000 5.000000 0,-4.000000 7.000000 0,-7.000000-1.000000 0,-15.000000-6.000000-1,-14.000000-5.000000 0,-14.000000-5.000000-1,-12.000000-6.000000 0,-8.000000-1.000000-1,-8.000000-4.000000-1,-10.000000-3.000000-1,-4.000000-1.000000 0,-4.000000 0.000000 0,-3.000000 0.000000 0,-2.000000 0.000000-1,-15.000000-1.000000 0,-25.000000-3.000000-2,-25.000000-4.000000 0,-27.000000-1.000000-1,-16.000000-1.000000 0,-9.000000 2.000000 0,-8.000000 4.000000 1,-9.000000 3.000000 0,-21.000000 2.000000 0,-35.000000 3.000000-1,-33.000000 4.000000-1,-35.000000 2.000000-2,-20.000000 1.000000-1,-10.000000 0.000000-5,-8.000000 1.000000-3,-8.000000-1.000000-4,-9.000000 0.000000 0,-8.000000 1.000000 5,-9.000000-1.000000 3,-9.000000 0.000000 4,-6.000000 1.000000 2,-6.000000-1.000000-1,-6.000000 1.000000 1,-6.000000-1.000000-1,0.000000-1.000000 1,6.000000-3.000000 0,6.000000-3.000000 2,6.000000-2.000000 1,3.000000-4.000000 0,4.000000-2.000000-1,2.000000-3.000000 0,3.000000-3.000000-2,3.000000-3.000000-1,3.000000-3.000000-2,3.000000-2.000000-2,3.000000-3.000000-2,2.000000 1.000000 0,3.000000 6.000000 4,4.000000 5.000000 4,1.000000 6.000000 4,3.000000 8.000000 3,-1.000000 7.000000 2,1.000000 10.000000 3,-1.000000 7.000000 4,-1.000000 6.000000 1,-3.000000-1.000000 1,-3.000000 0.000000 2,-2.000000 0.000000 1,-4.000000 8.000000 4,-2.000000 18.000000 3,-3.000000 17.000000 6,-3.000000 17.000000 4,-3.000000 11.000000 0,-3.000000 6.000000-1,-2.000000 5.000000-4,-3.000000 6.000000-1,-2.000000 12.000000-3,0.000000 16.000000-2,1.000000 18.000000-2,-1.000000 17.000000-2,-1.000000 18.000000-1,-3.000000 20.000000 0,-3.000000 20.000000-1,-3.000000 20.000000 1,2.000000 19.000000-1,5.000000 21.000000 2,6.000000 19.000000 0,6.000000 21.000000 2,3.000000 15.000000-1,-1.000000 11.000000-1,1.000000 12.000000-2,0.000000 11.000000-1,1.000000-3.000000-2,3.000000-17.000000-1,2.000000-16.000000-2,4.000000-18.000000 0,2.000000-19.000000-2,4.000000-19.000000-2,2.000000-20.000000-1,3.000000-20.000000-2,3.000000-2.000000 0,2.000000 18.000000-1,4.000000 17.000000 0,2.000000 16.000000 0,-1.000000 4.000000 0,-6.000000-12.000000-3,-5.000000-11.000000-1,-7.000000-12.000000-2,-3.000000-6.000000-1,-3.000000-4.000000 0,-3.000000-2.000000 1,-3.000000-3.000000-1,-2.000000-1.000000 0,1.000000 4.000000 1,0.000000 3.000000 0,-1.000000 2.000000 1,-1.000000-3.000000 1,-2.000000-8.000000 2,-4.000000-8.000000 1,-2.000000-9.000000 2,-3.000000-2.000000 0,-3.000000 6.000000 0,-3.000000 6.000000-1,-3.000000 6.000000 0,1.000000-2.000000 0,2.000000-8.000000 0,3.000000-9.000000 0,3.000000-9.000000 1,1.000000-9.000000-1,0.000000-12.000000 2,1.000000-11.000000 1,-1.000000-11.000000 1,2.000000-17.000000 0,2.000000-18.000000-2,3.000000-21.000000-2,4.000000-20.000000-1,-1.000000-14.000000-6,-3.000000-9.000000-9,-2.000000-8.000000-8,-4.000000-8.000000-10,0.000000-12.000000-5,-1.000000-14.000000-1,0.000000-15.000000-1,1.000000-13.000000-2,0.000000-12.000000-1,4.000000-8.000000 0,2.000000-9.000000-2,3.000000-9.000000 0</inkml:trace>
</inkml:ink>
</file>

<file path=ppt/ink/ink1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4"/>
    </inkml:context>
    <inkml:brush xml:id="br0">
      <inkml:brushProperty name="width" value="0.0258086230605841" units="cm"/>
      <inkml:brushProperty name="height" value="0.0258086230605841" units="cm"/>
      <inkml:brushProperty name="color" value="#000000"/>
      <inkml:brushProperty name="ignorePressure" value="0"/>
    </inkml:brush>
  </inkml:definitions>
  <inkml:trace contextRef="#ctx0" brushRef="#br0">11092.000000 54070.000000 568,'-162.000000'-122.000000'-6,"40.000000"28.000000"0 ,39.000000 29.000000-1,41.000000 28.000000-2,29.000000 19.000000 7,20.000000 8.000000 12,20.000000 8.000000 13,20.000000 9.000000 12,20.000000 3.000000 6,19.000000-3.000000-3,21.000000-2.000000-2,19.000000-4.000000-3,19.000000-2.000000-2,17.000000-4.000000-4,17.000000-2.000000-2,17.000000-3.000000-5,26.000000-8.000000 0,33.000000-15.000000-2,35.000000-14.000000 0,34.000000-14.000000 0,24.000000-7.000000-2,15.000000 0.000000-3,13.000000 0.000000-3,15.000000-1.000000-3,2.000000 7.000000-2,-8.000000 11.000000 0,-8.000000 11.000000-1,-9.000000 12.000000 0,-2.000000 8.000000-1,6.000000 6.000000-2,6.000000 5.000000-1,6.000000 6.000000-3,5.000000 0.000000 0,6.000000-5.000000 1,6.000000-6.000000 0,5.000000-6.000000 2,9.000000-4.000000 0,11.000000-3.000000-2,11.000000-3.000000-1,12.000000-3.000000-2,10.000000-1.000000 0,9.000000 0.000000 1,8.000000 0.000000 0,8.000000 0.000000 1,6.000000-2.000000 0,3.000000-2.000000 0,3.000000-3.000000 0,2.000000-3.000000 1,1.000000 2.000000-1,-3.000000 10.000000 0,-3.000000 8.000000-1,-3.000000 8.000000 1,-4.000000 6.000000 0,-6.000000 3.000000 2,-6.000000 3.000000 3,-5.000000 2.000000 1,-7.000000 5.000000 0,-9.000000 6.000000-3,-8.000000 5.000000-2,-9.000000 6.000000-2,-6.000000 1.000000-1,-2.000000-3.000000 3,-3.000000-2.000000 1,-3.000000-3.000000 2,-5.000000-3.000000 2,-5.000000-3.000000 1,-5.000000-3.000000 1,-7.000000-2.000000 1,-6.000000-1.000000 0,-9.000000 3.000000-2,-9.000000 3.000000-2,-8.000000 3.000000-1,-10.000000 0.000000-1,-11.000000-3.000000 1,-12.000000-2.000000-1,-11.000000-4.000000 1,-19.000000-1.000000 0,-25.000000 0.000000 0,-25.000000 0.000000 0,-27.000000 0.000000 0,-24.000000-1.000000-3,-27.000000-4.000000-4,-25.000000-2.000000-4,-25.000000-3.000000-5,-25.000000-1.000000-4,-23.000000 0.000000-5,-22.000000-1.000000-4,-23.000000 1.000000-4,-18.000000 1.000000-3,-15.000000 3.000000-1,-13.000000 3.000000-1,-15.000000 2.000000-1,-6.000000 2.000000 0,3.000000 0.000000 1,3.000000 0.000000 0,3.000000 0.000000 1</inkml:trace>
</inkml:ink>
</file>

<file path=ppt/ink/ink1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5"/>
    </inkml:context>
    <inkml:brush xml:id="br0">
      <inkml:brushProperty name="width" value="0.0243346896022558" units="cm"/>
      <inkml:brushProperty name="height" value="0.0243346896022558" units="cm"/>
      <inkml:brushProperty name="color" value="#000000"/>
      <inkml:brushProperty name="ignorePressure" value="0"/>
    </inkml:brush>
  </inkml:definitions>
  <inkml:trace contextRef="#ctx0" brushRef="#br0">16865.000000 40387.000000 602,'-41.000000'-64.000000'0,"8.000000"8.000000"4 ,9.000000 10.000000 5,9.000000 7.000000 4,3.000000 2.000000 5,1.000000-5.000000 5,-1.000000-7.000000 6,1.000000-5.000000 5,-5.000000 0.000000 0,-8.000000 6.000000-3,-8.000000 5.000000-3,-10.000000 7.000000-4,-6.000000 7.000000-4,-6.000000 12.000000-5,-5.000000 11.000000-4,-7.000000 12.000000-5,-6.000000 20.000000-2,-9.000000 28.000000-3,-9.000000 28.000000 0,-8.000000 29.000000-2,-3.000000 25.000000 0,3.000000 23.000000 0,3.000000 23.000000 0,3.000000 23.000000 1,8.000000 15.000000 0,14.000000 9.000000 2,15.000000 8.000000 1,14.000000 9.000000 2,15.000000-12.000000 2,18.000000-31.000000 3,16.000000-31.000000 3,18.000000-31.000000 3,14.000000-30.000000 0,11.000000-29.000000-5,11.000000-28.000000-2,12.000000-28.000000-5,7.000000-22.000000-3,3.000000-14.000000-6,3.000000-14.000000-5,2.000000-15.000000-6,2.000000-13.000000-3,0.000000-15.000000-3,0.000000-14.000000-4,0.000000-14.000000-3,-3.000000-7.000000-1,-6.000000-1.000000 0,-5.000000 1.000000 1,-6.000000 0.000000 1,-9.000000 8.000000 3,-10.000000 17.000000 7,-13.000000 18.000000 7,-10.000000 16.000000 6,-15.000000 22.000000 10,-17.000000 25.000000 12,-17.000000 26.000000 12,-17.000000 25.000000 12,-5.000000 15.000000 3,5.000000 2.000000-5,6.000000 3.000000-7,5.000000 4.000000-5,6.000000-5.000000-13,6.000000-12.000000-22,5.000000-11.000000-20,6.000000-11.000000-20</inkml:trace>
</inkml:ink>
</file>

<file path=ppt/ink/ink1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5"/>
    </inkml:context>
    <inkml:brush xml:id="br0">
      <inkml:brushProperty name="width" value="0.0254135821014643" units="cm"/>
      <inkml:brushProperty name="height" value="0.0254135821014643" units="cm"/>
      <inkml:brushProperty name="color" value="#000000"/>
      <inkml:brushProperty name="ignorePressure" value="0"/>
    </inkml:brush>
  </inkml:definitions>
  <inkml:trace contextRef="#ctx0" brushRef="#br0">16138.000000 41296.000000 577,'57.000000'20.000000'143,"22.000000"-6.000000"-31 ,24.000000-5.000000-32,22.000000-7.000000-31,18.000000-3.000000-23,15.000000-3.000000-14,14.000000-3.000000-13,14.000000-3.000000-15,1.000000 3.000000-7,-11.000000 8.000000-1,-11.000000 9.000000-1,-11.000000 8.000000-1,-21.000000 5.000000-7,-28.000000 0.000000-13,-28.000000 0.000000-14,-29.000000-1.000000-12</inkml:trace>
</inkml:ink>
</file>

<file path=ppt/ink/ink1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5"/>
    </inkml:context>
    <inkml:brush xml:id="br0">
      <inkml:brushProperty name="width" value="0.024529779329896" units="cm"/>
      <inkml:brushProperty name="height" value="0.024529779329896" units="cm"/>
      <inkml:brushProperty name="color" value="#000000"/>
      <inkml:brushProperty name="ignorePressure" value="0"/>
    </inkml:brush>
  </inkml:definitions>
  <inkml:trace contextRef="#ctx0" brushRef="#br0">18502.000000 41751.000000 597,'-43.000000'-66.000000'4,"6.000000"7.000000"8 ,6.000000 5.000000 8,5.000000 5.000000 7,4.000000 2.000000 5,-1.000000-2.000000 0,0.000000-4.000000 2,0.000000-2.000000 1,-1.000000 4.000000-1,-3.000000 11.000000-4,-2.000000 11.000000-4,-4.000000 12.000000-4,-3.000000 13.000000-3,-2.000000 14.000000-4,-3.000000 14.000000-4,-3.000000 15.000000-3,-2.000000 16.000000-2,1.000000 20.000000 0,-1.000000 20.000000 2,1.000000 20.000000-1,4.000000 6.000000 0,8.000000-9.000000-2,9.000000-8.000000-3,8.000000-9.000000-2,8.000000-9.000000-2,5.000000-13.000000-4,6.000000-10.000000-4,5.000000-12.000000-2,11.000000-15.000000-3,13.000000-21.000000-2,15.000000-19.000000-1,14.000000-20.000000-2,6.000000-16.000000 0,-3.000000-11.000000-2,-3.000000-12.000000-1,-3.000000-10.000000 0,-1.000000-6.000000-1,0.000000 4.000000 3,0.000000 3.000000 1,0.000000 2.000000 2,-3.000000 8.000000 3,-6.000000 10.000000 4,-5.000000 13.000000 4,-6.000000 10.000000 4,-8.000000 14.000000 6,-7.000000 13.000000 6,-10.000000 15.000000 8,-7.000000 14.000000 6,-5.000000 13.000000 2,0.000000 11.000000-3,0.000000 11.000000-4,0.000000 12.000000-4,0.000000 3.000000-3,0.000000-6.000000-4,0.000000-6.000000-4,0.000000-5.000000-4,4.000000-9.000000-6,9.000000-11.000000-9,8.000000-12.000000-8,9.000000-11.000000-10,3.000000-7.000000-5,-4.000000-3.000000-2,-2.000000-2.000000-2,-2.000000-4.000000-3</inkml:trace>
</inkml:ink>
</file>

<file path=ppt/ink/ink1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6"/>
    </inkml:context>
    <inkml:brush xml:id="br0">
      <inkml:brushProperty name="width" value="0.0265614110976458" units="cm"/>
      <inkml:brushProperty name="height" value="0.0265614110976458" units="cm"/>
      <inkml:brushProperty name="color" value="#000000"/>
      <inkml:brushProperty name="ignorePressure" value="0"/>
    </inkml:brush>
  </inkml:definitions>
  <inkml:trace contextRef="#ctx0" brushRef="#br0">19138.000000 41614.000000 552,'20.000000'-23.000000'3,"-6.000000"1.000000"8 ,-5.000000-1.000000 7,-6.000000 0.000000 6,0.000000 3.000000 8,5.000000 6.000000 6,6.000000 6.000000 7,6.000000 5.000000 7,0.000000 11.000000-1,-6.000000 18.000000-6,-5.000000 17.000000-6,-6.000000 16.000000-7,-5.000000 11.000000-7,-2.000000 2.000000-7,-3.000000 4.000000-7,-3.000000 2.000000-8,-1.000000-3.000000-6,-1.000000-8.000000-9,1.000000-9.000000-8,-1.000000-8.000000-7,8.000000-18.000000-9,14.000000-24.000000-7,14.000000-27.000000-9,15.000000-25.000000-8,7.000000-18.000000 3,4.000000-12.000000 12,3.000000-12.000000 13,2.000000-10.000000 13,3.000000-2.000000 8,4.000000 8.000000 4,1.000000 9.000000 5,4.000000 9.000000 4,-3.000000 12.000000 5,-8.000000 18.000000 6,-10.000000 16.000000 5,-7.000000 17.000000 6,-8.000000 18.000000 3,-5.000000 17.000000 0,-7.000000 16.000000 1,-4.000000 18.000000 0,-7.000000 11.000000 0,-5.000000 6.000000 0,-6.000000 5.000000-1,-5.000000 6.000000 0,-4.000000-3.000000-4,1.000000-11.000000-5,0.000000-11.000000-6,-1.000000-12.000000-6,4.000000-20.000000-7,5.000000-28.000000-11,6.000000-29.000000-9,5.000000-28.000000-10,9.000000-18.000000-4,12.000000-9.000000 2,10.000000-9.000000 2,13.000000-8.000000 1,6.000000 2.000000 3,3.000000 11.000000 3,3.000000 11.000000 3,3.000000 11.000000 4,-2.000000 15.000000 3,-5.000000 17.000000 5,-6.000000 16.000000 4,-6.000000 18.000000 5,-8.000000 17.000000 6,-12.000000 17.000000 5,-11.000000 17.000000 6,-11.000000 17.000000 6,-8.000000 10.000000 3,-2.000000 3.000000 1,-3.000000 3.000000-1,-3.000000 2.000000 1,0.000000-2.000000-6,3.000000-9.000000-10,3.000000-9.000000-11,2.000000-7.000000-11,2.000000-10.000000-5,0.000000-8.000000-2,0.000000-8.000000 0,0.000000-9.000000-1,3.000000-7.000000-5,6.000000-6.000000-7,5.000000-6.000000-9,6.000000-5.000000-9</inkml:trace>
</inkml:ink>
</file>

<file path=ppt/ink/ink1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6"/>
    </inkml:context>
    <inkml:brush xml:id="br0">
      <inkml:brushProperty name="width" value="0.0237279068678617" units="cm"/>
      <inkml:brushProperty name="height" value="0.0237279068678617" units="cm"/>
      <inkml:brushProperty name="color" value="#000000"/>
      <inkml:brushProperty name="ignorePressure" value="0"/>
    </inkml:brush>
  </inkml:definitions>
  <inkml:trace contextRef="#ctx0" brushRef="#br0">21502.000000 41751.000000 618,'-17.000000'18.000000'50,"11.000000"-8.000000"2 ,12.000000-9.000000 3,11.000000-8.000000 3,12.000000-11.000000-5,10.000000-15.000000-11,12.000000-14.000000-11,12.000000-14.000000-11,2.000000-7.000000-8,-5.000000 0.000000-5,-6.000000 0.000000-5,-6.000000-1.000000-5,-6.000000 3.000000-4,-10.000000 2.000000 0,-8.000000 3.000000-3,-8.000000 2.000000-1,-9.000000 8.000000-1,-8.000000 12.000000-3,-9.000000 10.000000-3,-9.000000 12.000000-1,-8.000000 16.000000 0,-8.000000 19.000000 4,-9.000000 20.000000 3,-9.000000 21.000000 4,-1.000000 13.000000 3,6.000000 9.000000 4,5.000000 9.000000 4,6.000000 8.000000 3,7.000000 1.000000 5,9.000000-5.000000 4,8.000000-6.000000 5,9.000000-6.000000 3,15.000000-8.000000 0,24.000000-11.000000-8,21.000000-12.000000-7,24.000000-11.000000-7,5.000000-11.000000-2,-11.000000-7.000000 0,-11.000000-9.000000 3,-12.000000-9.000000 1,-4.000000-6.000000-13,2.000000-2.000000-26,4.000000-3.000000-25,2.000000-3.000000-27</inkml:trace>
</inkml:ink>
</file>

<file path=ppt/ink/ink1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7"/>
    </inkml:context>
    <inkml:brush xml:id="br0">
      <inkml:brushProperty name="width" value="0.0295146647840738" units="cm"/>
      <inkml:brushProperty name="height" value="0.0295146647840738" units="cm"/>
      <inkml:brushProperty name="color" value="#000000"/>
      <inkml:brushProperty name="ignorePressure" value="0"/>
    </inkml:brush>
  </inkml:definitions>
  <inkml:trace contextRef="#ctx0" brushRef="#br0">22320.000000 45115.000000 496,'-36.000000'4.000000'7,"16.000000"9.000000"11 ,17.000000 8.000000 12,17.000000 9.000000 13,12.000000 5.000000 2,5.000000 4.000000-7,6.000000 2.000000-8,5.000000 3.000000-6,1.000000 6.000000-6,-6.000000 8.000000-2,-6.000000 9.000000-4,-5.000000 8.000000-2,-6.000000 16.000000-1,-6.000000 23.000000 2,-6.000000 22.000000 3,-5.000000 23.000000 2,-11.000000 20.000000 2,-18.000000 17.000000 1,-17.000000 17.000000 1,-16.000000 17.000000 2,-7.000000 3.000000-1,7.000000-11.000000-4,5.000000-12.000000-2,6.000000-11.000000-3,8.000000-21.000000-3,11.000000-32.000000-3,12.000000-31.000000-3,12.000000-31.000000-2,9.000000-29.000000-11,9.000000-25.000000-14,8.000000-26.000000-17,9.000000-25.000000-15,4.000000-22.000000-5,0.000000-16.000000 8,0.000000-18.000000 6,0.000000-17.000000 8,-1.000000-4.000000 2,-3.000000 9.000000-2,-3.000000 8.000000-3,-3.000000 8.000000-1</inkml:trace>
</inkml:ink>
</file>

<file path=ppt/ink/ink1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7"/>
    </inkml:context>
    <inkml:brush xml:id="br0">
      <inkml:brushProperty name="width" value="0.0269559063017368" units="cm"/>
      <inkml:brushProperty name="height" value="0.0269559063017368" units="cm"/>
      <inkml:brushProperty name="color" value="#000000"/>
      <inkml:brushProperty name="ignorePressure" value="0"/>
    </inkml:brush>
  </inkml:definitions>
  <inkml:trace contextRef="#ctx0" brushRef="#br0">22639.000000 45296.000000 544,'21.000000'-21.000000'0,"-3.000000"3.000000"3 ,-2.000000 2.000000 0,-3.000000 3.000000 3,4.000000 3.000000 6,11.000000 3.000000 12,12.000000 3.000000 13,11.000000 3.000000 11,9.000000 1.000000 4,5.000000 0.000000-7,6.000000 0.000000-7,6.000000 0.000000-5,1.000000 4.000000-6,-3.000000 9.000000-4,-2.000000 8.000000-4,-4.000000 9.000000-4,-7.000000 7.000000-2,-16.000000 5.000000-1,-13.000000 7.000000-1,-14.000000 5.000000 0,-17.000000 11.000000-2,-16.000000 17.000000-2,-17.000000 18.000000-2,-17.000000 16.000000-2,-13.000000 2.000000-6,-9.000000-14.000000-5,-8.000000-15.000000-8,-9.000000-13.000000-7,5.000000-15.000000-1,16.000000-14.000000 3,18.000000-15.000000 4,17.000000-13.000000 4</inkml:trace>
</inkml:ink>
</file>

<file path=ppt/ink/ink1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7"/>
    </inkml:context>
    <inkml:brush xml:id="br0">
      <inkml:brushProperty name="width" value="0.0249883234500885" units="cm"/>
      <inkml:brushProperty name="height" value="0.0249883234500885" units="cm"/>
      <inkml:brushProperty name="color" value="#000000"/>
      <inkml:brushProperty name="ignorePressure" value="0"/>
    </inkml:brush>
  </inkml:definitions>
  <inkml:trace contextRef="#ctx0" brushRef="#br0">24503.000000 44842.000000 586,'25.000000'23.000000'170,"6.000000"-1.000000"-46 ,6.000000 1.000000-45,6.000000 0.000000-44,1.000000 1.000000-30,-3.000000 3.000000-13,-2.000000 3.000000-13,-4.000000 2.000000-15,-2.000000 1.000000-10,-3.000000-3.000000-11,-3.000000-3.000000-10,-3.000000-3.000000-9</inkml:trace>
</inkml:ink>
</file>

<file path=ppt/ink/ink1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7"/>
    </inkml:context>
    <inkml:brush xml:id="br0">
      <inkml:brushProperty name="width" value="0.0286956671625376" units="cm"/>
      <inkml:brushProperty name="height" value="0.0286956671625376" units="cm"/>
      <inkml:brushProperty name="color" value="#000000"/>
      <inkml:brushProperty name="ignorePressure" value="0"/>
    </inkml:brush>
  </inkml:definitions>
  <inkml:trace contextRef="#ctx0" brushRef="#br0">24730.000000 45887.000000 511,'-23.000000'87.000000'35,"0.000000"-9.000000"9 ,1.000000-8.000000 9,-1.000000-9.000000 9,-3.000000 0.000000 2,-5.000000 9.000000-7,-6.000000 8.000000-5,-5.000000 8.000000-7,-3.000000 8.000000-8,4.000000 6.000000-12,3.000000 5.000000-12,2.000000 6.000000-11,7.000000-6.000000-13,7.000000-17.000000-10,10.000000-17.000000-11,7.000000-17.000000-12,5.000000-12.000000-9,0.000000-5.000000-9,0.000000-5.000000-7,0.000000-7.000000-8</inkml:trace>
</inkml:ink>
</file>

<file path=ppt/ink/ink1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8"/>
    </inkml:context>
    <inkml:brush xml:id="br0">
      <inkml:brushProperty name="width" value="0.0272755846381187" units="cm"/>
      <inkml:brushProperty name="height" value="0.0272755846381187" units="cm"/>
      <inkml:brushProperty name="color" value="#000000"/>
      <inkml:brushProperty name="ignorePressure" value="0"/>
    </inkml:brush>
  </inkml:definitions>
  <inkml:trace contextRef="#ctx0" brushRef="#br0">26094.000000 46206.000000 537,'-64.000000'-23.000000'4,"8.000000"0.000000"7 ,9.000000 1.000000 6,9.000000-1.000000 8,4.000000 0.000000 7,0.000000 0.000000 4,0.000000 1.000000 5,0.000000-1.000000 5,1.000000 4.000000-1,3.000000 9.000000-6,3.000000 9.000000-8,3.000000 8.000000-7,1.000000 13.000000-5,1.000000 17.000000-4,-1.000000 17.000000-3,0.000000 17.000000-3,3.000000 9.000000-2,6.000000-1.000000 3,6.000000 1.000000 1,5.000000-1.000000 2,7.000000-2.000000-2,9.000000-6.000000-7,8.000000-6.000000-5,9.000000-5.000000-6,12.000000-10.000000-8,18.000000-15.000000-10,17.000000-14.000000-9,17.000000-13.000000-9,5.000000-11.000000-3,-5.000000-6.000000 2,-6.000000-5.000000 4,-6.000000-6.000000 3,-6.000000-4.000000 0,-10.000000-3.000000-3,-7.000000-3.000000-2,-10.000000-3.000000-2</inkml:trace>
</inkml:ink>
</file>

<file path=ppt/ink/ink1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8"/>
    </inkml:context>
    <inkml:brush xml:id="br0">
      <inkml:brushProperty name="width" value="0.0255878008902073" units="cm"/>
      <inkml:brushProperty name="height" value="0.0255878008902073" units="cm"/>
      <inkml:brushProperty name="color" value="#000000"/>
      <inkml:brushProperty name="ignorePressure" value="0"/>
    </inkml:brush>
  </inkml:definitions>
  <inkml:trace contextRef="#ctx0" brushRef="#br0">26685.000000 45933.000000 573,'-71.000000'1.000000'56,"39.000000"4.000000"4 ,41.000000 2.000000 4,39.000000 3.000000 4,26.000000-2.000000-5,11.000000-5.000000-15,12.000000-6.000000-14,11.000000-5.000000-15,3.000000-4.000000-10,-6.000000 1.000000-4,-6.000000 0.000000-5,-5.000000-1.000000-3,-7.000000 1.000000-9,-9.000000-1.000000-9,-9.000000 1.000000-11,-8.000000 0.000000-10</inkml:trace>
</inkml:ink>
</file>

<file path=ppt/ink/ink1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8"/>
    </inkml:context>
    <inkml:brush xml:id="br0">
      <inkml:brushProperty name="width" value="0.0300194136798382" units="cm"/>
      <inkml:brushProperty name="height" value="0.0300194136798382" units="cm"/>
      <inkml:brushProperty name="color" value="#000000"/>
      <inkml:brushProperty name="ignorePressure" value="0"/>
    </inkml:brush>
  </inkml:definitions>
  <inkml:trace contextRef="#ctx0" brushRef="#br0">27503.000000 45615.000000 488,'-21.000000'-22.000000'-28,"2.000000"4.000000"16 ,3.000000 2.000000 15,4.000000 4.000000 15,2.000000 4.000000 11,3.000000 10.000000 5,2.000000 8.000000 6,4.000000 8.000000 5,0.000000 15.000000 2,-4.000000 19.000000-2,-2.000000 21.000000-3,-3.000000 19.000000-2,-4.000000 13.000000-2,-6.000000 6.000000-4,-5.000000 6.000000-4,-7.000000 5.000000-2,3.000000-1.000000-4,7.000000-9.000000-4,9.000000-8.000000-4,9.000000-9.000000-4,7.000000-11.000000-5,6.000000-15.000000-8,5.000000-13.000000-6,6.000000-15.000000-6,9.000000-18.000000-11,15.000000-23.000000-12,15.000000-23.000000-11,13.000000-23.000000-14,9.000000-16.000000-2,3.000000-12.000000 5,3.000000-11.000000 5,2.000000-12.000000 6,1.000000-4.000000 5,-4.000000 3.000000 7,-2.000000 3.000000 5,-3.000000 3.000000 6,-8.000000 8.000000 5,-15.000000 14.000000 5,-14.000000 15.000000 5,-14.000000 14.000000 4,-12.000000 14.000000 7,-8.000000 14.000000 6,-9.000000 14.000000 8,-8.000000 15.000000 8,-5.000000 14.000000 6,-4.000000 14.000000 7,-3.000000 14.000000 7,-2.000000 15.000000 7,0.000000 3.000000 0,2.000000-5.000000-4,4.000000-5.000000-6,2.000000-7.000000-4,4.000000-5.000000-6,7.000000-5.000000-7,4.000000-7.000000-7,7.000000-5.000000-6,7.000000-7.000000-4,8.000000-9.000000-3,8.000000-8.000000-2,10.000000-9.000000-1,5.000000-11.000000-5,2.000000-14.000000-7,4.000000-15.000000-5,2.000000-13.000000-7,1.000000-8.000000-3,-4.000000 0.000000-3,-2.000000 0.000000 0,-3.000000 0.000000-3,-6.000000 3.000000 2,-8.000000 6.000000 2,-9.000000 5.000000 4,-9.000000 7.000000 3,-5.000000 13.000000 6,-3.000000 23.000000 10,-2.000000 23.000000 11,-4.000000 22.000000 9,1.000000 10.000000 5,2.000000-2.000000-1,3.000000-3.000000-2,3.000000-3.000000-1,3.000000-6.000000-12,2.000000-9.000000-21,4.000000-7.000000-22,2.000000-10.000000-22</inkml:trace>
</inkml:ink>
</file>

<file path=ppt/ink/ink1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8"/>
    </inkml:context>
    <inkml:brush xml:id="br0">
      <inkml:brushProperty name="width" value="0.0252847950905561" units="cm"/>
      <inkml:brushProperty name="height" value="0.0252847950905561" units="cm"/>
      <inkml:brushProperty name="color" value="#000000"/>
      <inkml:brushProperty name="ignorePressure" value="0"/>
    </inkml:brush>
  </inkml:definitions>
  <inkml:trace contextRef="#ctx0" brushRef="#br0">29230.000000 46069.000000 580,'44.000000'-20.000000'116,"-2.000000"6.000000"-24 ,-4.000000 6.000000-26,-2.000000 5.000000-24,-4.000000 7.000000-14,-2.000000 9.000000-5,-3.000000 8.000000-4,-3.000000 9.000000-5,-4.000000 7.000000-4,-6.000000 6.000000-3,-5.000000 5.000000-4,-6.000000 6.000000-4,-3.000000 3.000000-1,0.000000 0.000000 0,0.000000-1.000000 0,0.000000 1.000000 1,2.000000-11.000000-2,7.000000-24.000000-4,5.000000-22.000000-4,6.000000-22.000000-4,13.000000-24.000000-5,19.000000-22.000000-6,21.000000-23.000000-7,19.000000-23.000000-7,5.000000-1.000000-2,-12.000000 20.000000 2,-11.000000 20.000000 2,-12.000000 19.000000 2,-6.000000 12.000000 1,-4.000000 3.000000 1,-2.000000 3.000000-1,-3.000000 2.000000 0</inkml:trace>
</inkml:ink>
</file>

<file path=ppt/ink/ink1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49:29"/>
    </inkml:context>
    <inkml:brush xml:id="br0">
      <inkml:brushProperty name="width" value="0.0271106511354446" units="cm"/>
      <inkml:brushProperty name="height" value="0.0271106511354446" units="cm"/>
      <inkml:brushProperty name="color" value="#000000"/>
      <inkml:brushProperty name="ignorePressure" value="0"/>
    </inkml:brush>
  </inkml:definitions>
  <inkml:trace contextRef="#ctx0" brushRef="#br0">30776.000000 46433.000000 540,'6.000000'36.000000'50,"11.000000"-21.000000"-8 ,11.000000-19.000000-7,12.000000-20.000000-7,10.000000-16.000000-5,8.000000-11.000000-2,9.000000-12.000000-2,8.000000-11.000000-3,0.000000-7.000000-5,-8.000000-2.000000-6,-9.000000-4.000000-8,-8.000000-3.000000-6,-12.000000 4.000000-3,-13.000000 8.000000 0,-16.000000 8.000000 1,-13.000000 9.000000 0,-14.000000 14.000000 1,-15.000000 20.000000 1,-14.000000 20.000000-1,-14.000000 20.000000 1,-7.000000 21.000000 2,0.000000 23.000000 5,0.000000 22.000000 6,-1.000000 24.000000 5,8.000000 9.000000 9,14.000000-3.000000 11,15.000000-2.000000 12,13.000000-4.000000 13,22.000000-5.000000-1,28.000000-8.000000-11,29.000000-9.000000-12,28.000000-9.000000-11,13.000000-12.000000-8,-3.000000-17.000000-7,-3.000000-18.000000-4,-3.000000-16.000000-6,-3.000000-11.000000-16,-7.000000-2.000000-26,-5.000000-3.000000-26,-6.000000-3.000000-26</inkml:trace>
</inkml:ink>
</file>

<file path=ppt/ink/ink1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24"/>
    </inkml:context>
    <inkml:brush xml:id="br0">
      <inkml:brushProperty name="width" value="0.0232709441334009" units="cm"/>
      <inkml:brushProperty name="height" value="0.0232709441334009" units="cm"/>
      <inkml:brushProperty name="color" value="#000000"/>
      <inkml:brushProperty name="ignorePressure" value="0"/>
    </inkml:brush>
  </inkml:definitions>
  <inkml:trace contextRef="#ctx0" brushRef="#br0">9864.000000 53343.000000 630,'-20.000000'-21.000000'-17,"6.000000"2.000000"8 ,6.000000 4.000000 7,5.000000 2.000000 7,3.000000 8.000000 9,0.000000 15.000000 10,0.000000 15.000000 11,0.000000 13.000000 10,1.000000 16.000000 1,4.000000 17.000000-7,2.000000 17.000000-7,3.000000 17.000000-7,0.000000 14.000000-5,-3.000000 12.000000-2,-3.000000 11.000000-2,-3.000000 12.000000-2,1.000000 8.000000-2,2.000000 5.000000-1,3.000000 7.000000-1,3.000000 5.000000-2,0.000000 2.000000-2,-3.000000 1.000000 0,-3.000000 0.000000-2,-2.000000 0.000000 0,-2.000000-4.000000-2,0.000000-9.000000-1,0.000000-9.000000-1,0.000000-8.000000 0,0.000000-7.000000-2,0.000000-6.000000 0,0.000000-5.000000 0,0.000000-6.000000-1,0.000000-3.000000 0,0.000000 0.000000 0,0.000000 0.000000 1,0.000000 0.000000 1,0.000000-3.000000-1,0.000000-6.000000 1,0.000000-5.000000 1,0.000000-6.000000-1,1.000000-7.000000 1,4.000000-8.000000 0,2.000000-9.000000 1,3.000000-9.000000-1,-1.000000-5.000000 0,-1.000000-3.000000 0,-4.000000-3.000000 0,-3.000000-3.000000-1,-1.000000-1.000000 1,0.000000 0.000000-2,0.000000 0.000000 1,0.000000 0.000000-2,0.000000-2.000000 1,0.000000-2.000000-1,0.000000-4.000000 1,0.000000-2.000000-1,0.000000-1.000000 1,0.000000-1.000000 0,0.000000 1.000000 0,0.000000-1.000000 0,0.000000-2.000000 0,0.000000-6.000000 0,0.000000-6.000000 1,0.000000-6.000000 0,2.000000-2.000000-1,2.000000 0.000000 0,3.000000 0.000000 0,3.000000-1.000000-1,0.000000 1.000000 1,-3.000000 0.000000 0,-3.000000 0.000000 1,-2.000000-1.000000 1,-2.000000 1.000000 0,0.000000 0.000000 1,0.000000-1.000000-1,0.000000 1.000000 0,0.000000 0.000000 0,0.000000 0.000000 1,0.000000-1.000000 1,0.000000 1.000000 0,0.000000 0.000000 0,0.000000 0.000000 0,0.000000-1.000000-1,0.000000 1.000000 0,0.000000 0.000000 0,0.000000-1.000000-1,0.000000 1.000000 1,0.000000 0.000000 0,0.000000 0.000000-1,0.000000-1.000000 1,0.000000 1.000000 0,0.000000 0.000000-1,0.000000 0.000000 1,0.000000-1.000000 0,0.000000 1.000000-1,0.000000 0.000000 0,3.000000-3.000000-13,5.000000-6.000000-22,6.000000-6.000000-25,6.000000-5.000000-23</inkml:trace>
</inkml:ink>
</file>

<file path=ppt/ink/ink1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41"/>
    </inkml:context>
    <inkml:brush xml:id="br0">
      <inkml:brushProperty name="width" value="0.0291665736585855" units="cm"/>
      <inkml:brushProperty name="height" value="0.0291665736585855" units="cm"/>
      <inkml:brushProperty name="color" value="#000000"/>
      <inkml:brushProperty name="ignorePressure" value="0"/>
    </inkml:brush>
  </inkml:definitions>
  <inkml:trace contextRef="#ctx0" brushRef="#br0">11728.000000 54252.000000 502,'-40.000000'-44.000000'12,"12.000000"3.000000"9 ,11.000000 3.000000 9,11.000000 2.000000 9,8.000000 3.000000 1,2.000000 4.000000-3,3.000000 2.000000-6,3.000000 2.000000-3,1.000000 10.000000-1,1.000000 13.000000 2,-1.000000 15.000000 3,0.000000 14.000000 3,-5.000000 14.000000 0,-12.000000 15.000000-5,-11.000000 13.000000-3,-11.000000 15.000000-5,-9.000000 11.000000-6,-6.000000 9.000000-10,-5.000000 8.000000-9,-6.000000 9.000000-11,2.000000-2.000000-8,8.000000-11.000000-9,8.000000-11.000000-9,9.000000-12.000000-7</inkml:trace>
</inkml:ink>
</file>

<file path=ppt/ink/ink1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42"/>
    </inkml:context>
    <inkml:brush xml:id="br0">
      <inkml:brushProperty name="width" value="0.0306957438588142" units="cm"/>
      <inkml:brushProperty name="height" value="0.0306957438588142" units="cm"/>
      <inkml:brushProperty name="color" value="#000000"/>
      <inkml:brushProperty name="ignorePressure" value="0"/>
    </inkml:brush>
  </inkml:definitions>
  <inkml:trace contextRef="#ctx0" brushRef="#br0">11592.000000 54343.000000 477,'25.000000'-38.000000'54,"7.000000"14.000000"-4 ,5.000000 14.000000-2,5.000000 14.000000-4,2.000000 14.000000-4,-3.000000 15.000000-7,-2.000000 14.000000-5,-4.000000 14.000000-6,-1.000000 7.000000-4,1.000000 0.000000-1,-1.000000 1.000000-2,0.000000-1.000000-1,0.000000-3.000000-1,0.000000-5.000000 0,0.000000-6.000000 1,0.000000-6.000000 0,-1.000000-7.000000 0,-3.000000-8.000000-1,-3.000000-9.000000-1,-3.000000-8.000000 0,1.000000-16.000000-1,7.000000-23.000000-2,5.000000-22.000000-2,5.000000-24.000000-1,8.000000-19.000000-5,8.000000-17.000000-8,9.000000-17.000000-9,8.000000-17.000000-9,6.000000-2.000000-8,3.000000 15.000000-10,3.000000 13.000000-9,2.000000 15.000000-8,-5.000000 16.000000-4,-14.000000 17.000000 3,-15.000000 16.000000 3,-14.000000 18.000000 2</inkml:trace>
</inkml:ink>
</file>

<file path=ppt/ink/ink1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42"/>
    </inkml:context>
    <inkml:brush xml:id="br0">
      <inkml:brushProperty name="width" value="0.025887381285429" units="cm"/>
      <inkml:brushProperty name="height" value="0.025887381285429" units="cm"/>
      <inkml:brushProperty name="color" value="#000000"/>
      <inkml:brushProperty name="ignorePressure" value="0"/>
    </inkml:brush>
  </inkml:definitions>
  <inkml:trace contextRef="#ctx0" brushRef="#br0">13956.000000 54525.000000 566,'-41.000000'-3.000000'5,"8.000000"-5.000000"10 ,9.000000-7.000000 10,8.000000-5.000000 9,5.000000-4.000000 5,-1.000000-3.000000 0,1.000000-3.000000-2,0.000000-2.000000 1,-1.000000-1.000000-5,1.000000 3.000000-5,0.000000 3.000000-7,-1.000000 3.000000-6,-2.000000 4.000000-4,-6.000000 6.000000-3,-5.000000 6.000000-2,-7.000000 5.000000-3,0.000000 8.000000-1,2.000000 12.000000 3,3.000000 12.000000 0,3.000000 11.000000 3,1.000000 11.000000 0,0.000000 11.000000-1,0.000000 12.000000-1,1.000000 11.000000-1,2.000000 5.000000 0,6.000000-3.000000 1,5.000000-4.000000 0,6.000000-2.000000 0,8.000000-8.000000-1,7.000000-15.000000-3,10.000000-14.000000-2,7.000000-14.000000-4,7.000000-13.000000-2,2.000000-11.000000-5,4.000000-12.000000-3,2.000000-11.000000-3,1.000000-13.000000-2,0.000000-14.000000-1,1.000000-14.000000 1,-1.000000-15.000000 0,-1.000000-3.000000 0,-2.000000 5.000000 1,-4.000000 5.000000 0,-2.000000 7.000000 1,-5.000000 5.000000 2,-6.000000 5.000000 4,-5.000000 7.000000 2,-6.000000 5.000000 5,-5.000000 10.000000 4,-6.000000 14.000000 8,-6.000000 14.000000 8,-6.000000 15.000000 6,-1.000000 11.000000 0,3.000000 8.000000-8,3.000000 10.000000-9,3.000000 7.000000-9,1.000000 1.000000-3,0.000000-9.000000-2,0.000000-9.000000 0,0.000000-8.000000 0,0.000000-4.000000-9,0.000000 0.000000-15,0.000000-1.000000-16,0.000000 1.000000-15</inkml:trace>
</inkml:ink>
</file>

<file path=ppt/ink/ink1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43"/>
    </inkml:context>
    <inkml:brush xml:id="br0">
      <inkml:brushProperty name="width" value="0.0274675171822309" units="cm"/>
      <inkml:brushProperty name="height" value="0.0274675171822309" units="cm"/>
      <inkml:brushProperty name="color" value="#000000"/>
      <inkml:brushProperty name="ignorePressure" value="0"/>
    </inkml:brush>
  </inkml:definitions>
  <inkml:trace contextRef="#ctx0" brushRef="#br0">14683.000000 54252.000000 533,'-21.000000'67.000000'150,"2.000000"-3.000000"-36 ,4.000000-3.000000-37,2.000000-3.000000-35,2.000000-2.000000-20,-1.000000-4.000000-2,1.000000-2.000000-4,-1.000000-3.000000-1,1.000000-5.000000-6,0.000000-5.000000-8,-1.000000-5.000000-6,1.000000-7.000000-8,7.000000-12.000000-9,14.000000-20.000000-9,14.000000-20.000000-9,14.000000-20.000000-10,8.000000-10.000000-1,-1.000000 0.000000 7,1.000000 0.000000 8,-1.000000 1.000000 7,-1.000000 2.000000 5,-3.000000 5.000000 6,-2.000000 7.000000 4,-4.000000 5.000000 4,-1.000000 7.000000 7,0.000000 9.000000 6,0.000000 8.000000 8,1.000000 9.000000 6,-4.000000 6.000000 6,-6.000000 7.000000 2,-5.000000 5.000000 2,-6.000000 6.000000 2,-4.000000 8.000000 1,-2.000000 12.000000-4,-4.000000 11.000000-3,-3.000000 12.000000-3,-1.000000 2.000000-4,0.000000-5.000000-4,0.000000-6.000000-5,0.000000-6.000000-5,0.000000-5.000000-6,0.000000-6.000000-6,0.000000-6.000000-5,0.000000-5.000000-7,0.000000-9.000000-4,0.000000-12.000000-3,0.000000-10.000000-2,0.000000-12.000000-2,2.000000-12.000000 0,2.000000-11.000000 2,3.000000-11.000000 3,3.000000-11.000000 2,4.000000-4.000000 4,6.000000 7.000000 5,6.000000 5.000000 7,5.000000 5.000000 5,2.000000 5.000000 5,-4.000000 3.000000 2,-2.000000 3.000000 4,-3.000000 2.000000 2,-1.000000 5.000000 3,0.000000 6.000000 1,0.000000 5.000000 1,-1.000000 5.000000 0,-2.000000 8.000000 3,-5.000000 9.000000 3,-7.000000 8.000000 4,-5.000000 8.000000 2,-2.000000 6.000000 1,4.000000 3.000000-2,2.000000 3.000000-2,3.000000 3.000000-1,0.000000 1.000000-2,-3.000000 0.000000-3,-3.000000 0.000000-2,-3.000000 0.000000-2,-2.000000-1.000000-3,-3.000000-3.000000-1,-3.000000-3.000000-3,-3.000000-3.000000-1,0.000000-1.000000-3,3.000000-1.000000-2,2.000000 1.000000-1,4.000000 0.000000-2,-1.000000-1.000000-7,-2.000000 1.000000-15,-3.000000 0.000000-14,-3.000000 0.000000-15</inkml:trace>
</inkml:ink>
</file>

<file path=ppt/ink/ink1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43"/>
    </inkml:context>
    <inkml:brush xml:id="br0">
      <inkml:brushProperty name="width" value="0.0274851806461811" units="cm"/>
      <inkml:brushProperty name="height" value="0.0274851806461811" units="cm"/>
      <inkml:brushProperty name="color" value="#000000"/>
      <inkml:brushProperty name="ignorePressure" value="0"/>
    </inkml:brush>
  </inkml:definitions>
  <inkml:trace contextRef="#ctx0" brushRef="#br0">16047.000000 54570.000000 533,'-21.000000'22.000000'3,"2.000000"-4.000000"7 ,4.000000-2.000000 6,2.000000-3.000000 7,6.000000-2.000000 6,8.000000 0.000000 6,9.000000 1.000000 7,8.000000-1.000000 7,7.000000-1.000000-2,2.000000-3.000000-9,2.000000-3.000000-9,4.000000-2.000000-10,4.000000-8.000000-6,6.000000-11.000000-1,5.000000-11.000000-1,6.000000-12.000000-3,0.000000-6.000000-3,-6.000000 1.000000-6,-5.000000-1.000000-5,-6.000000 1.000000-7,-6.000000-2.000000-2,-5.000000-3.000000-2,-6.000000-2.000000-1,-6.000000-4.000000 0,-6.000000 4.000000 0,-5.000000 8.000000 4,-6.000000 8.000000 4,-5.000000 9.000000 2,-9.000000 9.000000 4,-12.000000 8.000000 1,-11.000000 8.000000 2,-11.000000 10.000000 3,-5.000000 10.000000 2,-1.000000 15.000000 2,0.000000 14.000000 3,0.000000 14.000000 2,4.000000 8.000000 4,9.000000 4.000000 6,9.000000 2.000000 3,8.000000 3.000000 6,10.000000 0.000000 0,11.000000-2.000000-4,12.000000-4.000000-4,11.000000-2.000000-5,11.000000-8.000000-11,12.000000-11.000000-15,11.000000-11.000000-17,12.000000-11.000000-16,2.000000-10.000000-13,-5.000000-4.000000-8,-6.000000-7.000000-8,-6.000000-5.000000-8</inkml:trace>
</inkml:ink>
</file>

<file path=ppt/ink/ink1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6"/>
    </inkml:context>
    <inkml:brush xml:id="br0">
      <inkml:brushProperty name="width" value="0.0247570145875216" units="cm"/>
      <inkml:brushProperty name="height" value="0.0247570145875216" units="cm"/>
      <inkml:brushProperty name="color" value="#000000"/>
      <inkml:brushProperty name="ignorePressure" value="0"/>
    </inkml:brush>
  </inkml:definitions>
  <inkml:trace contextRef="#ctx0" brushRef="#br0">19138.000000 54798.000000 592,'23.000000'93.000000'40,"0.000000"7.000000"-4 ,-1.000000 5.000000-5,1.000000 6.000000-5,1.000000 15.000000-3,3.000000 26.000000-1,3.000000 26.000000 0,3.000000 25.000000-2,-2.000000 23.000000 0,-5.000000 20.000000-2,-6.000000 19.000000-2,-6.000000 21.000000 0,-4.000000 5.000000-2,-3.000000-8.000000 1,-3.000000-9.000000-1,-3.000000-8.000000 1,-1.000000-16.000000-2,0.000000-23.000000-1,0.000000-22.000000-2,0.000000-24.000000-2,0.000000-19.000000-2,0.000000-17.000000-1,0.000000-17.000000-2,0.000000-17.000000 0,0.000000-30.000000-12,0.000000-43.000000-19,0.000000-42.000000-20,0.000000-43.000000-19,2.000000-20.000000-6,2.000000 3.000000 6,3.000000 3.000000 7,3.000000 3.000000 8</inkml:trace>
</inkml:ink>
</file>

<file path=ppt/ink/ink1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7"/>
    </inkml:context>
    <inkml:brush xml:id="br0">
      <inkml:brushProperty name="width" value="0.02956254594028" units="cm"/>
      <inkml:brushProperty name="height" value="0.02956254594028" units="cm"/>
      <inkml:brushProperty name="color" value="#000000"/>
      <inkml:brushProperty name="ignorePressure" value="0"/>
    </inkml:brush>
  </inkml:definitions>
  <inkml:trace contextRef="#ctx0" brushRef="#br0">19820.000000 55389.000000 496,'0.000000'-63.000000'3,"0.000000"12.000000"6 ,0.000000 11.000000 6,0.000000 12.000000 6,6.000000 8.000000 2,11.000000 6.000000-2,11.000000 5.000000-4,12.000000 6.000000-2,13.000000 3.000000-1,13.000000 0.000000 0,15.000000 0.000000 2,15.000000 0.000000-1,14.000000 3.000000 1,18.000000 6.000000-3,17.000000 5.000000-1,17.000000 6.000000-1,13.000000 0.000000-2,8.000000-6.000000 0,9.000000-6.000000 0,8.000000-5.000000 0,9.000000-3.000000 0,8.000000 0.000000 1,9.000000 0.000000 0,9.000000 0.000000 2,6.000000-3.000000-4,6.000000-5.000000-5,6.000000-6.000000-6,6.000000-6.000000-6,-1.000000-1.000000-2,-5.000000 2.000000 1,-6.000000 3.000000 1,-5.000000 4.000000 2,-5.000000 2.000000 1,-2.000000 3.000000 1,-4.000000 2.000000 0,-2.000000 4.000000 2,-3.000000-2.000000 0,-3.000000-5.000000 0,-3.000000-7.000000-1,-3.000000-5.000000 0,3.000000-1.000000 1,9.000000 3.000000 0,8.000000 2.000000 1,9.000000 3.000000 1,-4.000000 2.000000 1,-18.000000 0.000000-1,-16.000000-1.000000 1,-18.000000 1.000000 0,-1.000000-1.000000-1,14.000000 1.000000-1,14.000000 0.000000-2,15.000000-1.000000 0,-2.000000 2.000000-2,-17.000000 3.000000 2,-17.000000 3.000000-1,-17.000000 3.000000 1,-5.000000-1.000000 0,5.000000-2.000000 1,5.000000-3.000000 1,7.000000-3.000000 0,2.000000 3.000000 1,0.000000 8.000000 0,0.000000 9.000000 0,0.000000 9.000000 1,-6.000000 2.000000-1,-16.000000-3.000000 1,-13.000000-2.000000 0,-14.000000-3.000000-1,-1.000000-2.000000 1,15.000000 1.000000 0,14.000000-1.000000-1,14.000000 0.000000-1,6.000000-1.000000 1,-3.000000-3.000000-2,-3.000000-2.000000 0,-3.000000-4.000000 0,-6.000000-2.000000-1,-7.000000-4.000000-1,-10.000000-2.000000 1,-8.000000-3.000000-1,0.000000-1.000000 1,9.000000 0.000000-1,8.000000-1.000000 1,8.000000 1.000000 1,2.000000 1.000000-1,-5.000000 3.000000 2,-7.000000 2.000000 0,-5.000000 4.000000 1,-11.000000 2.000000 1,-18.000000 4.000000-1,-16.000000 2.000000 1,-18.000000 3.000000-1,-11.000000 3.000000 2,-5.000000 2.000000 0,-7.000000 4.000000 2,-5.000000 2.000000 2,0.000000 2.000000 0,6.000000-1.000000 0,6.000000 1.000000-1,5.000000 0.000000-1,-2.000000-3.000000 1,-8.000000-6.000000 0,-8.000000-5.000000 0,-9.000000-7.000000 1,-10.000000 0.000000-1,-11.000000 2.000000 0,-12.000000 3.000000-1,-10.000000 3.000000 0,-10.000000 6.000000 0,-5.000000 8.000000 4,-6.000000 9.000000 3,-5.000000 8.000000 2,-4.000000 4.000000 2,1.000000 1.000000-3,-1.000000-1.000000-1,1.000000 1.000000-2,-3.000000 8.000000 0,-6.000000 17.000000 1,-6.000000 17.000000 3,-5.000000 17.000000 1,-3.000000 16.000000 1,0.000000 14.000000 0,0.000000 14.000000 0,0.000000 14.000000 0,2.000000 16.000000 1,7.000000 17.000000 2,5.000000 17.000000 1,6.000000 17.000000 1,4.000000 3.000000 0,3.000000-11.000000-2,3.000000-12.000000-2,2.000000-11.000000-2,5.000000-14.000000-4,5.000000-18.000000-5,7.000000-16.000000-7,5.000000-17.000000-5,1.000000-17.000000-4,-3.000000-13.000000-2,-2.000000-14.000000-2,-3.000000-15.000000-1,-6.000000-11.000000-5,-9.000000-9.000000-4,-8.000000-8.000000-5,-8.000000-8.000000-5,-5.000000-10.000000 0,1.000000-7.000000 4,-1.000000-10.000000 4,0.000000-7.000000 5,-1.000000-5.000000-3,-3.000000 0.000000-8,-3.000000 0.000000-8,-3.000000 0.000000-10</inkml:trace>
</inkml:ink>
</file>

<file path=ppt/ink/ink1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8"/>
    </inkml:context>
    <inkml:brush xml:id="br0">
      <inkml:brushProperty name="width" value="0.0273368693888187" units="cm"/>
      <inkml:brushProperty name="height" value="0.0273368693888187" units="cm"/>
      <inkml:brushProperty name="color" value="#000000"/>
      <inkml:brushProperty name="ignorePressure" value="0"/>
    </inkml:brush>
  </inkml:definitions>
  <inkml:trace contextRef="#ctx0" brushRef="#br0">20366.000000 57298.000000 536,'-43.000000'0.000000'21,"6.000000"0.000000"5 ,6.000000 0.000000 3,5.000000 0.000000 5,16.000000 0.000000 2,26.000000 0.000000 1,25.000000 0.000000 0,26.000000 0.000000 1,12.000000-1.000000-3,1.000000-4.000000-3,0.000000-2.000000-6,-1.000000-3.000000-4,1.000000-1.000000-3,-1.000000 0.000000-4,1.000000-1.000000-1,-1.000000 1.000000-4,-2.000000 1.000000-1,-6.000000 3.000000-1,-6.000000 2.000000-1,-5.000000 4.000000-1,-6.000000 1.000000-3,-6.000000 0.000000-8,-5.000000 0.000000-7,-6.000000 0.000000-7,-4.000000-1.000000-11,-4.000000-4.000000-15,-2.000000-2.000000-16,-2.000000-3.000000-16,-4.000000-1.000000-1,-3.000000 0.000000 12,-2.000000-1.000000 12,-3.000000 1.000000 13</inkml:trace>
</inkml:ink>
</file>

<file path=ppt/ink/ink1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8"/>
    </inkml:context>
    <inkml:brush xml:id="br0">
      <inkml:brushProperty name="width" value="0.0233139954507351" units="cm"/>
      <inkml:brushProperty name="height" value="0.0233139954507351" units="cm"/>
      <inkml:brushProperty name="color" value="#000000"/>
      <inkml:brushProperty name="ignorePressure" value="0"/>
    </inkml:brush>
  </inkml:definitions>
  <inkml:trace contextRef="#ctx0" brushRef="#br0">22093.000000 56207.000000 629,'-3.000000'-33.000000'107,"-5.000000"26.000000"-24 ,-6.000000 26.000000-25,-6.000000 25.000000-24,-6.000000 25.000000-13,-5.000000 26.000000-5,-6.000000 26.000000-2,-6.000000 26.000000-4,-4.000000 19.000000-2,-2.000000 14.000000-3,-4.000000 15.000000-2,-2.000000 14.000000-2,1.000000-2.000000 0,5.000000-17.000000 0,7.000000-16.000000 0,5.000000-18.000000 2,10.000000-22.000000-1,14.000000-29.000000 0,15.000000-29.000000-2,13.000000-27.000000 0,11.000000-22.000000 0,5.000000-15.000000-1,6.000000-13.000000 1,6.000000-15.000000-1,3.000000-12.000000-1,4.000000-12.000000-4,3.000000-11.000000-4,2.000000-11.000000-3,-1.000000-8.000000-3,-6.000000-2.000000-1,-5.000000-4.000000-2,-6.000000-2.000000 0,-7.000000 1.000000 0,-9.000000 6.000000 3,-8.000000 6.000000 1,-9.000000 5.000000 3,-5.000000 5.000000 1,-4.000000 2.000000-2,-2.000000 4.000000-1,-3.000000 2.000000-1,-2.000000 6.000000-2,-4.000000 8.000000-5,-2.000000 9.000000-5,-4.000000 8.000000-4</inkml:trace>
</inkml:ink>
</file>

<file path=ppt/ink/ink1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9"/>
    </inkml:context>
    <inkml:brush xml:id="br0">
      <inkml:brushProperty name="width" value="0.0237826704978943" units="cm"/>
      <inkml:brushProperty name="height" value="0.0237826704978943" units="cm"/>
      <inkml:brushProperty name="color" value="#000000"/>
      <inkml:brushProperty name="ignorePressure" value="0"/>
    </inkml:brush>
  </inkml:definitions>
  <inkml:trace contextRef="#ctx0" brushRef="#br0">22775.000000 57298.000000 616,'-23.000000'-20.000000'22,"1.000000"6.000000"-3 ,-1.000000 5.000000-2,0.000000 7.000000-3,0.000000 6.000000 3,1.000000 9.000000 4,-1.000000 8.000000 5,0.000000 9.000000 6,2.000000 9.000000 1,2.000000 13.000000-2,4.000000 10.000000 0,2.000000 12.000000-3,5.000000 4.000000-2,5.000000-3.000000-5,5.000000-2.000000-3,7.000000-3.000000-5,8.000000-7.000000-4,11.000000-7.000000-4,12.000000-9.000000-4,11.000000-9.000000-6,9.000000-11.000000 0,5.000000-14.000000 1,6.000000-15.000000 1,6.000000-13.000000 3,0.000000-14.000000-3,-6.000000-10.000000-4,-6.000000-13.000000-6,-5.000000-10.000000-6,-8.000000-9.000000-2,-7.000000-6.000000 0,-10.000000-5.000000-1,-8.000000-6.000000 0,-10.000000 1.000000 1,-11.000000 9.000000 4,-12.000000 8.000000 2,-11.000000 9.000000 3,-11.000000 10.000000 1,-12.000000 11.000000-3,-11.000000 12.000000-1,-12.000000 11.000000-3,1.000000 7.000000 1,11.000000 3.000000 1,11.000000 3.000000 2,11.000000 2.000000 2,8.000000 4.000000-3,3.000000 2.000000-6,2.000000 3.000000-6,3.000000 3.000000-6</inkml:trace>
</inkml:ink>
</file>

<file path=ppt/ink/ink1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0:59"/>
    </inkml:context>
    <inkml:brush xml:id="br0">
      <inkml:brushProperty name="width" value="0.0220142472535372" units="cm"/>
      <inkml:brushProperty name="height" value="0.0220142472535372" units="cm"/>
      <inkml:brushProperty name="color" value="#000000"/>
      <inkml:brushProperty name="ignorePressure" value="0"/>
    </inkml:brush>
  </inkml:definitions>
  <inkml:trace contextRef="#ctx0" brushRef="#br0">23957.000000 56480.000000 666,'-121.000000'1.000000'26,"32.000000"3.000000"3 ,31.000000 3.000000 3,31.000000 3.000000 2,15.000000 5.000000 1,1.000000 5.000000-2,-1.000000 5.000000-2,1.000000 6.000000-1,5.000000 2.000000-3,12.000000-3.000000-6,11.000000-3.000000-4,12.000000-3.000000-6,5.000000-3.000000-5,0.000000-2.000000-5,0.000000-4.000000-3,0.000000-2.000000-6,-1.000000-4.000000-2,-4.000000-6.000000-1,-2.000000-6.000000 0,-2.000000-6.000000-2,-3.000000-5.000000 1,1.000000-6.000000 1,0.000000-5.000000 0,-1.000000-7.000000 2,0.000000-3.000000-1,-4.000000-4.000000 0,-2.000000-2.000000 0,-3.000000-3.000000 0,-3.000000 2.000000-2,-3.000000 5.000000-3,-3.000000 5.000000-2,-3.000000 7.000000-4,-3.000000 2.000000-1,-7.000000 0.000000-1,-5.000000 1.000000-1,-6.000000-1.000000-1,-1.000000 2.000000 0,2.000000 2.000000-2,4.000000 3.000000-1,2.000000 4.000000-1</inkml:trace>
</inkml:ink>
</file>

<file path=ppt/ink/ink1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08"/>
    </inkml:context>
    <inkml:brush xml:id="br0">
      <inkml:brushProperty name="width" value="0.0269228853285313" units="cm"/>
      <inkml:brushProperty name="height" value="0.0269228853285313" units="cm"/>
      <inkml:brushProperty name="color" value="#000000"/>
      <inkml:brushProperty name="ignorePressure" value="0"/>
    </inkml:brush>
  </inkml:definitions>
  <inkml:trace contextRef="#ctx0" brushRef="#br0">19957.000000 59616.000000 544,'5.000000'40.000000'34,"12.000000"-11.000000"-1 ,12.000000-12.000000-1,10.000000-12.000000-2,14.000000-5.000000-3,14.000000 0.000000-2,14.000000 0.000000-3,14.000000 0.000000-3,14.000000 0.000000-2,15.000000 0.000000 1,14.000000 0.000000-1,14.000000 0.000000 1,7.000000 0.000000-1,0.000000 0.000000-3,0.000000 0.000000-2,0.000000 0.000000-2,0.000000 0.000000-3,0.000000 0.000000-1,0.000000 0.000000-2,1.000000 0.000000-2,2.000000 0.000000 0,5.000000 0.000000 0,7.000000 0.000000 2,5.000000 0.000000 1,0.000000 0.000000-1,-6.000000 0.000000-3,-6.000000 0.000000-2,-5.000000 0.000000-3,-4.000000 2.000000-1,-3.000000 2.000000 1,-3.000000 3.000000 1,-3.000000 3.000000 1,3.000000 1.000000 0,9.000000 1.000000 2,8.000000-1.000000 0,8.000000 1.000000 0,2.000000-2.000000 1,-5.000000-3.000000 0,-7.000000-3.000000-1,-5.000000-3.000000 0,-7.000000 1.000000 0,-9.000000 2.000000 0,-8.000000 3.000000 1,-9.000000 3.000000 0,-2.000000 1.000000 0,2.000000 1.000000-1,3.000000-1.000000-1,3.000000 0.000000-1,2.000000 1.000000 0,-1.000000-1.000000 1,0.000000 1.000000 1,1.000000-1.000000 1,-7.000000 0.000000 0,-10.000000 1.000000 0,-12.000000-1.000000-1,-12.000000 0.000000 0,-8.000000-1.000000 0,-5.000000-3.000000 0,-6.000000-2.000000 0,-6.000000-4.000000 0,-3.000000-1.000000 1,0.000000 0.000000 0,0.000000 0.000000 1,0.000000 0.000000-1,2.000000 2.000000 0,2.000000 2.000000 0,4.000000 3.000000 0,2.000000 3.000000-1,1.000000 0.000000 0,1.000000-3.000000 0,0.000000-3.000000-2,-1.000000-2.000000 1,-1.000000-2.000000-1,-3.000000 0.000000 1,-2.000000 0.000000 0,-3.000000 0.000000 0,-5.000000 0.000000 1,-5.000000 0.000000 1,-6.000000 0.000000 0,-6.000000 0.000000 1,-3.000000 1.000000 1,1.000000 3.000000-1,-1.000000 3.000000 0,1.000000 3.000000 1,1.000000 0.000000-1,2.000000-3.000000 2,4.000000-2.000000 0,2.000000-4.000000 0,1.000000-1.000000 0,-4.000000 0.000000-1,-2.000000 0.000000-2,-3.000000 0.000000-1,1.000000 0.000000 0,6.000000 0.000000-1,6.000000 0.000000 2,5.000000 0.000000-1,6.000000 0.000000 1,6.000000 0.000000 0,5.000000 0.000000 0,6.000000 0.000000 0,5.000000-1.000000 0,2.000000-4.000000 0,3.000000-2.000000-1,3.000000-3.000000-1,1.000000 0.000000 1,0.000000 3.000000 1,1.000000 3.000000 0,-1.000000 3.000000 2,-1.000000 1.000000 0,-3.000000 0.000000 0,-3.000000 0.000000 0,-3.000000 0.000000 1,-2.000000-2.000000-1,-4.000000-2.000000 1,-2.000000-3.000000 0,-3.000000-3.000000-1,-1.000000-2.000000 1,-1.000000 1.000000-2,1.000000 0.000000 0,-1.000000-1.000000 0,11.000000-2.000000-1,19.000000-6.000000 0,21.000000-5.000000 0,19.000000-7.000000 0,4.000000 0.000000 0,-11.000000 2.000000-1,-11.000000 3.000000 0,-12.000000 3.000000-1,-8.000000 3.000000 0,-6.000000 2.000000 0,-5.000000 3.000000 0,-7.000000 4.000000 0,-3.000000-1.000000-1,-3.000000-3.000000-1,-4.000000-2.000000-1,-2.000000-4.000000-1,0.000000 3.000000 0,3.000000 4.000000 1,3.000000 7.000000 0,2.000000 5.000000 1,2.000000 3.000000 1,0.000000 0.000000-1,0.000000 0.000000 0,0.000000 0.000000 0,-3.000000 0.000000 1,-5.000000 0.000000 0,-7.000000 0.000000 2,-5.000000 0.000000 0,-4.000000 1.000000 0,-3.000000 4.000000 0,-3.000000 2.000000 0,-3.000000 3.000000 0,-4.000000 0.000000 0,-5.000000-3.000000 0,-7.000000-3.000000 0,-5.000000-3.000000 1,-4.000000-1.000000-1,-3.000000 0.000000 1,-3.000000 0.000000-1,-3.000000 0.000000 1,-1.000000 0.000000-1,-1.000000 0.000000 0,1.000000 0.000000 0,0.000000 0.000000-1,1.000000 0.000000 1,3.000000 0.000000 1,3.000000 0.000000 3,2.000000 0.000000 1,1.000000 0.000000 1,-3.000000 0.000000 1,-3.000000 0.000000 0,-3.000000 0.000000 1,0.000000 0.000000-1,3.000000 0.000000-2,3.000000 0.000000-3,3.000000 0.000000-2,-1.000000-1.000000-8,-2.000000-3.000000-13,-3.000000-3.000000-14,-3.000000-3.000000-13</inkml:trace>
</inkml:ink>
</file>

<file path=ppt/ink/ink1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10"/>
    </inkml:context>
    <inkml:brush xml:id="br0">
      <inkml:brushProperty name="width" value="0.0253405943512917" units="cm"/>
      <inkml:brushProperty name="height" value="0.0253405943512917" units="cm"/>
      <inkml:brushProperty name="color" value="#000000"/>
      <inkml:brushProperty name="ignorePressure" value="0"/>
    </inkml:brush>
  </inkml:definitions>
  <inkml:trace contextRef="#ctx0" brushRef="#br0">24866.000000 55980.000000 578,'-41.000000'-42.000000'-2,"8.000000"10.000000"3 ,9.000000 8.000000 4,9.000000 8.000000 4,3.000000 5.000000 3,1.000000-1.000000 5,-1.000000 1.000000 4,1.000000 0.000000 4,1.000000 9.000000 3,3.000000 21.000000 4,3.000000 19.000000 3,2.000000 20.000000 3,-6.000000 15.000000-2,-18.000000 8.000000-5,-16.000000 8.000000-8,-18.000000 9.000000-5,-12.000000 17.000000-5,-9.000000 26.000000-2,-9.000000 25.000000-1,-8.000000 26.000000-2,-4.000000 14.000000 0,-1.000000 3.000000 0,1.000000 2.000000 0,0.000000 4.000000 1,7.000000-11.000000-1,14.000000-22.000000-2,14.000000-23.000000-3,14.000000-22.000000-3,12.000000-19.000000 0,9.000000-15.000000-1,7.000000-13.000000-1,10.000000-15.000000 0,6.000000-12.000000-3,6.000000-12.000000-7,6.000000-11.000000-6,6.000000-12.000000-5,5.000000-10.000000-9,6.000000-8.000000-10,5.000000-8.000000-10,7.000000-9.000000-9,-1.000000-6.000000-1,-5.000000-3.000000 7,-7.000000-2.000000 8,-4.000000-3.000000 7</inkml:trace>
</inkml:ink>
</file>

<file path=ppt/ink/ink1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10"/>
    </inkml:context>
    <inkml:brush xml:id="br0">
      <inkml:brushProperty name="width" value="0.0188027545809746" units="cm"/>
      <inkml:brushProperty name="height" value="0.0188027545809746" units="cm"/>
      <inkml:brushProperty name="color" value="#000000"/>
      <inkml:brushProperty name="ignorePressure" value="0"/>
    </inkml:brush>
  </inkml:definitions>
  <inkml:trace contextRef="#ctx0" brushRef="#br0">23866.000000 58480.000000 780,'3.000000'60.000000'98,"5.000000"-18.000000"-28 ,7.000000-16.000000-30,5.000000-18.000000-29,4.000000-12.000000-15,3.000000-9.000000-5,3.000000-8.000000-2,2.000000-9.000000-4,-2.000000-4.000000 0,-9.000000 0.000000 0,-8.000000 0.000000 2,-9.000000 0.000000 2,-4.000000 0.000000-1,0.000000 0.000000-2,0.000000-1.000000-2,0.000000 1.000000-1</inkml:trace>
</inkml:ink>
</file>

<file path=ppt/ink/ink1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11"/>
    </inkml:context>
    <inkml:brush xml:id="br0">
      <inkml:brushProperty name="width" value="0.0266588889062405" units="cm"/>
      <inkml:brushProperty name="height" value="0.0266588889062405" units="cm"/>
      <inkml:brushProperty name="color" value="#000000"/>
      <inkml:brushProperty name="ignorePressure" value="0"/>
    </inkml:brush>
  </inkml:definitions>
  <inkml:trace contextRef="#ctx0" brushRef="#br0">25639.000000 55434.000000 550,'0.000000'-43.000000'38,"0.000000"7.000000"-9 ,0.000000 4.000000-9,0.000000 7.000000-9,1.000000 3.000000-5,4.000000 4.000000 1,2.000000 2.000000 0,3.000000 4.000000 2,1.000000 10.000000 2,0.000000 21.000000 5,1.000000 19.000000 5,-1.000000 20.000000 5,-1.000000 17.000000 2,-3.000000 15.000000-3,-2.000000 14.000000-2,-4.000000 14.000000-2,-2.000000 17.000000-3,-4.000000 19.000000-2,-2.000000 21.000000-1,-3.000000 20.000000-4,-4.000000 19.000000-2,-6.000000 21.000000-3,-5.000000 19.000000-3,-7.000000 20.000000-4,0.000000 5.000000-1,2.000000-12.000000 0,3.000000-12.000000 0,3.000000-10.000000 0,2.000000-15.000000 1,4.000000-17.000000 2,2.000000-17.000000 1,3.000000-17.000000 2,2.000000-16.000000 1,0.000000-13.000000 3,-1.000000-15.000000 2,1.000000-15.000000 2,0.000000-13.000000 1,-1.000000-15.000000-2,1.000000-14.000000-1,0.000000-14.000000-2,2.000000-17.000000-9,6.000000-20.000000-17,6.000000-20.000000-15,6.000000-20.000000-16,2.000000-11.000000-11,0.000000-3.000000-3,1.000000-3.000000-5,-1.000000-2.000000-3</inkml:trace>
</inkml:ink>
</file>

<file path=ppt/ink/ink1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0"/>
    </inkml:context>
    <inkml:brush xml:id="br0">
      <inkml:brushProperty name="width" value="0.0269861873239279" units="cm"/>
      <inkml:brushProperty name="height" value="0.0269861873239279" units="cm"/>
      <inkml:brushProperty name="color" value="#F2395B"/>
      <inkml:brushProperty name="ignorePressure" value="0"/>
    </inkml:brush>
  </inkml:definitions>
  <inkml:trace contextRef="#ctx0" brushRef="#br0">27340.000000 58079.000000 543,'-9.000000'-18.000000'-5,"3.000000"4.000000"5 ,2.000000 3.000000 6,2.000000 4.000000 6,1.000000 6.000000 9,-3.000000 7.000000 10,-2.000000 8.000000 10,-2.000000 8.000000 12,-4.000000 10.000000 1,-4.000000 16.000000-7,-3.000000 14.000000-7,-4.000000 16.000000-8,-5.000000 9.000000-5,-4.000000 6.000000-2,-6.000000 4.000000-4,-4.000000 6.000000-4,-2.000000-2.000000-2,5.000000-7.000000-5,3.000000-8.000000-3,5.000000-8.000000-4,4.000000-10.000000-7,6.000000-15.000000-10,7.000000-16.000000-9,5.000000-15.000000-9,6.000000-9.000000-8,4.000000-6.000000-4,3.000000-4.000000-6,5.000000-6.000000-4,0.000000-2.000000-1,2.000000-2.000000 3,-2.000000-1.000000 4,1.000000-1.000000 3</inkml:trace>
</inkml:ink>
</file>

<file path=ppt/ink/ink1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0"/>
    </inkml:context>
    <inkml:brush xml:id="br0">
      <inkml:brushProperty name="width" value="0.0274275634437799" units="cm"/>
      <inkml:brushProperty name="height" value="0.0274275634437799" units="cm"/>
      <inkml:brushProperty name="color" value="#F2395B"/>
      <inkml:brushProperty name="ignorePressure" value="0"/>
    </inkml:brush>
  </inkml:definitions>
  <inkml:trace contextRef="#ctx0" brushRef="#br0">27400.000000 57859.000000 534,'18.000000'44.000000'81,"-2.000000"5.000000"-13 ,-2.000000 7.000000-13,-3.000000 6.000000-13,1.000000 7.000000-7,4.000000 9.000000-2,3.000000 9.000000-4,5.000000 9.000000-2,0.000000 2.000000-3,-1.000000-1.000000-5,-1.000000-4.000000-5,-2.000000-2.000000-4,-1.000000-5.000000-3,-2.000000-9.000000 0,-4.000000-9.000000-1,-1.000000-8.000000-1,-3.000000-9.000000-1,-1.000000-5.000000-5,-1.000000-7.000000-2,-2.000000-5.000000-5,-4.000000-9.000000-9,-9.000000-8.000000-19,-9.000000-9.000000-17,-9.000000-8.000000-18,-6.000000-10.000000-5,-5.000000-8.000000 7,-6.000000-9.000000 9,-4.000000-8.000000 7,-3.000000-7.000000 8,2.000000-1.000000 11,1.000000-4.000000 9,1.000000-1.000000 10,3.000000 1.000000 6,2.000000 6.000000 2,2.000000 7.000000 2,3.000000 6.000000 3,4.000000 6.000000 5,8.000000 6.000000 10,8.000000 7.000000 12,7.000000 6.000000 9,6.000000 3.000000 6,1.000000 2.000000 2,4.000000 1.000000 1,1.000000 1.000000 1,6.000000 1.000000-1,7.000000 1.000000-4,8.000000-1.000000-5,8.000000 0.000000-5,6.000000-2.000000-5,6.000000-4.000000-6,7.000000-3.000000-6,6.000000-4.000000-7,0.000000-2.000000-3,-4.000000 0.000000 0,-6.000000-1.000000-1,-4.000000 2.000000 1,-5.000000-2.000000-12,-4.000000 1.000000-24,-3.000000 0.000000-24,-5.000000 0.000000-23</inkml:trace>
</inkml:ink>
</file>

<file path=ppt/ink/ink1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1"/>
    </inkml:context>
    <inkml:brush xml:id="br0">
      <inkml:brushProperty name="width" value="0.0257807560265064" units="cm"/>
      <inkml:brushProperty name="height" value="0.0257807560265064" units="cm"/>
      <inkml:brushProperty name="color" value="#F2395B"/>
      <inkml:brushProperty name="ignorePressure" value="0"/>
    </inkml:brush>
  </inkml:definitions>
  <inkml:trace contextRef="#ctx0" brushRef="#br0">28959.000000 58179.000000 568,'-11.000000'-18.000000'9,"-3.000000"2.000000"-3 ,-2.000000 2.000000-1,-2.000000 3.000000-2,-6.000000 1.000000 3,-7.000000 2.000000 8,-8.000000 1.000000 8,-8.000000 2.000000 8,-5.000000 4.000000 2,-5.000000 9.000000-3,-6.000000 9.000000-3,-5.000000 9.000000-4,2.000000 6.000000-4,7.000000 5.000000-3,8.000000 6.000000-5,8.000000 5.000000-3,7.000000 2.000000-4,9.000000 0.000000-1,9.000000 0.000000-3,8.000000 0.000000-1,10.000000-4.000000-1,10.000000-8.000000-1,10.000000-6.000000-1,10.000000-8.000000 0,9.000000-4.000000 0,5.000000-1.000000 0,7.000000 2.000000 1,5.000000-1.000000 0,3.000000 0.000000 1,-2.000000-1.000000 2,-4.000000 1.000000 1,-1.000000 1.000000 2,-6.000000-2.000000 2,-5.000000-1.000000 2,-7.000000-1.000000 1,-5.000000-1.000000 3,-8.000000 0.000000 0,-7.000000 2.000000 0,-8.000000 4.000000-1,-8.000000 2.000000 0,-8.000000 2.000000 2,-10.000000 5.000000 4,-10.000000 3.000000 4,-10.000000 4.000000 5,-6.000000 0.000000-1,-2.000000-5.000000-3,-4.000000-6.000000-3,-2.000000-4.000000-5,1.000000-8.000000-6,4.000000-8.000000-7,3.000000-9.000000-10,5.000000-9.000000-7,5.000000-5.000000-10,9.000000-5.000000-10,9.000000-3.000000-11,9.000000-4.000000-10,4.000000-2.000000-3,0.000000 2.000000 4,0.000000 1.000000 4,-1.000000 1.000000 5</inkml:trace>
</inkml:ink>
</file>

<file path=ppt/ink/ink1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1"/>
    </inkml:context>
    <inkml:brush xml:id="br0">
      <inkml:brushProperty name="width" value="0.031120652332902" units="cm"/>
      <inkml:brushProperty name="height" value="0.031120652332902" units="cm"/>
      <inkml:brushProperty name="color" value="#F2395B"/>
      <inkml:brushProperty name="ignorePressure" value="0"/>
    </inkml:brush>
  </inkml:definitions>
  <inkml:trace contextRef="#ctx0" brushRef="#br0">28719.000000 57500.000000 471,'0.000000'23.000000'32,"-2.000000"6.000000"3 ,-1.000000 7.000000 3,-2.000000 5.000000 3,0.000000 12.000000 2,1.000000 15.000000-2,-2.000000 14.000000-1,2.000000 15.000000-1,-1.000000 12.000000-2,0.000000 5.000000-4,0.000000 7.000000-3,-1.000000 6.000000-3,1.000000 2.000000-4,-2.000000 1.000000-4,-1.000000 1.000000-4,-1.000000-1.000000-3,-2.000000-2.000000-3,-1.000000-4.000000-2,-1.000000-3.000000-2,-1.000000-5.000000-2,0.000000-9.000000-4,3.000000-16.000000-3,2.000000-17.000000-4,3.000000-15.000000-3,2.000000-17.000000-16,5.000000-14.000000-26,3.000000-16.000000-26,4.000000-14.000000-27</inkml:trace>
</inkml:ink>
</file>

<file path=ppt/ink/ink1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2"/>
    </inkml:context>
    <inkml:brush xml:id="br0">
      <inkml:brushProperty name="width" value="0.0243268590420485" units="cm"/>
      <inkml:brushProperty name="height" value="0.0243268590420485" units="cm"/>
      <inkml:brushProperty name="color" value="#F2395B"/>
      <inkml:brushProperty name="ignorePressure" value="0"/>
    </inkml:brush>
  </inkml:definitions>
  <inkml:trace contextRef="#ctx0" brushRef="#br0">29700.000000 58220.000000 602,'20.000000'1.000000'80,"-1.000000"3.000000"-13 ,2.000000 2.000000-14,-1.000000 3.000000-12,0.000000 1.000000-10,2.000000-1.000000-5,1.000000 1.000000-7,1.000000 0.000000-5,0.000000 4.000000-5,-5.000000 5.000000-2,-3.000000 7.000000-3,-4.000000 6.000000-3,-6.000000 6.000000-4,-5.000000 8.000000-5,-7.000000 8.000000-5,-5.000000 8.000000-6,-8.000000 1.000000-2,-5.000000-2.000000 1,-7.000000-2.000000-1,-6.000000-3.000000 2,0.000000-6.000000 1,5.000000-9.000000 5,4.000000-11.000000 4,6.000000-10.000000 5,5.000000-7.000000 2,9.000000-4.000000 2,6.000000-3.000000 2,9.000000-5.000000 2,7.000000-2.000000 0,9.000000-2.000000 1,9.000000-4.000000-1,9.000000-2.000000-1,4.000000 0.000000-1,2.000000 1.000000-4,1.000000 1.000000-4,2.000000 1.000000-3,-3.000000 2.000000-1,-4.000000 1.000000 1,-6.000000 1.000000 1,-4.000000 2.000000 3,-6.000000 3.000000 3,-5.000000 9.000000 6,-4.000000 6.000000 6,-6.000000 8.000000 7,-7.000000 7.000000 5,-12.000000 5.000000 6,-11.000000 4.000000 7,-12.000000 6.000000 5,-4.000000 0.000000-2,-1.000000-1.000000-11,0.000000-4.000000-11,0.000000-1.000000-10,2.000000-7.000000-14,5.000000-11.000000-12,6.000000-8.000000-15,5.000000-11.000000-13,3.000000-7.000000-9,5.000000-1.000000-2,3.000000-4.000000-2,5.000000-2.000000-2</inkml:trace>
</inkml:ink>
</file>

<file path=ppt/ink/ink1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2"/>
    </inkml:context>
    <inkml:brush xml:id="br0">
      <inkml:brushProperty name="width" value="0.0264807250350714" units="cm"/>
      <inkml:brushProperty name="height" value="0.0264807250350714" units="cm"/>
      <inkml:brushProperty name="color" value="#F2395B"/>
      <inkml:brushProperty name="ignorePressure" value="0"/>
    </inkml:brush>
  </inkml:definitions>
  <inkml:trace contextRef="#ctx0" brushRef="#br0">31000.000000 58120.000000 553,'-37.000000'21.000000'128,"8.000000"2.000000"-28 ,8.000000 4.000000-27,8.000000 2.000000-27,3.000000 4.000000-17,2.000000 6.000000-6,1.000000 7.000000-7,1.000000 6.000000-6,3.000000 3.000000-3,1.000000 2.000000-3,4.000000 1.000000 0,1.000000 2.000000-2,5.000000-2.000000-2,4.000000-2.000000 0,6.000000-2.000000-2,5.000000-2.000000 0,2.000000-4.000000-3,0.000000-1.000000-1,0.000000-4.000000-3,0.000000-1.000000-1,-1.000000-5.000000 0,-1.000000-4.000000 3,-1.000000-6.000000 4,-2.000000-4.000000 3,-1.000000-3.000000 3,-5.000000-1.000000 1,-3.000000 2.000000 2,-5.000000-1.000000 2,-5.000000-1.000000 0,-9.000000-1.000000 1,-9.000000-1.000000-2,-9.000000-1.000000 1,-6.000000-3.000000-3,-5.000000-1.000000-4,-6.000000-4.000000-6,-5.000000-2.000000-4,0.000000-2.000000-9,4.000000-5.000000-12,3.000000-3.000000-13,5.000000-4.000000-12,3.000000-3.000000-6,5.000000-1.000000 1,6.000000-1.000000 0,5.000000-1.000000 0</inkml:trace>
</inkml:ink>
</file>

<file path=ppt/ink/ink1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2"/>
    </inkml:context>
    <inkml:brush xml:id="br0">
      <inkml:brushProperty name="width" value="0.0196819622069597" units="cm"/>
      <inkml:brushProperty name="height" value="0.0196819622069597" units="cm"/>
      <inkml:brushProperty name="color" value="#F2395B"/>
      <inkml:brushProperty name="ignorePressure" value="0"/>
    </inkml:brush>
  </inkml:definitions>
  <inkml:trace contextRef="#ctx0" brushRef="#br0">30780.000000 58479.000000 745,'84.000000'-44.000000'28,"-11.000000"11.000000"10 ,-11.000000 11.000000 7,-11.000000 12.000000 10,-4.000000 5.000000-6,6.000000-1.000000-19,4.000000 1.000000-20,5.000000 1.000000-20,-3.000000 0.000000-17,-12.000000 3.000000-14,-14.000000 2.000000-14,-11.000000 3.000000-16</inkml:trace>
</inkml:ink>
</file>

<file path=ppt/ink/ink1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3"/>
    </inkml:context>
    <inkml:brush xml:id="br0">
      <inkml:brushProperty name="width" value="0.0211998708546162" units="cm"/>
      <inkml:brushProperty name="height" value="0.0211998708546162" units="cm"/>
      <inkml:brushProperty name="color" value="#F2395B"/>
      <inkml:brushProperty name="ignorePressure" value="0"/>
    </inkml:brush>
  </inkml:definitions>
  <inkml:trace contextRef="#ctx0" brushRef="#br0">31619.000000 59179.000000 691,'-8.000000'10.000000'105,"2.000000"1.000000"-23 ,2.000000-2.000000-22,3.000000 2.000000-23,2.000000-2.000000-19,3.000000 2.000000-11,2.000000-1.000000-14,2.000000-1.000000-13,2.000000 1.000000-13,-2.000000-2.000000-13,-1.000000-1.000000-14,-1.000000-1.000000-12</inkml:trace>
</inkml:ink>
</file>

<file path=ppt/ink/ink2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3"/>
    </inkml:context>
    <inkml:brush xml:id="br0">
      <inkml:brushProperty name="width" value="0.0277837794274092" units="cm"/>
      <inkml:brushProperty name="height" value="0.0277837794274092" units="cm"/>
      <inkml:brushProperty name="color" value="#F2395B"/>
      <inkml:brushProperty name="ignorePressure" value="0"/>
    </inkml:brush>
  </inkml:definitions>
  <inkml:trace contextRef="#ctx0" brushRef="#br0">33040.000000 58479.000000 527,'-55.000000'-92.000000'3,"9.000000"14.000000"7 ,12.000000 16.000000 5,9.000000 15.000000 7,3.000000 10.000000 7,-1.000000 6.000000 7,-4.000000 7.000000 8,-1.000000 6.000000 7,-3.000000 6.000000 1,2.000000 6.000000-9,-2.000000 7.000000-7,1.000000 5.000000-8,0.000000 9.000000-5,1.000000 11.000000-3,-2.000000 8.000000-2,2.000000 12.000000-1,1.000000 5.000000-6,6.000000 2.000000-6,4.000000 4.000000-8,5.000000 2.000000-6,5.000000-3.000000-7,4.000000-5.000000-8,3.000000-7.000000-6,5.000000-6.000000-8,4.000000-8.000000-3,9.000000-10.000000 1,6.000000-9.000000 0,9.000000-11.000000 2,4.000000-9.000000 1,5.000000-8.000000 5,3.000000-6.000000 3,5.000000-8.000000 3,-1.000000-3.000000 4,-2.000000 3.000000 2,-2.000000 2.000000 5,-2.000000 3.000000 2,-5.000000 3.000000 3,-4.000000 6.000000 4,-6.000000 4.000000 2,-4.000000 5.000000 3,-7.000000 9.000000 8,-7.000000 11.000000 12,-8.000000 11.000000 15,-8.000000 11.000000 12,-6.000000 12.000000 6,-6.000000 11.000000-2,-7.000000 11.000000-1,-5.000000 11.000000-1,-4.000000 8.000000-4,-1.000000 2.000000-5,2.000000 2.000000-4,-1.000000 3.000000-5,1.000000 1.000000-6,5.000000-1.000000-8,3.000000 2.000000-7,5.000000-1.000000-7,3.000000-8.000000-11,6.000000-15.000000-13,4.000000-14.000000-13,6.000000-16.000000-13</inkml:trace>
</inkml:ink>
</file>

<file path=ppt/ink/ink2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3"/>
    </inkml:context>
    <inkml:brush xml:id="br0">
      <inkml:brushProperty name="width" value="0.0252024102956057" units="cm"/>
      <inkml:brushProperty name="height" value="0.0252024102956057" units="cm"/>
      <inkml:brushProperty name="color" value="#F2395B"/>
      <inkml:brushProperty name="ignorePressure" value="0"/>
    </inkml:brush>
  </inkml:definitions>
  <inkml:trace contextRef="#ctx0" brushRef="#br0">34019.000000 58500.000000 581,'18.000000'-47.000000'13,"-5.000000"6.000000"4 ,-6.000000 7.000000 6,-5.000000 6.000000 5,-5.000000 3.000000 5,-9.000000 2.000000 3,-6.000000 1.000000 3,-8.000000 1.000000 3,-7.000000 4.000000-1,-5.000000 4.000000-7,-4.000000 6.000000-8,-5.000000 5.000000-6,-3.000000 5.000000-6,2.000000 9.000000-4,1.000000 6.000000-3,2.000000 8.000000-3,4.000000 8.000000-1,9.000000 8.000000 2,9.000000 6.000000 2,9.000000 8.000000 3,6.000000 3.000000-3,5.000000-2.000000-8,6.000000-4.000000-7,5.000000-2.000000-8,4.000000-2.000000 0,5.000000-5.000000 4,6.000000-3.000000 4,4.000000-4.000000 6,4.000000-4.000000 1,1.000000-1.000000 0,1.000000-4.000000-1,2.000000-1.000000 0,-4.000000-2.000000-1,-7.000000 2.000000-3,-8.000000 1.000000-1,-7.000000 1.000000-3,-10.000000 3.000000-3,-11.000000 2.000000-3,-11.000000 2.000000-5,-12.000000 3.000000-3,-5.000000-2.000000-1,-2.000000-4.000000 1,-1.000000-6.000000 3,-1.000000-4.000000 1,2.000000-10.000000 5,8.000000-14.000000 6,8.000000-13.000000 6,7.000000-15.000000 8,10.000000-12.000000 2,11.000000-12.000000 1,11.000000-14.000000 1,12.000000-11.000000 0,11.000000-7.000000-3,13.000000 2.000000-7,12.000000 1.000000-6,12.000000 2.000000-7,2.000000 6.000000-7,-12.000000 12.000000-10,-11.000000 14.000000-8,-11.000000 12.000000-9</inkml:trace>
</inkml:ink>
</file>

<file path=ppt/ink/ink2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27"/>
    </inkml:context>
    <inkml:brush xml:id="br0">
      <inkml:brushProperty name="width" value="0.0285540856420994" units="cm"/>
      <inkml:brushProperty name="height" value="0.0285540856420994" units="cm"/>
      <inkml:brushProperty name="color" value="#F2395B"/>
      <inkml:brushProperty name="ignorePressure" value="0"/>
    </inkml:brush>
  </inkml:definitions>
  <inkml:trace contextRef="#ctx0" brushRef="#br0">28140.000000 57020.000000 513,'-28.000000'0.000000'4,"6.000000"0.000000"8 ,4.000000 0.000000 7,5.000000 0.000000 8,7.000000 0.000000 5,8.000000 0.000000 0,6.000000 0.000000 0,9.000000 0.000000 2,3.000000 0.000000-3,2.000000 0.000000-2,1.000000 0.000000-5,1.000000 0.000000-3,2.000000-1.000000-2,1.000000-1.000000-2,1.000000-1.000000-1,2.000000-2.000000-1,0.000000 1.000000-1,2.000000-1.000000-1,1.000000 0.000000 1,1.000000 0.000000-1,3.000000-1.000000-1,4.000000-1.000000 0,3.000000-1.000000-1,5.000000-2.000000 0,3.000000 0.000000-3,6.000000-2.000000-2,4.000000-1.000000-3,5.000000-2.000000-4,6.000000 0.000000 0,4.000000-2.000000-1,6.000000-1.000000 0,5.000000-1.000000 0,0.000000-2.000000 1,-4.000000-1.000000-1,-3.000000-1.000000 1,-5.000000-1.000000 0,-1.000000-1.000000 0,-2.000000 2.000000-2,-1.000000 1.000000-1,-2.000000 1.000000-2,0.000000 2.000000 1,1.000000 1.000000 0,-2.000000 1.000000 0,2.000000 2.000000 1,-4.000000 0.000000 1,-5.000000 2.000000-1,-4.000000 1.000000 1,-5.000000 2.000000-1,-3.000000-1.000000 0,0.000000-1.000000 3,0.000000-1.000000 0,0.000000-1.000000 2,3.000000-1.000000 1,6.000000 2.000000 1,7.000000 1.000000 0,6.000000 2.000000 2,1.000000-1.000000 0,-1.000000-1.000000 0,-4.000000-1.000000 0,-2.000000-1.000000-1,-2.000000-1.000000 0,-5.000000-1.000000 0,-3.000000 1.000000 0,-4.000000 0.000000-1,-1.000000 1.000000 0,3.000000 1.000000-1,2.000000 1.000000 0,2.000000 1.000000 0,4.000000 2.000000-1,2.000000-2.000000-2,2.000000 2.000000 0,2.000000-1.000000-3,1.000000 0.000000 1,-5.000000 0.000000 2,-3.000000-1.000000 0,-5.000000 2.000000 2,-2.000000-2.000000 1,-5.000000 1.000000-2,-3.000000 0.000000 1,-5.000000 0.000000-1,0.000000 1.000000-1,1.000000-1.000000 0,1.000000 0.000000 0,2.000000 0.000000-1,3.000000 0.000000 1,6.000000 2.000000-1,7.000000 1.000000 1,5.000000 2.000000 0,2.000000-1.000000 0,-5.000000-1.000000 1,-6.000000-1.000000-1,-4.000000-2.000000 1,-4.000000 1.000000-1,-1.000000-1.000000 1,-1.000000 0.000000-1,-1.000000 0.000000 1,-1.000000 0.000000-1,0.000000 0.000000 0,0.000000-1.000000-1,-1.000000 1.000000 0,3.000000 0.000000 0,4.000000-2.000000 2,3.000000-1.000000 2,5.000000-2.000000 2,-1.000000 1.000000 0,-2.000000 1.000000 1,-2.000000 1.000000 0,-2.000000 1.000000 0,-4.000000 2.000000-2,-4.000000 1.000000-1,-3.000000 1.000000-1,-5.000000 2.000000-3,-2.000000 0.000000 0,-3.000000 0.000000 2,-2.000000-1.000000 2,-2.000000 1.000000 2,-4.000000 1.000000 0,-4.000000 1.000000-1,-3.000000 1.000000-1,-5.000000 2.000000-1</inkml:trace>
</inkml:ink>
</file>

<file path=ppt/ink/ink2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1"/>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38959.000000 54800.000000 999,'-9.000000'16.000000'-1,"1.000000"-5.000000"-5 ,1.000000-7.000000-3,2.000000-6.000000-3,1.000000-3.000000-5,3.000000-2.000000-6,2.000000-1.000000-6,3.000000-1.000000-5</inkml:trace>
</inkml:ink>
</file>

<file path=ppt/ink/ink2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2"/>
    </inkml:context>
    <inkml:brush xml:id="br0">
      <inkml:brushProperty name="width" value="0.0270600579679012" units="cm"/>
      <inkml:brushProperty name="height" value="0.0270600579679012" units="cm"/>
      <inkml:brushProperty name="color" value="#000000"/>
      <inkml:brushProperty name="ignorePressure" value="0"/>
    </inkml:brush>
  </inkml:definitions>
  <inkml:trace contextRef="#ctx0" brushRef="#br0">29159.000000 56379.000000 542,'0.000000'-18.000000'11,"0.000000"2.000000"10 ,0.000000 2.000000 11,0.000000 3.000000 9,-1.000000 8.000000 5,-5.000000 15.000000 0,-3.000000 16.000000 0,-4.000000 15.000000 0,-5.000000 11.000000-4,-5.000000 12.000000-7,-4.000000 8.000000-7,-5.000000 11.000000-7,-4.000000 6.000000-5,-1.000000 1.000000-4,-1.000000 1.000000-3,-1.000000 2.000000-3,2.000000-7.000000-7,8.000000-14.000000-9,8.000000-13.000000-9,8.000000-14.000000-9,4.000000-14.000000-8,5.000000-11.000000-8,3.000000-14.000000-7,4.000000-12.000000-9,3.000000-5.000000 3,-2.000000-2.000000 9,2.000000 2.000000 10,-1.000000-1.000000 11,0.000000 0.000000 5,0.000000 0.000000-2,0.000000-1.000000 0,-1.000000 2.000000-1</inkml:trace>
</inkml:ink>
</file>

<file path=ppt/ink/ink2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3"/>
    </inkml:context>
    <inkml:brush xml:id="br0">
      <inkml:brushProperty name="width" value="0.0259902868419886" units="cm"/>
      <inkml:brushProperty name="height" value="0.0259902868419886" units="cm"/>
      <inkml:brushProperty name="color" value="#000000"/>
      <inkml:brushProperty name="ignorePressure" value="0"/>
    </inkml:brush>
  </inkml:definitions>
  <inkml:trace contextRef="#ctx0" brushRef="#br0">29140.000000 56379.000000 564,'-8.000000'-7.000000'27,"5.000000"5.000000"7 ,6.000000 4.000000 5,5.000000 5.000000 6,2.000000 6.000000 0,0.000000 4.000000-7,-1.000000 6.000000-5,2.000000 4.000000-6,1.000000 12.000000-3,5.000000 15.000000-2,6.000000 17.000000 0,4.000000 15.000000-2,2.000000 8.000000-2,-2.000000-2.000000-4,-4.000000-4.000000-3,-2.000000-1.000000-4,-2.000000-6.000000-2,-5.000000-5.000000-2,-3.000000-7.000000-2,-5.000000-6.000000-1,-1.000000-7.000000-1,-2.000000-9.000000-2,-1.000000-9.000000-1,-2.000000-9.000000-1,-4.000000-8.000000-8,-9.000000-12.000000-11,-9.000000-9.000000-14,-8.000000-9.000000-11,-5.000000-10.000000-5,0.000000-5.000000 5,-1.000000-7.000000 6,1.000000-5.000000 5,1.000000-3.000000 5,-2.000000 3.000000 5,2.000000 2.000000 6,-2.000000 3.000000 4,4.000000 1.000000 6,5.000000 2.000000 5,4.000000 1.000000 4,5.000000 2.000000 6,5.000000 1.000000 4,4.000000 5.000000 3,3.000000 3.000000 5,5.000000 5.000000 3,4.000000 1.000000 3,9.000000 0.000000 0,6.000000-1.000000 0,9.000000 1.000000 0,2.000000 1.000000-4,2.000000 1.000000-8,-2.000000 1.000000-9,1.000000 2.000000-9,-2.000000 0.000000-8,-6.000000 0.000000-10,-4.000000-1.000000-10,-5.000000 1.000000-10</inkml:trace>
</inkml:ink>
</file>

<file path=ppt/ink/ink2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3"/>
    </inkml:context>
    <inkml:brush xml:id="br0">
      <inkml:brushProperty name="width" value="0.0234549529850483" units="cm"/>
      <inkml:brushProperty name="height" value="0.0234549529850483" units="cm"/>
      <inkml:brushProperty name="color" value="#000000"/>
      <inkml:brushProperty name="ignorePressure" value="0"/>
    </inkml:brush>
  </inkml:definitions>
  <inkml:trace contextRef="#ctx0" brushRef="#br0">30280.000000 56320.000000 625,'-19.000000'-19.000000'17,"2.000000"2.000000"6 ,4.000000 4.000000 6,1.000000 1.000000 5,3.000000 3.000000 2,-1.000000 1.000000-3,0.000000 1.000000-2,0.000000 1.000000-3,-3.000000 2.000000-4,-4.000000 1.000000-4,-6.000000 1.000000-6,-4.000000 2.000000-5,-5.000000 4.000000-3,-4.000000 9.000000 0,-3.000000 9.000000 0,-4.000000 9.000000-1,-1.000000 6.000000 0,5.000000 6.000000-3,3.000000 4.000000-2,5.000000 6.000000-1,4.000000 3.000000-3,6.000000 2.000000-1,7.000000 4.000000-1,6.000000 1.000000-2,7.000000-1.000000-1,12.000000-6.000000 1,8.000000-7.000000-1,12.000000-5.000000 0,5.000000-7.000000 2,3.000000-4.000000 0,2.000000-6.000000 3,3.000000-4.000000 1,-1.000000-4.000000 2,-4.000000-1.000000 1,-3.000000-1.000000 3,-4.000000-2.000000 1,-4.000000 1.000000 2,-1.000000-1.000000 2,-4.000000 0.000000 0,-1.000000 0.000000 2,-6.000000 0.000000 2,-5.000000 2.000000 0,-7.000000 1.000000 2,-5.000000 2.000000 1,-7.000000-1.000000-2,-4.000000-1.000000-2,-6.000000-1.000000-4,-5.000000-2.000000-3,-3.000000-1.000000-5,-5.000000-3.000000-10,-3.000000-2.000000-9,-4.000000-2.000000-9,-1.000000-7.000000-5,3.000000-8.000000-2,2.000000-9.000000-1,3.000000-8.000000-2,3.000000-3.000000-1,6.000000 6.000000-3,4.000000 4.000000-2,5.000000 6.000000-2</inkml:trace>
</inkml:ink>
</file>

<file path=ppt/ink/ink2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3"/>
    </inkml:context>
    <inkml:brush xml:id="br0">
      <inkml:brushProperty name="width" value="0.0246402490884066" units="cm"/>
      <inkml:brushProperty name="height" value="0.0246402490884066" units="cm"/>
      <inkml:brushProperty name="color" value="#000000"/>
      <inkml:brushProperty name="ignorePressure" value="0"/>
    </inkml:brush>
  </inkml:definitions>
  <inkml:trace contextRef="#ctx0" brushRef="#br0">29959.000000 55920.000000 595,'1.000000'50.000000'66,"1.000000"0.000000"-10 ,1.000000 0.000000-11,1.000000 0.000000-9,2.000000 5.000000-6,1.000000 12.000000-1,1.000000 11.000000-2,2.000000 11.000000-1,-1.000000 11.000000-1,-1.000000 8.000000-3,-1.000000 9.000000-3,-1.000000 8.000000-3,-1.000000 4.000000-8,0.000000-5.000000-16,-1.000000-3.000000-14,2.000000-4.000000-16,-2.000000-14.000000-5,2.000000-22.000000 6,-2.000000-22.000000 4,1.000000-23.000000 5,1.000000-11.000000-2,-2.000000-2.000000-8,2.000000-1.000000-7,-1.000000-1.000000-9</inkml:trace>
</inkml:ink>
</file>

<file path=ppt/ink/ink2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7"/>
    </inkml:context>
    <inkml:brush xml:id="br0">
      <inkml:brushProperty name="width" value="0.0237547345459461" units="cm"/>
      <inkml:brushProperty name="height" value="0.0237547345459461" units="cm"/>
      <inkml:brushProperty name="color" value="#000000"/>
      <inkml:brushProperty name="ignorePressure" value="0"/>
    </inkml:brush>
  </inkml:definitions>
  <inkml:trace contextRef="#ctx0" brushRef="#br0">31180.000000 56359.000000 617,'9.000000'-11.000000'29,"-1.000000"-5.000000"9 ,-1.000000-3.000000 11,-2.000000-4.000000 10,0.000000-2.000000-1,-2.000000 0.000000-13,-1.000000 0.000000-13,-2.000000 0.000000-12,-1.000000 0.000000-7,-3.000000 0.000000-2,-2.000000 0.000000 0,-2.000000 0.000000-2,-4.000000 1.000000-3,-4.000000 3.000000-4,-3.000000 2.000000-4,-4.000000 2.000000-4,-3.000000 5.000000-2,-1.000000 5.000000-1,-1.000000 4.000000 1,-2.000000 6.000000-1,2.000000 6.000000 2,1.000000 9.000000 1,4.000000 9.000000 3,1.000000 8.000000 2,4.000000 6.000000 1,4.000000-2.000000 2,3.000000 2.000000 1,4.000000-1.000000 1,5.000000-1.000000 1,4.000000-1.000000-1,6.000000-1.000000-1,5.000000-1.000000 0,3.000000-3.000000-1,3.000000-2.000000 1,2.000000-2.000000 0,2.000000-3.000000 0,1.000000-1.000000 0,-3.000000 0.000000-1,-2.000000 0.000000 0,-2.000000 0.000000-1,-4.000000 1.000000-1,-1.000000 1.000000-1,-4.000000 1.000000-1,-1.000000 2.000000-1,-4.000000 0.000000-2,-4.000000 0.000000-4,-3.000000-1.000000-2,-4.000000 2.000000-3,-4.000000-4.000000-1,-4.000000-4.000000 1,-3.000000-6.000000 1,-5.000000-4.000000 0,-1.000000-7.000000 2,-2.000000-5.000000 2,-1.000000-7.000000 1,-1.000000-6.000000 1,1.000000-6.000000 3,6.000000-6.000000 5,4.000000-7.000000 3,5.000000-5.000000 4,5.000000-4.000000 2,4.000000 0.000000 3,3.000000 0.000000 2,4.000000 0.000000 2,6.000000 1.000000-1,5.000000 3.000000-5,7.000000 2.000000-6,6.000000 3.000000-4,3.000000 1.000000-6,2.000000 2.000000-5,1.000000 1.000000-7,1.000000 2.000000-5,-2.000000 2.000000-1,-6.000000 6.000000 5,-7.000000 4.000000 4,-5.000000 5.000000 5,-4.000000 3.000000-6,2.000000-2.000000-15,1.000000-1.000000-16,2.000000-1.000000-15</inkml:trace>
</inkml:ink>
</file>

<file path=ppt/ink/ink2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7"/>
    </inkml:context>
    <inkml:brush xml:id="br0">
      <inkml:brushProperty name="width" value="0.0257000010460615" units="cm"/>
      <inkml:brushProperty name="height" value="0.0257000010460615" units="cm"/>
      <inkml:brushProperty name="color" value="#000000"/>
      <inkml:brushProperty name="ignorePressure" value="0"/>
    </inkml:brush>
  </inkml:definitions>
  <inkml:trace contextRef="#ctx0" brushRef="#br0">31819.000000 56300.000000 570,'1.000000'-39.000000'48,"1.000000"3.000000"-6 ,1.000000 2.000000-5,2.000000 2.000000-7,0.000000 1.000000-5,0.000000-2.000000-5,-1.000000-4.000000-5,2.000000-1.000000-5,-3.000000-2.000000-3,-4.000000 2.000000-2,-3.000000 1.000000-1,-4.000000 2.000000-2,-5.000000 2.000000-2,-5.000000 5.000000-2,-4.000000 6.000000-1,-6.000000 5.000000-2,-3.000000 7.000000-1,-5.000000 9.000000 0,-3.000000 12.000000-1,-5.000000 9.000000 1,1.000000 8.000000 0,2.000000 6.000000 2,2.000000 7.000000 2,3.000000 6.000000 2,4.000000 1.000000 0,8.000000-1.000000 2,8.000000-4.000000 0,7.000000-1.000000 1,8.000000-5.000000-1,8.000000-4.000000-3,6.000000-6.000000-2,8.000000-4.000000-2,6.000000-5.000000-3,1.000000-4.000000-2,4.000000-3.000000-2,2.000000-4.000000-1,0.000000-4.000000-2,-1.000000-1.000000 1,-1.000000-4.000000-1,-2.000000-1.000000 1,-1.000000-3.000000 0,-2.000000-1.000000 2,-4.000000-1.000000 1,-2.000000-2.000000 2,-2.000000 2.000000 3,-3.000000 2.000000 6,-2.000000 2.000000 5,-3.000000 3.000000 6,-2.000000 2.000000 3,-3.000000 5.000000 3,-2.000000 3.000000 2,-2.000000 5.000000 1,-4.000000 4.000000 3,-1.000000 6.000000 2,-4.000000 7.000000 2,-2.000000 5.000000 1,-2.000000 8.000000 2,-2.000000 8.000000-2,-4.000000 6.000000-1,-2.000000 9.000000-1,0.000000 3.000000-3,1.000000 0.000000-3,1.000000-1.000000-4,2.000000 1.000000-3,-1.000000 1.000000-4,-1.000000 1.000000-5,-1.000000 1.000000-6,-2.000000 2.000000-4,4.000000-11.000000-15,7.000000-21.000000-25,8.000000-21.000000-25,8.000000-21.000000-25</inkml:trace>
</inkml:ink>
</file>

<file path=ppt/ink/ink2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7"/>
    </inkml:context>
    <inkml:brush xml:id="br0">
      <inkml:brushProperty name="width" value="0.0150144631043077" units="cm"/>
      <inkml:brushProperty name="height" value="0.0150144631043077" units="cm"/>
      <inkml:brushProperty name="color" value="#000000"/>
      <inkml:brushProperty name="ignorePressure" value="0"/>
    </inkml:brush>
  </inkml:definitions>
  <inkml:trace contextRef="#ctx0" brushRef="#br0">32019.000000 56879.000000 976,'0.000000'19.000000'24,"-2.000000"-5.000000"-26 ,-1.000000-3.000000-23,-2.000000-5.000000-24</inkml:trace>
</inkml:ink>
</file>

<file path=ppt/ink/ink2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8"/>
    </inkml:context>
    <inkml:brush xml:id="br0">
      <inkml:brushProperty name="width" value="0.0258338712155819" units="cm"/>
      <inkml:brushProperty name="height" value="0.0258338712155819" units="cm"/>
      <inkml:brushProperty name="color" value="#000000"/>
      <inkml:brushProperty name="ignorePressure" value="0"/>
    </inkml:brush>
  </inkml:definitions>
  <inkml:trace contextRef="#ctx0" brushRef="#br0">32880.000000 56159.000000 567,'0.000000'-47.000000'-3,"0.000000"4.000000"5 ,0.000000 6.000000 4,0.000000 5.000000 5,-1.000000 0.000000 2,-1.000000-2.000000 1,-1.000000-2.000000 1,-2.000000-3.000000 0,-1.000000 1.000000 0,-5.000000 1.000000-4,-3.000000 4.000000-2,-5.000000 2.000000-4,-2.000000 4.000000 0,-2.000000 9.000000 0,-4.000000 6.000000 0,-2.000000 8.000000 0,-2.000000 9.000000 1,-2.000000 8.000000-1,-4.000000 9.000000 0,-1.000000 8.000000-1,-2.000000 9.000000 1,2.000000 8.000000-1,1.000000 6.000000-1,2.000000 8.000000 0,3.000000 1.000000 2,9.000000-6.000000 4,6.000000-7.000000 5,9.000000-5.000000 5,5.000000-8.000000 0,6.000000-7.000000-4,4.000000-8.000000-3,5.000000-7.000000-4,7.000000-6.000000-4,8.000000-4.000000-7,6.000000-3.000000-6,9.000000-4.000000-7,1.000000-6.000000-5,-4.000000-5.000000-2,-3.000000-7.000000-4,-4.000000-6.000000-3,-3.000000-2.000000-1,-1.000000 1.000000 1,-1.000000 1.000000 2,-1.000000 2.000000 1,-3.000000 1.000000 3,-4.000000 3.000000 7,-3.000000 2.000000 7,-5.000000 3.000000 7,-2.000000 3.000000 4,-3.000000 6.000000 3,-2.000000 4.000000 2,-2.000000 6.000000 4,-4.000000 5.000000 7,-1.000000 9.000000 11,-4.000000 6.000000 11,-2.000000 9.000000 11,-1.000000 4.000000 4,-2.000000 5.000000-6,-1.000000 3.000000-3,-2.000000 5.000000-5,1.000000 1.000000-5,1.000000 2.000000-7,1.000000 1.000000-7,1.000000 1.000000-6,2.000000 2.000000-5,-1.000000 1.000000-4,0.000000 1.000000-5,0.000000 1.000000-3,0.000000 0.000000-9,2.000000-5.000000-14,1.000000-3.000000-13,2.000000-4.000000-14</inkml:trace>
</inkml:ink>
</file>

<file path=ppt/ink/ink2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8"/>
    </inkml:context>
    <inkml:brush xml:id="br0">
      <inkml:brushProperty name="width" value="0.0257969573140144" units="cm"/>
      <inkml:brushProperty name="height" value="0.0257969573140144" units="cm"/>
      <inkml:brushProperty name="color" value="#000000"/>
      <inkml:brushProperty name="ignorePressure" value="0"/>
    </inkml:brush>
  </inkml:definitions>
  <inkml:trace contextRef="#ctx0" brushRef="#br0">33340.000000 55779.000000 568,'-37.000000'1.000000'40,"9.000000"1.000000"4 ,6.000000 1.000000 1,9.000000 2.000000 4,3.000000 2.000000-2,-1.000000 5.000000-7,1.000000 6.000000-5,1.000000 5.000000-7,0.000000 4.000000-6,3.000000 5.000000-5,2.000000 6.000000-5,3.000000 5.000000-7,1.000000 2.000000-2,2.000000-1.000000-1,1.000000 2.000000-2,2.000000-1.000000 0,1.000000-1.000000 0,5.000000-1.000000 1,3.000000-1.000000 0,5.000000-1.000000 2,1.000000-3.000000 1,2.000000-4.000000 0,1.000000-3.000000 0,2.000000-4.000000 1,0.000000-4.000000 0,0.000000-1.000000 0,0.000000-4.000000-2,0.000000-1.000000 0,-3.000000-3.000000 0,-4.000000-1.000000-2,-6.000000-1.000000-1,-4.000000-1.000000 0,-5.000000-1.000000-1,-2.000000 0.000000-1,-2.000000 0.000000-1,-2.000000 0.000000-1,-7.000000 0.000000-4,-11.000000 2.000000-6,-8.000000 1.000000-6,-11.000000 2.000000-7,-7.000000-2.000000-5,-4.000000-4.000000-3,-3.000000-3.000000-4,-4.000000-4.000000-3,3.000000-4.000000-2,10.000000-1.000000-2,9.000000-4.000000-3,11.000000-1.000000-1</inkml:trace>
</inkml:ink>
</file>

<file path=ppt/ink/ink2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1:3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33140.000000 55900.000000 999,'103.000000'-38.000000'0,"-11.000000"5.000000"0 ,-14.000000 6.000000 0,-11.000000 4.000000 0,-11.000000 5.000000 0,-8.000000 4.000000 0,-6.000000 3.000000 0,-9.000000 4.000000 0,-4.000000 2.000000-6,-2.000000-2.000000-12,-4.000000-1.000000-12,-2.000000-1.000000-12</inkml:trace>
</inkml:ink>
</file>

<file path=ppt/ink/ink2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01"/>
    </inkml:context>
    <inkml:brush xml:id="br0">
      <inkml:brushProperty name="width" value="0.0166524834930897" units="cm"/>
      <inkml:brushProperty name="height" value="0.0166524834930897" units="cm"/>
      <inkml:brushProperty name="color" value="#000000"/>
      <inkml:brushProperty name="ignorePressure" value="0"/>
    </inkml:brush>
  </inkml:definitions>
  <inkml:trace contextRef="#ctx0" brushRef="#br0">47851.000000 32034.000000 880,'-50.000000'48.000000'74,"10.000000"-11.000000"-34 ,9.000000-11.000000-34,8.000000-11.000000-35,11.000000-8.000000-14,11.000000-1.000000 5,11.000000-3.000000 5,11.000000-1.000000 5,4.000000-4.000000 4,-5.000000-1.000000 4,-4.000000-3.000000 5,-5.000000-1.000000 3,-1.000000-2.000000 2,2.000000 0.000000-1,3.000000 0.000000-2,2.000000 0.000000-1</inkml:trace>
</inkml:ink>
</file>

<file path=ppt/ink/ink2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1"/>
    </inkml:context>
    <inkml:brush xml:id="br0">
      <inkml:brushProperty name="width" value="0.0316118709743023" units="cm"/>
      <inkml:brushProperty name="height" value="0.0316118709743023" units="cm"/>
      <inkml:brushProperty name="color" value="#000000"/>
      <inkml:brushProperty name="ignorePressure" value="0"/>
    </inkml:brush>
  </inkml:definitions>
  <inkml:trace contextRef="#ctx0" brushRef="#br0">12267.000000 33254.000000 463,'1.000000'-31.000000'15,"3.000000"12.000000"15 ,1.000000 12.000000 16,3.000000 10.000000 15,0.000000 16.000000 3,-2.000000 20.000000-8,-3.000000 21.000000-7,-2.000000 19.000000-9,-2.000000 18.000000-6,-2.000000 12.000000-3,-3.000000 15.000000-4,-2.000000 12.000000-4,-3.000000 10.000000-3,-5.000000 4.000000-4,-4.000000 5.000000-4,-5.000000 4.000000-5,0.000000-4.000000-3,1.000000-14.000000-2,3.000000-13.000000-4,2.000000-14.000000-2,5.000000-30.000000-12,10.000000-47.000000-23,8.000000-47.000000-21,10.000000-47.000000-24,3.000000-20.000000-3,-3.000000 6.000000 13,-2.000000 7.000000 14,-1.000000 7.000000 14,-3.000000 6.000000 8,1.000000 3.000000 6,0.000000 6.000000 5,0.000000 4.000000 5</inkml:trace>
</inkml:ink>
</file>

<file path=ppt/ink/ink2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2"/>
    </inkml:context>
    <inkml:brush xml:id="br0">
      <inkml:brushProperty name="width" value="0.0283902995288372" units="cm"/>
      <inkml:brushProperty name="height" value="0.0283902995288372" units="cm"/>
      <inkml:brushProperty name="color" value="#000000"/>
      <inkml:brushProperty name="ignorePressure" value="0"/>
    </inkml:brush>
  </inkml:definitions>
  <inkml:trace contextRef="#ctx0" brushRef="#br0">12339.000000 33361.000000 516,'17.000000'-65.000000'3,"-3.000000"14.000000"7 ,-1.000000 13.000000 6,-3.000000 13.000000 7,1.000000 8.000000 3,5.000000 3.000000-1,4.000000 1.000000 1,4.000000 3.000000-1,4.000000 1.000000 0,3.000000 0.000000 1,1.000000 0.000000 0,3.000000 0.000000 0,2.000000 5.000000 0,2.000000 8.000000-3,3.000000 10.000000-2,1.000000 8.000000-3,0.000000 6.000000-2,-5.000000 2.000000-2,-4.000000 3.000000-1,-5.000000 2.000000-2,-4.000000 6.000000-1,-5.000000 12.000000-2,-5.000000 11.000000-2,-3.000000 11.000000-1,-9.000000 7.000000-2,-11.000000 2.000000-1,-11.000000 2.000000-2,-11.000000 3.000000-2,-8.000000 0.000000-2,-5.000000 1.000000-4,-4.000000 0.000000-4,-4.000000-1.000000-3,-3.000000-7.000000-3,0.000000-16.000000-3,0.000000-15.000000-1,0.000000-17.000000-2,4.000000-10.000000 1,6.000000-7.000000 2,7.000000-7.000000 2,7.000000-7.000000 3,6.000000-5.000000 3,8.000000-5.000000 4,5.000000-4.000000 4,8.000000-5.000000 3,6.000000 1.000000 5,8.000000 3.000000 4,5.000000 6.000000 4,8.000000 4.000000 5,5.000000 3.000000 3,5.000000 2.000000 3,4.000000 3.000000 4,4.000000 1.000000 3,1.000000 4.000000 1,-5.000000 1.000000-3,-4.000000 2.000000-1,-5.000000 3.000000-3,2.000000 5.000000-3,10.000000 6.000000-6,8.000000 6.000000-6,9.000000 8.000000-5,4.000000 0.000000-10,-3.000000-3.000000-17,-2.000000-6.000000-16,-2.000000-4.000000-15,-5.000000-5.000000-3,-10.000000-7.000000 10,-9.000000-7.000000 12,-8.000000-7.000000 11,-5.000000-2.000000 1,0.000000 3.000000-9,0.000000 1.000000-8,0.000000 3.000000-10</inkml:trace>
</inkml:ink>
</file>

<file path=ppt/ink/ink2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2"/>
    </inkml:context>
    <inkml:brush xml:id="br0">
      <inkml:brushProperty name="width" value="0.02774528414011" units="cm"/>
      <inkml:brushProperty name="height" value="0.02774528414011" units="cm"/>
      <inkml:brushProperty name="color" value="#000000"/>
      <inkml:brushProperty name="ignorePressure" value="0"/>
    </inkml:brush>
  </inkml:definitions>
  <inkml:trace contextRef="#ctx0" brushRef="#br0">13415.000000 34473.000000 528,'85.000000'-3.000000'145,"-9.000000"-7.000000"-36 ,-8.000000-7.000000-37,-10.000000-7.000000-37,-6.000000-5.000000-18,-5.000000-4.000000-1,-5.000000-5.000000-1,-4.000000-5.000000-1,-4.000000-3.000000-4,-5.000000-2.000000-5,-4.000000-3.000000-6,-5.000000-1.000000-7,-7.000000 0.000000-4,-8.000000 5.000000-4,-10.000000 4.000000-3,-8.000000 5.000000-5,-11.000000 8.000000 3,-10.000000 11.000000 6,-12.000000 11.000000 8,-11.000000 12.000000 7,-5.000000 11.000000 4,3.000000 14.000000 2,1.000000 14.000000 1,3.000000 13.000000 3,5.000000 9.000000 2,6.000000 5.000000 1,7.000000 4.000000 3,7.000000 4.000000 1,8.000000 0.000000 1,8.000000-4.000000-2,10.000000-4.000000 0,8.000000-5.000000-2,13.000000-6.000000-7,15.000000-6.000000-10,17.000000-7.000000-12,15.000000-7.000000-11,4.000000-7.000000-9,-6.000000-10.000000-7,-8.000000-9.000000-7,-5.000000-8.000000-8,-7.000000-5.000000-2,-4.000000 0.000000 3,-4.000000 0.000000 2,-5.000000 0.000000 2</inkml:trace>
</inkml:ink>
</file>

<file path=ppt/ink/ink2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3"/>
    </inkml:context>
    <inkml:brush xml:id="br0">
      <inkml:brushProperty name="width" value="0.0303221102803946" units="cm"/>
      <inkml:brushProperty name="height" value="0.0303221102803946" units="cm"/>
      <inkml:brushProperty name="color" value="#000000"/>
      <inkml:brushProperty name="ignorePressure" value="0"/>
    </inkml:brush>
  </inkml:definitions>
  <inkml:trace contextRef="#ctx0" brushRef="#br0">15137.000000 34079.000000 483,'-51.000000'-35.000000'2,"8.000000"2.000000"3 ,6.000000 3.000000 2,6.000000 2.000000 4,2.000000 2.000000 6,-4.000000 3.000000 9,-5.000000 2.000000 8,-5.000000 1.000000 8,-3.000000 7.000000 3,-2.000000 9.000000-2,-3.000000 8.000000-4,-1.000000 9.000000-2,-1.000000 12.000000-3,3.000000 13.000000-4,1.000000 14.000000-3,3.000000 13.000000-4,5.000000 10.000000-2,6.000000 7.000000-1,7.000000 6.000000-2,7.000000 8.000000-1,7.000000-2.000000-4,10.000000-9.000000-7,8.000000-9.000000-8,10.000000-9.000000-6,12.000000-9.000000-9,15.000000-12.000000-8,16.000000-12.000000-10,16.000000-10.000000-9,11.000000-13.000000-6,7.000000-13.000000-3,6.000000-14.000000-5,8.000000-13.000000-3,0.000000-10.000000 2,-4.000000-7.000000 8,-5.000000-7.000000 8,-4.000000-6.000000 8,-4.000000-3.000000 7,-5.000000 3.000000 6,-5.000000 1.000000 7,-4.000000 4.000000 6,-9.000000 1.000000 3,-13.000000 2.000000 2,-14.000000 3.000000 1,-14.000000 2.000000 1,-10.000000 5.000000 3,-10.000000 6.000000 5,-8.000000 7.000000 5,-10.000000 7.000000 4,-5.000000 4.000000 6,-2.000000 2.000000 4,-2.000000 3.000000 5,-3.000000 2.000000 5,0.000000 3.000000 2,3.000000 5.000000-1,1.000000 4.000000 0,3.000000 5.000000-1,1.000000 4.000000-1,0.000000 5.000000-3,0.000000 4.000000-2,0.000000 5.000000-2,2.000000 6.000000-2,1.000000 9.000000-2,3.000000 10.000000-2,2.000000 8.000000-2,2.000000 4.000000 0,2.000000-3.000000-1,3.000000-2.000000 0,2.000000-2.000000 0,3.000000-3.000000-3,5.000000-5.000000-3,4.000000-5.000000-5,5.000000-4.000000-3,6.000000-5.000000-2,9.000000-7.000000-1,10.000000-7.000000 0,8.000000-7.000000-1,5.000000-11.000000-3,0.000000-15.000000-5,-1.000000-17.000000-6,1.000000-15.000000-7,-3.000000-10.000000-1,-8.000000-4.000000-1,-6.000000-5.000000 2,-6.000000-5.000000 0,-7.000000 1.000000 1,-4.000000 4.000000 2,-4.000000 4.000000 1,-5.000000 5.000000 2,-8.000000 6.000000 1,-15.000000 6.000000 4,-12.000000 7.000000 2,-14.000000 7.000000 2,-6.000000 6.000000 1,2.000000 8.000000-3,3.000000 5.000000-3,2.000000 8.000000-2,4.000000 5.000000-8,3.000000 5.000000-11,6.000000 4.000000-12,4.000000 5.000000-12</inkml:trace>
</inkml:ink>
</file>

<file path=ppt/ink/ink2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3"/>
    </inkml:context>
    <inkml:brush xml:id="br0">
      <inkml:brushProperty name="width" value="0.0295177437365055" units="cm"/>
      <inkml:brushProperty name="height" value="0.0295177437365055" units="cm"/>
      <inkml:brushProperty name="color" value="#000000"/>
      <inkml:brushProperty name="ignorePressure" value="0"/>
    </inkml:brush>
  </inkml:definitions>
  <inkml:trace contextRef="#ctx0" brushRef="#br0">16715.000000 33899.000000 496,'-17.000000'49.000000'40,"3.000000"-12.000000"2 ,1.000000-12.000000 3,3.000000-10.000000 3,2.000000-4.000000-1,3.000000 5.000000-5,1.000000 4.000000-3,3.000000 5.000000-6,3.000000 4.000000-2,1.000000 4.000000-5,2.000000 6.000000-3,3.000000 3.000000-3,0.000000 3.000000-4,-2.000000 0.000000-2,-3.000000 0.000000-3,-2.000000-1.000000-2,-2.000000 1.000000-3,-2.000000 0.000000-1,-3.000000 0.000000-1,-2.000000 0.000000-1,7.000000-16.000000-9,16.000000-31.000000-12,15.000000-32.000000-14,16.000000-31.000000-14,8.000000-16.000000-4,0.000000 1.000000 5,-1.000000-1.000000 5,1.000000 0.000000 5,-1.000000 6.000000 7,-3.000000 11.000000 9,-1.000000 12.000000 8,-3.000000 10.000000 9,-5.000000 10.000000 6,-6.000000 6.000000 3,-7.000000 7.000000 3,-7.000000 6.000000 3,-5.000000 13.000000 2,-5.000000 18.000000 2,-4.000000 18.000000 1,-5.000000 18.000000 2,-3.000000 10.000000 0,-3.000000 2.000000 0,-1.000000 2.000000 0,-3.000000 3.000000 1,-1.000000-4.000000-1,0.000000-8.000000-1,0.000000-10.000000-1,0.000000-9.000000 0,4.000000-15.000000-8,6.000000-23.000000-17,6.000000-22.000000-14,8.000000-23.000000-17,7.000000-13.000000-4,10.000000-4.000000 6,8.000000-5.000000 7,10.000000-5.000000 5,3.000000 3.000000 7,1.000000 9.000000 4,0.000000 8.000000 4,0.000000 10.000000 6,-5.000000 9.000000 4,-9.000000 8.000000 5,-8.000000 10.000000 5,-10.000000 8.000000 6,-7.000000 17.000000 4,-7.000000 21.000000 6,-7.000000 23.000000 5,-7.000000 23.000000 5,-4.000000 8.000000-1,-2.000000-4.000000-7,-3.000000-4.000000-9,-2.000000-5.000000-7,4.000000-7.000000-8,8.000000-9.000000-5,10.000000-9.000000-8,8.000000-8.000000-5</inkml:trace>
</inkml:ink>
</file>

<file path=ppt/ink/ink2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4"/>
    </inkml:context>
    <inkml:brush xml:id="br0">
      <inkml:brushProperty name="width" value="0.0259421095252037" units="cm"/>
      <inkml:brushProperty name="height" value="0.0259421095252037" units="cm"/>
      <inkml:brushProperty name="color" value="#000000"/>
      <inkml:brushProperty name="ignorePressure" value="0"/>
    </inkml:brush>
  </inkml:definitions>
  <inkml:trace contextRef="#ctx0" brushRef="#br0">18760.000000 34150.000000 565,'-17.000000'-17.000000'113,"2.000000"-1.000000"-28 ,3.000000 0.000000-28,2.000000 0.000000-29,0.000000 1.000000-16,-2.000000 2.000000-1,-3.000000 3.000000-3,-2.000000 2.000000-3,-2.000000 4.000000-1,-2.000000 7.000000-1,-3.000000 7.000000 0,-2.000000 7.000000-1,-3.000000 5.000000 0,-4.000000 5.000000 1,-5.000000 4.000000 0,-5.000000 4.000000 1,0.000000 8.000000 1,5.000000 8.000000 2,5.000000 9.000000 2,4.000000 10.000000 1,6.000000 1.000000 1,10.000000-4.000000 0,8.000000-4.000000 0,10.000000-5.000000 0,7.000000-6.000000-2,7.000000-6.000000-4,7.000000-7.000000-3,6.000000-7.000000-3,6.000000-9.000000-3,5.000000-10.000000-3,4.000000-13.000000-3,5.000000-10.000000-2,-1.000000-9.000000-2,-4.000000-7.000000-3,-4.000000-7.000000-2,-5.000000-6.000000-2,-4.000000-7.000000-1,-5.000000-3.000000 0,-5.000000-5.000000 2,-3.000000-5.000000 0,-5.000000 2.000000 0,-1.000000 6.000000 1,-3.000000 7.000000 0,-2.000000 7.000000-1,-3.000000 13.000000 10,-5.000000 21.000000 19,-4.000000 19.000000 19,-5.000000 21.000000 18,0.000000 10.000000 3,1.000000 0.000000-16,3.000000-1.000000-16,1.000000 1.000000-14,2.000000-3.000000-11,0.000000-7.000000-5,0.000000-7.000000-6,0.000000-7.000000-4</inkml:trace>
</inkml:ink>
</file>

<file path=ppt/ink/ink2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4"/>
    </inkml:context>
    <inkml:brush xml:id="br0">
      <inkml:brushProperty name="width" value="0.0307768732309341" units="cm"/>
      <inkml:brushProperty name="height" value="0.0307768732309341" units="cm"/>
      <inkml:brushProperty name="color" value="#000000"/>
      <inkml:brushProperty name="ignorePressure" value="0"/>
    </inkml:brush>
  </inkml:definitions>
  <inkml:trace contextRef="#ctx0" brushRef="#br0">19190.000000 34007.000000 476,'-15.000000'49.000000'59,"3.000000"-8.000000"-10 ,6.000000-10.000000-8,3.000000-9.000000-10,6.000000-4.000000-5,3.000000 0.000000-3,6.000000 0.000000-3,3.000000 0.000000-4,2.000000 1.000000-1,-2.000000 3.000000-1,-3.000000 1.000000 0,-2.000000 3.000000-2,-2.000000 2.000000 4,-3.000000 2.000000 5,-1.000000 3.000000 6,-3.000000 1.000000 7,-1.000000 1.000000-1,0.000000-2.000000-4,0.000000-3.000000-6,0.000000-2.000000-6,3.000000-9.000000-14,7.000000-16.000000-23,7.000000-15.000000-24,7.000000-16.000000-24,6.000000-11.000000-7,7.000000-7.000000 11,7.000000-7.000000 11,6.000000-6.000000 11,4.000000-3.000000 9,0.000000 3.000000 8,0.000000 1.000000 9,-1.000000 4.000000 8,-2.000000 5.000000 7,-7.000000 12.000000 7,-7.000000 12.000000 6,-7.000000 10.000000 7,-6.000000 15.000000 6,-3.000000 18.000000 5,-6.000000 18.000000 6,-3.000000 18.000000 5,-7.000000 12.000000 2,-6.000000 7.000000-5,-7.000000 6.000000-5,-6.000000 8.000000-4,-2.000000-2.000000-10,5.000000-9.000000-16,4.000000-9.000000-17,5.000000-9.000000-16,4.000000-10.000000-8,5.000000-15.000000 2,4.000000-13.000000 0,5.000000-13.000000 2,2.000000-6.000000-2,-1.000000 3.000000-6,1.000000 1.000000-4,0.000000 3.000000-5</inkml:trace>
</inkml:ink>
</file>

<file path=ppt/ink/ink2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4"/>
    </inkml:context>
    <inkml:brush xml:id="br0">
      <inkml:brushProperty name="width" value="0.0296068973839283" units="cm"/>
      <inkml:brushProperty name="height" value="0.0296068973839283" units="cm"/>
      <inkml:brushProperty name="color" value="#000000"/>
      <inkml:brushProperty name="ignorePressure" value="0"/>
    </inkml:brush>
  </inkml:definitions>
  <inkml:trace contextRef="#ctx0" brushRef="#br0">20876.000000 33863.000000 495,'-54.000000'-34.000000'1,"0.000000"1.000000"4 ,1.000000 3.000000 3,-1.000000 2.000000 4,1.000000 4.000000 5,3.000000 8.000000 8,2.000000 5.000000 8,2.000000 8.000000 9,2.000000 11.000000 3,2.000000 16.000000-4,3.000000 15.000000-2,2.000000 16.000000-4,5.000000 13.000000-2,6.000000 12.000000-3,7.000000 10.000000-4,7.000000 12.000000-2,6.000000 4.000000-3,7.000000-5.000000-2,7.000000-5.000000-2,6.000000-4.000000-2,10.000000-10.000000-4,11.000000-16.000000-6,11.000000-16.000000-4,11.000000-15.000000-7,8.000000-18.000000-6,4.000000-20.000000-9,5.000000-21.000000-10,5.000000-20.000000-9,2.000000-18.000000-5,-1.000000-19.000000 1,1.000000-18.000000 0,0.000000-17.000000 0,-5.000000-13.000000 0,-9.000000-7.000000 0,-9.000000-6.000000-2,-8.000000-7.000000 1,-9.000000 10.000000 3,-6.000000 27.000000 8,-7.000000 26.000000 8,-7.000000 28.000000 9</inkml:trace>
</inkml:ink>
</file>

<file path=ppt/ink/ink2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5"/>
    </inkml:context>
    <inkml:brush xml:id="br0">
      <inkml:brushProperty name="width" value="0.03258241340518" units="cm"/>
      <inkml:brushProperty name="height" value="0.03258241340518" units="cm"/>
      <inkml:brushProperty name="color" value="#000000"/>
      <inkml:brushProperty name="ignorePressure" value="0"/>
    </inkml:brush>
  </inkml:definitions>
  <inkml:trace contextRef="#ctx0" brushRef="#br0">21378.000000 32536.000000 450,'-1.000000'-32.000000'1,"-2.000000"6.000000"4 ,-3.000000 7.000000 3,-2.000000 7.000000 2,-1.000000 9.000000 6,0.000000 15.000000 5,0.000000 12.000000 7,0.000000 14.000000 5,-1.000000 17.000000 6,-2.000000 20.000000 6,-3.000000 21.000000 4,-1.000000 19.000000 6,0.000000 15.000000-1,5.000000 9.000000-4,4.000000 9.000000-6,5.000000 9.000000-5,2.000000 7.000000-9,0.000000 4.000000-12,0.000000 4.000000-14,0.000000 6.000000-11,-1.000000-11.000000-9,-3.000000-25.000000-2,-1.000000-24.000000-3,-3.000000-25.000000-1,-1.000000-18.000000-13,0.000000-11.000000-19,0.000000-12.000000-21,0.000000-10.000000-20</inkml:trace>
</inkml:ink>
</file>

<file path=ppt/ink/ink2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6"/>
    </inkml:context>
    <inkml:brush xml:id="br0">
      <inkml:brushProperty name="width" value="0.0288661476224661" units="cm"/>
      <inkml:brushProperty name="height" value="0.0288661476224661" units="cm"/>
      <inkml:brushProperty name="color" value="#000000"/>
      <inkml:brushProperty name="ignorePressure" value="0"/>
    </inkml:brush>
  </inkml:definitions>
  <inkml:trace contextRef="#ctx0" brushRef="#br0">8142.000000 43046.000000 508,'-17.000000'-33.000000'-1,"3.000000"4.000000"1 ,1.000000 4.000000-2,3.000000 5.000000 1,4.000000 16.000000 6,3.000000 30.000000 13,6.000000 29.000000 14,3.000000 29.000000 14,2.000000 21.000000 3,-2.000000 14.000000-8,-3.000000 14.000000-7,-2.000000 12.000000-7,-1.000000 22.000000-5,0.000000 29.000000-2,0.000000 30.000000-1,0.000000 28.000000-3,-2.000000 18.000000-1,-5.000000 3.000000 3,-4.000000 6.000000 0,-5.000000 3.000000 2,1.000000-5.000000-1,3.000000-15.000000-2,6.000000-16.000000-2,3.000000-16.000000-3,3.000000-25.000000-2,0.000000-33.000000-1,0.000000-34.000000-2,0.000000-34.000000 0,2.000000-29.000000-10,1.000000-28.000000-17,3.000000-27.000000-16,1.000000-26.000000-18,2.000000-16.000000-4,0.000000-5.000000 9,0.000000-4.000000 9,0.000000-5.000000 8,0.000000-2.000000 1,0.000000 0.000000-6,0.000000 1.000000-7,0.000000-1.000000-7</inkml:trace>
</inkml:ink>
</file>

<file path=ppt/ink/ink2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7"/>
    </inkml:context>
    <inkml:brush xml:id="br0">
      <inkml:brushProperty name="width" value="0.0214303527027369" units="cm"/>
      <inkml:brushProperty name="height" value="0.0214303527027369" units="cm"/>
      <inkml:brushProperty name="color" value="#000000"/>
      <inkml:brushProperty name="ignorePressure" value="0"/>
    </inkml:brush>
  </inkml:definitions>
  <inkml:trace contextRef="#ctx0" brushRef="#br0">5739.000000 42580.000000 684,'-33.000000'80.000000'1,"7.000000"-21.000000"-1 ,7.000000-20.000000 1,7.000000-20.000000 0,4.000000-8.000000 1,3.000000 5.000000 3,1.000000 4.000000 4,3.000000 5.000000 3,6.000000 2.000000 2,8.000000 0.000000 0,10.000000 0.000000 0,8.000000 0.000000 0,8.000000-3.000000 1,7.000000-4.000000 0,7.000000-4.000000-1,6.000000-5.000000 0,10.000000-3.000000 0,10.000000-2.000000-1,12.000000-3.000000-1,11.000000-2.000000-1,10.000000-1.000000 1,9.000000 0.000000 1,9.000000 0.000000 2,9.000000 0.000000 2,6.000000 0.000000-2,2.000000 0.000000-4,2.000000 0.000000-3,2.000000 0.000000-5,-8.000000 0.000000-1,-17.000000 0.000000 2,-18.000000 0.000000 2,-19.000000 0.000000 2,-15.000000 1.000000-2,-13.000000 3.000000-5,-14.000000 1.000000-6,-13.000000 3.000000-5,-13.000000 0.000000-8,-11.000000-2.000000-9,-11.000000-3.000000-11,-12.000000-2.000000-11</inkml:trace>
</inkml:ink>
</file>

<file path=ppt/ink/ink2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7"/>
    </inkml:context>
    <inkml:brush xml:id="br0">
      <inkml:brushProperty name="width" value="0.0221168734133244" units="cm"/>
      <inkml:brushProperty name="height" value="0.0221168734133244" units="cm"/>
      <inkml:brushProperty name="color" value="#000000"/>
      <inkml:brushProperty name="ignorePressure" value="0"/>
    </inkml:brush>
  </inkml:definitions>
  <inkml:trace contextRef="#ctx0" brushRef="#br0">5775.000000 42975.000000 663,'-47.000000'71.000000'-1,"13.000000"1.000000"-2 ,14.000000 0.000000 0,13.000000 0.000000-3,5.000000 5.000000 3,-5.000000 11.000000 9,-4.000000 12.000000 6,-5.000000 11.000000 9,-3.000000 23.000000 4,-2.000000 33.000000 2,-3.000000 33.000000 2,-2.000000 35.000000 2,-2.000000 22.000000 0,-2.000000 15.000000-2,-2.000000 12.000000-2,-3.000000 15.000000-2,1.000000-1.000000-3,5.000000-14.000000-3,5.000000-12.000000-3,3.000000-15.000000-3,8.000000-21.000000-3,8.000000-32.000000-4,10.000000-31.000000-3,8.000000-32.000000-2,9.000000-25.000000-6,6.000000-17.000000-8,6.000000-18.000000-6,8.000000-19.000000-7,3.000000-13.000000-7,0.000000-12.000000-6,-1.000000-12.000000-5,1.000000-10.000000-6,-3.000000-8.000000 0,-8.000000-5.000000 5,-6.000000-4.000000 5,-6.000000-5.000000 4</inkml:trace>
</inkml:ink>
</file>

<file path=ppt/ink/ink2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8"/>
    </inkml:context>
    <inkml:brush xml:id="br0">
      <inkml:brushProperty name="width" value="0.0237941611558199" units="cm"/>
      <inkml:brushProperty name="height" value="0.0237941611558199" units="cm"/>
      <inkml:brushProperty name="color" value="#000000"/>
      <inkml:brushProperty name="ignorePressure" value="0"/>
    </inkml:brush>
  </inkml:definitions>
  <inkml:trace contextRef="#ctx0" brushRef="#br0">5344.000000 47351.000000 616,'-30.000000'17.000000'28,"11.000000"-3.000000"-4 ,11.000000-2.000000-2,11.000000-1.000000-4,15.000000-5.000000-2,18.000000-3.000000 0,18.000000-6.000000 0,18.000000-3.000000 0,14.000000-6.000000 1,12.000000-3.000000 4,10.000000-6.000000 3,12.000000-3.000000 3,10.000000-1.000000 1,9.000000 5.000000-3,9.000000 4.000000-2,9.000000 5.000000-3,8.000000 3.000000-3,6.000000 3.000000-5,8.000000 1.000000-3,6.000000 3.000000-5,-9.000000 1.000000-4,-25.000000 0.000000-7,-24.000000 0.000000-7,-25.000000 0.000000-6,-22.000000 0.000000-6,-17.000000 0.000000-7,-18.000000 0.000000-7,-18.000000 0.000000-7,-10.000000-1.000000-3,-3.000000-2.000000 1,-1.000000-3.000000-1,-3.000000-2.000000 1</inkml:trace>
</inkml:ink>
</file>

<file path=ppt/ink/ink2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18"/>
    </inkml:context>
    <inkml:brush xml:id="br0">
      <inkml:brushProperty name="width" value="0.0278853643685579" units="cm"/>
      <inkml:brushProperty name="height" value="0.0278853643685579" units="cm"/>
      <inkml:brushProperty name="color" value="#000000"/>
      <inkml:brushProperty name="ignorePressure" value="0"/>
    </inkml:brush>
  </inkml:definitions>
  <inkml:trace contextRef="#ctx0" brushRef="#br0">7425.000000 44302.000000 525,'-33.000000'-1.000000'7,"7.000000"-3.000000"12 ,7.000000-1.000000 13,7.000000-3.000000 13,2.000000 0.000000 4,-2.000000 2.000000-6,-3.000000 3.000000-6,-2.000000 2.000000-6,-4.000000 8.000000-5,-7.000000 13.000000-4,-7.000000 13.000000-4,-6.000000 15.000000-4,-11.000000 11.000000-4,-13.000000 12.000000-2,-13.000000 10.000000-4,-14.000000 12.000000-3,-7.000000 6.000000-1,0.000000 0.000000-1,1.000000-1.000000 0,-1.000000 1.000000-1,7.000000-7.000000 0,14.000000-14.000000-1,13.000000-13.000000-1,13.000000-13.000000-1,17.000000-11.000000 1,21.000000-6.000000 0,19.000000-7.000000 2,21.000000-6.000000 1,12.000000-2.000000 1,5.000000 4.000000 2,4.000000 5.000000 1,5.000000 5.000000 2,0.000000 1.000000 2,-1.000000-3.000000 1,-3.000000-1.000000 2,-2.000000-3.000000 2,1.000000-1.000000 0,5.000000-1.000000 0,4.000000 1.000000 0,4.000000 0.000000-1,-1.000000 0.000000 0,-6.000000 0.000000-2,-7.000000 0.000000 0,-7.000000 0.000000-2,-4.000000-2.000000-2,-2.000000-5.000000-2,-3.000000-5.000000-4,-2.000000-3.000000-1,-2.000000-2.000000-2,-3.000000 2.000000 0,-1.000000 3.000000 0,-3.000000 1.000000 1</inkml:trace>
</inkml:ink>
</file>

<file path=ppt/ink/ink2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2"/>
    </inkml:context>
    <inkml:brush xml:id="br0">
      <inkml:brushProperty name="width" value="0.0309825427830219" units="cm"/>
      <inkml:brushProperty name="height" value="0.0309825427830219" units="cm"/>
      <inkml:brushProperty name="color" value="#000000"/>
      <inkml:brushProperty name="ignorePressure" value="0"/>
    </inkml:brush>
  </inkml:definitions>
  <inkml:trace contextRef="#ctx0" brushRef="#br0">44335.000000 36123.000000 473,'-14.000000'-15.000000'-13,"6.000000"3.000000"12 ,7.000000 6.000000 12,6.000000 3.000000 12,6.000000 3.000000 4,1.000000 0.000000-3,2.000000 0.000000-2,3.000000 0.000000-2,1.000000 4.000000-3,0.000000 6.000000 0,0.000000 7.000000-1,0.000000 6.000000 0,-1.000000 11.000000-1,-3.000000 13.000000 0,-1.000000 13.000000 0,-3.000000 14.000000 1,-2.000000 17.000000-1,-3.000000 20.000000 1,-1.000000 20.000000-1,-3.000000 21.000000 0,-4.000000 16.000000 0,-3.000000 13.000000-1,-5.000000 15.000000-1,-5.000000 12.000000-1,-3.000000 8.000000-1,-2.000000 3.000000-1,-3.000000 2.000000-1,-2.000000 2.000000 0,0.000000-3.000000-1,3.000000-10.000000 0,2.000000-8.000000 0,2.000000-9.000000 1,2.000000-1.000000-1,2.000000 6.000000-1,3.000000 7.000000 0,2.000000 7.000000-1,1.000000-1.000000 0,0.000000-10.000000 0,0.000000-8.000000 0,0.000000-9.000000 0,0.000000-5.000000 1,0.000000 1.000000-1,0.000000-1.000000-1,0.000000 0.000000 1,1.000000-4.000000 0,3.000000-9.000000-2,1.000000-9.000000 0,3.000000-9.000000 0,0.000000-11.000000-2,-2.000000-14.000000 0,-3.000000-13.000000-1,-2.000000-14.000000-1,-1.000000-8.000000 0,0.000000-5.000000 0,0.000000-5.000000 0,0.000000-4.000000 0,0.000000-5.000000-2,0.000000-8.000000-3,0.000000-6.000000-3,0.000000-7.000000-3,3.000000-17.000000-9,3.000000-30.000000-18,6.000000-29.000000-17,3.000000-29.000000-17,3.000000-13.000000-6,0.000000 5.000000 8,0.000000 5.000000 6,0.000000 4.000000 7</inkml:trace>
</inkml:ink>
</file>

<file path=ppt/ink/ink2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2"/>
    </inkml:context>
    <inkml:brush xml:id="br0">
      <inkml:brushProperty name="width" value="0.0356054902076721" units="cm"/>
      <inkml:brushProperty name="height" value="0.0356054902076721" units="cm"/>
      <inkml:brushProperty name="color" value="#000000"/>
      <inkml:brushProperty name="ignorePressure" value="0"/>
    </inkml:brush>
  </inkml:definitions>
  <inkml:trace contextRef="#ctx0" brushRef="#br0">44981.000000 36016.000000 411,'-27.000000'-79.000000'14,"18.000000"23.000000"6 ,18.000000 23.000000 4,18.000000 21.000000 5,12.000000 12.000000 2,7.000000 0.000000-4,7.000000 0.000000-3,6.000000 0.000000-3,12.000000-1.000000-3,15.000000-2.000000-2,16.000000-3.000000-2,16.000000-2.000000-3,21.000000-3.000000 0,27.000000-4.000000 1,27.000000-6.000000 1,26.000000-3.000000 2,20.000000-4.000000-2,11.000000-3.000000 0,11.000000-1.000000-3,12.000000-3.000000-2,5.000000 1.000000-1,0.000000 5.000000-1,0.000000 5.000000-1,0.000000 4.000000-2,0.000000 4.000000 0,0.000000 5.000000 0,0.000000 4.000000-2,0.000000 5.000000 0,2.000000 3.000000 0,5.000000 2.000000-1,4.000000 3.000000 0,5.000000 2.000000-1,0.000000-1.000000 0,-1.000000-1.000000 0,-3.000000-3.000000 0,-2.000000-1.000000 0,-4.000000-2.000000-2,-7.000000 0.000000 0,-7.000000 0.000000-1,-7.000000 0.000000-2,-4.000000-2.000000 1,-2.000000-1.000000 0,-3.000000-3.000000 0,-1.000000-1.000000 1,-11.000000 1.000000 0,-18.000000 7.000000 0,-18.000000 7.000000 0,-17.000000 7.000000-1,-9.000000 2.000000 0,3.000000 1.000000 1,2.000000 0.000000 0,2.000000 0.000000 0,-2.000000 0.000000 1,-7.000000 0.000000 4,-6.000000 0.000000 1,-8.000000 0.000000 4,-6.000000 0.000000 1,-6.000000 0.000000-1,-8.000000 0.000000 0,-6.000000 0.000000-1,-5.000000-1.000000 0,-6.000000-3.000000 0,-3.000000-2.000000-1,-6.000000-1.000000 1,-7.000000-2.000000-1,-11.000000-1.000000-2,-11.000000 1.000000-1,-12.000000 0.000000-2,-10.000000-1.000000-1,-8.000000-2.000000-1,-10.000000-3.000000-1,-9.000000-2.000000-2,-7.000000 2.000000 1,-7.000000 3.000000 0,-7.000000 6.000000 1,-7.000000 3.000000 1,-4.000000 5.000000 0,-3.000000 5.000000 2,-1.000000 4.000000 1,-3.000000 5.000000 1,-2.000000 5.000000 2,-3.000000 7.000000 1,-1.000000 7.000000 3,-3.000000 6.000000 1,-1.000000 8.000000 1,0.000000 10.000000 0,0.000000 8.000000 1,0.000000 9.000000 0,-2.000000 26.000000 2,-5.000000 42.000000 0,-4.000000 44.000000 2,-5.000000 41.000000 0,1.000000 23.000000 2,4.000000 3.000000-1,4.000000 1.000000-1,5.000000 3.000000 0,3.000000-4.000000 0,2.000000-12.000000 1,3.000000-11.000000 0,2.000000-11.000000 2,2.000000-12.000000-3,2.000000-10.000000-3,3.000000-12.000000-3,2.000000-11.000000-5,2.000000-17.000000-2,2.000000-23.000000-3,3.000000-21.000000-1,1.000000-23.000000-2,0.000000-14.000000-2,-5.000000-4.000000 0,-4.000000-5.000000 0,-5.000000-4.000000-1,-2.000000-5.000000-1,0.000000-8.000000 0,0.000000-6.000000-2,0.000000-7.000000 0,-1.000000-5.000000-4,-2.000000-5.000000-6,-3.000000-4.000000-6,-2.000000-5.000000-7</inkml:trace>
</inkml:ink>
</file>

<file path=ppt/ink/ink2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4"/>
    </inkml:context>
    <inkml:brush xml:id="br0">
      <inkml:brushProperty name="width" value="0.0328407883644104" units="cm"/>
      <inkml:brushProperty name="height" value="0.0328407883644104" units="cm"/>
      <inkml:brushProperty name="color" value="#000000"/>
      <inkml:brushProperty name="ignorePressure" value="0"/>
    </inkml:brush>
  </inkml:definitions>
  <inkml:trace contextRef="#ctx0" brushRef="#br0">44192.000000 43369.000000 446,'37.000000'1.000000'16,"2.000000"3.000000"6 ,3.000000 1.000000 5,1.000000 3.000000 5,11.000000 0.000000 3,18.000000-2.000000 0,18.000000-3.000000 0,17.000000-2.000000 1,15.000000-3.000000-1,12.000000-5.000000-2,10.000000-4.000000-2,12.000000-5.000000-2,12.000000-3.000000-2,14.000000-2.000000-2,13.000000-3.000000-1,13.000000-2.000000-3,8.000000 2.000000-2,-1.000000 4.000000-2,0.000000 4.000000-4,0.000000 5.000000-2,5.000000 3.000000-3,9.000000 2.000000 0,8.000000 3.000000-2,10.000000 2.000000-1,1.000000 0.000000-2,-7.000000-3.000000-3,-7.000000-1.000000-2,-6.000000-3.000000-4,-2.000000-1.000000-1,5.000000 0.000000 0,4.000000 0.000000-1,5.000000 0.000000 1,-2.000000 0.000000-1,-10.000000 0.000000 1,-8.000000 0.000000 1,-9.000000 0.000000 0,-7.000000 0.000000 0,-5.000000 0.000000 2,-4.000000 0.000000 1,-4.000000 0.000000 2,-5.000000 1.000000 0,-4.000000 3.000000 1,-5.000000 1.000000 0,-5.000000 3.000000 2,1.000000 1.000000 0,4.000000 0.000000-1,5.000000 0.000000 1,4.000000 0.000000 0,-6.000000 1.000000 0,-15.000000 3.000000-1,-16.000000 1.000000 0,-15.000000 3.000000-1,-2.000000 1.000000 1,14.000000 0.000000 0,13.000000 0.000000 2,13.000000 0.000000-1,3.000000 1.000000 1,-9.000000 3.000000-1,-9.000000 1.000000 0,-9.000000 3.000000-1,-6.000000 0.000000-1,-1.000000-3.000000-1,-4.000000-1.000000-1,-1.000000-3.000000-1,2.000000-1.000000 0,7.000000 0.000000 0,6.000000 0.000000 0,7.000000 0.000000 0,-3.000000-2.000000 1,-14.000000-1.000000-1,-13.000000-3.000000 0,-14.000000-1.000000 0,-12.000000-2.000000-1,-11.000000 0.000000 0,-12.000000 0.000000-1,-10.000000 0.000000 0,-9.000000 0.000000 0,-4.000000 0.000000-1,-4.000000 0.000000-1,-5.000000 0.000000 0,-4.000000-3.000000 3,-5.000000-3.000000 9,-5.000000-6.000000 7,-4.000000-3.000000 8,-2.000000-2.000000 1,0.000000 2.000000-6,0.000000 3.000000-6,0.000000 2.000000-7,0.000000 1.000000-4,0.000000 0.000000-2,0.000000 0.000000-1,0.000000 0.000000-2,-2.000000-1.000000-1,-1.000000-2.000000 2,-3.000000-3.000000 1,-2.000000-2.000000 1,0.000000-1.000000 0,3.000000 0.000000 2,1.000000 0.000000 0,3.000000 0.000000 1,0.000000 1.000000 2,-3.000000-1.000000 2,-1.000000 0.000000 2,-3.000000 0.000000 3,-1.000000 1.000000 0,0.000000 2.000000-2,0.000000 3.000000-1,-1.000000 2.000000-3,0.000000 0.000000 1,-2.000000-3.000000 4,-3.000000-1.000000 4,-2.000000-3.000000 3,-3.000000-8.000000-1,-5.000000-13.000000-7,-4.000000-13.000000-7,-5.000000-14.000000-6,-1.000000-17.000000-6,3.000000-20.000000-3,1.000000-20.000000-3,3.000000-21.000000-3,0.000000-14.000000-3,-2.000000-8.000000 0,-3.000000-10.000000-2,-2.000000-9.000000 0,1.000000 4.000000-2,1.000000 19.000000-1,3.000000 18.000000-2,1.000000 17.000000-1,1.000000 21.000000 1,-2.000000 22.000000 5,-3.000000 22.000000 3,-1.000000 23.000000 4,-2.000000 11.000000-1,0.000000 0.000000-7,0.000000 0.000000-5,0.000000 0.000000-7</inkml:trace>
</inkml:ink>
</file>

<file path=ppt/ink/ink2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4"/>
    </inkml:context>
    <inkml:brush xml:id="br0">
      <inkml:brushProperty name="width" value="0.034168902784586" units="cm"/>
      <inkml:brushProperty name="height" value="0.034168902784586" units="cm"/>
      <inkml:brushProperty name="color" value="#000000"/>
      <inkml:brushProperty name="ignorePressure" value="0"/>
    </inkml:brush>
  </inkml:definitions>
  <inkml:trace contextRef="#ctx0" brushRef="#br0">44013.000000 46311.000000 429,'-33.000000'-51.000000'0,"7.000000"7.000000"0 ,7.000000 7.000000 0,7.000000 7.000000 0,7.000000 16.000000 3,10.000000 24.000000 7,8.000000 24.000000 6,10.000000 26.000000 6,3.000000 17.000000 5,-3.000000 12.000000 0,-2.000000 10.000000 1,-2.000000 12.000000 0,-2.000000 15.000000 1,-2.000000 17.000000-1,-3.000000 19.000000-1,-2.000000 17.000000-2,-3.000000 30.000000 0,-5.000000 40.000000 0,-4.000000 40.000000 0,-5.000000 40.000000 0,-4.000000 39.000000-1,-5.000000 36.000000-1,-4.000000 35.000000-2,-5.000000 36.000000 0,2.000000 9.000000-2,6.000000-17.000000-4,7.000000-19.000000-3,7.000000-17.000000-3,6.000000-35.000000-1,7.000000-48.000000 0,7.000000-50.000000 0,6.000000-49.000000 0,3.000000-41.000000 0,-2.000000-30.000000-2,-3.000000-33.000000 0,-2.000000-30.000000-2,-1.000000-27.000000-3,0.000000-19.000000-7,0.000000-21.000000-5,0.000000-20.000000-6,0.000000-25.000000-8,0.000000-29.000000-8,0.000000-29.000000-8,0.000000-29.000000-9,-2.000000-8.000000-1,-1.000000 14.000000 8,-3.000000 13.000000 6,-2.000000 13.000000 8,-2.000000 6.000000 0,-2.000000-2.000000-8,-3.000000-2.000000-8,-2.000000-3.000000-7</inkml:trace>
</inkml:ink>
</file>

<file path=ppt/ink/ink2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5"/>
    </inkml:context>
    <inkml:brush xml:id="br0">
      <inkml:brushProperty name="width" value="0.0353577136993408" units="cm"/>
      <inkml:brushProperty name="height" value="0.0353577136993408" units="cm"/>
      <inkml:brushProperty name="color" value="#000000"/>
      <inkml:brushProperty name="ignorePressure" value="0"/>
    </inkml:brush>
  </inkml:definitions>
  <inkml:trace contextRef="#ctx0" brushRef="#br0">44335.000000 46884.000000 414,'-59.000000'-31.000000'42,"24.000000"9.000000"-6 ,25.000000 8.000000-5,25.000000 10.000000-5,22.000000 3.000000-3,20.000000-3.000000 1,20.000000-1.000000-1,21.000000-3.000000 1,16.000000-2.000000 0,14.000000-3.000000-2,13.000000-1.000000 0,14.000000-3.000000-1,21.000000-2.000000-1,29.000000-2.000000-3,29.000000-3.000000-3,30.000000-2.000000-1,17.000000-1.000000-3,7.000000 0.000000-1,7.000000 1.000000-1,6.000000-1.000000-2,4.000000 2.000000 0,0.000000 5.000000-1,0.000000 4.000000 0,0.000000 5.000000-1,0.000000 4.000000-1,0.000000 5.000000-2,0.000000 4.000000-1,0.000000 5.000000-2,-1.000000 1.000000-1,1.000000-3.000000-2,0.000000-1.000000-2,0.000000-3.000000-1,2.000000-1.000000-2,5.000000 0.000000 0,4.000000 0.000000 0,5.000000 0.000000-1,5.000000-3.000000-1,7.000000-8.000000-5,6.000000-5.000000-3,8.000000-8.000000-4,-4.000000-3.000000-1,-14.000000 0.000000 1,-13.000000 0.000000 1,-13.000000 0.000000 2,-15.000000 3.000000 2,-15.000000 4.000000 1,-17.000000 4.000000 2,-15.000000 5.000000 2,-25.000000 5.000000 1,-37.000000 7.000000 2,-36.000000 7.000000 2,-35.000000 7.000000 1,-25.000000 4.000000 2,-14.000000 2.000000 2,-13.000000 3.000000 1,-13.000000 1.000000 2,-10.000000 2.000000 2,-8.000000 0.000000 3,-6.000000 0.000000 2,-6.000000 0.000000 3,-7.000000-1.000000 2,-3.000000-3.000000 0,-6.000000-1.000000 0,-3.000000-3.000000 0,-4.000000-3.000000 5,-3.000000-1.000000 8,-1.000000-3.000000 9,-3.000000-2.000000 9,-1.000000 2.000000 1,0.000000 3.000000-7,0.000000 6.000000-6,0.000000 3.000000-7,0.000000 8.000000-5,0.000000 8.000000-3,0.000000 9.000000-3,0.000000 10.000000-3,1.000000 13.000000-1,-1.000000 21.000000 0,0.000000 21.000000 1,0.000000 19.000000 0,1.000000 19.000000 1,2.000000 19.000000-1,3.000000 17.000000 1,2.000000 18.000000-1,2.000000 18.000000 0,2.000000 14.000000-1,3.000000 17.000000-1,2.000000 15.000000-1,2.000000 6.000000-1,2.000000-5.000000 0,3.000000-4.000000-3,2.000000-5.000000 0,1.000000-10.000000 0,0.000000-15.000000 0,0.000000-16.000000 2,0.000000-16.000000 1,0.000000-18.000000 0,0.000000-20.000000-4,0.000000-20.000000-1,0.000000-21.000000-4,-1.000000-17.000000-1,-3.000000-16.000000-3,-2.000000-15.000000-3,-1.000000-17.000000-1,-4.000000-10.000000-5,-1.000000-8.000000-6,-2.000000-6.000000-7,-3.000000-6.000000-6,-5.000000-7.000000-6,-6.000000-4.000000-5,-7.000000-4.000000-7,-6.000000-5.000000-5,-3.000000-3.000000 0,3.000000-2.000000 5,1.000000-3.000000 4,3.000000-2.000000 4</inkml:trace>
</inkml:ink>
</file>

<file path=ppt/ink/ink2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5"/>
    </inkml:context>
    <inkml:brush xml:id="br0">
      <inkml:brushProperty name="width" value="0.0383233428001404" units="cm"/>
      <inkml:brushProperty name="height" value="0.0383233428001404" units="cm"/>
      <inkml:brushProperty name="color" value="#000000"/>
      <inkml:brushProperty name="ignorePressure" value="0"/>
    </inkml:brush>
  </inkml:definitions>
  <inkml:trace contextRef="#ctx0" brushRef="#br0">43833.000000 53628.000000 382,'37.000000'0.000000'10,"2.000000"0.000000"1 ,3.000000 0.000000 2,2.000000 0.000000 2,13.000000-1.000000 2,25.000000-2.000000 2,24.000000-3.000000 1,25.000000-2.000000 2,24.000000-2.000000 3,22.000000-2.000000 2,23.000000-3.000000 3,22.000000-2.000000 3,20.000000-2.000000 0,18.000000-2.000000-1,18.000000-3.000000-1,18.000000-1.000000-2,15.000000-2.000000-2,14.000000 0.000000-1,14.000000 0.000000-2,13.000000 0.000000-1,11.000000 1.000000-2,9.000000 3.000000 0,9.000000 1.000000-1,9.000000 3.000000 0,8.000000 1.000000-2,7.000000 1.000000-3,6.000000-1.000000-3,8.000000 0.000000-3,-4.000000 1.000000-3,-10.000000 2.000000-1,-11.000000 3.000000-2,-12.000000 2.000000-3,-11.000000 1.000000-1,-11.000000 0.000000-2,-12.000000 0.000000-2,-10.000000 0.000000-2,-17.000000 0.000000-2,-19.000000 0.000000-1,-21.000000 0.000000 0,-20.000000 0.000000-2,-20.000000 0.000000 0,-20.000000 0.000000-1,-20.000000 0.000000-1,-21.000000 0.000000 0</inkml:trace>
</inkml:ink>
</file>

<file path=ppt/ink/ink2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6"/>
    </inkml:context>
    <inkml:brush xml:id="br0">
      <inkml:brushProperty name="width" value="0.0310448091477156" units="cm"/>
      <inkml:brushProperty name="height" value="0.0310448091477156" units="cm"/>
      <inkml:brushProperty name="color" value="#000000"/>
      <inkml:brushProperty name="ignorePressure" value="0"/>
    </inkml:brush>
  </inkml:definitions>
  <inkml:trace contextRef="#ctx0" brushRef="#br0">60979.000000 35944.000000 472,'-33.000000'-17.000000'9,"4.000000"3.000000"1 ,4.000000 1.000000-1,5.000000 3.000000 0,4.000000 5.000000 1,5.000000 6.000000 0,4.000000 7.000000 0,5.000000 6.000000 1,4.000000 13.000000 1,5.000000 18.000000 3,4.000000 18.000000 2,5.000000 17.000000 3,-1.000000 30.000000 0,-3.000000 40.000000 1,-6.000000 41.000000-1,-3.000000 40.000000-1,-5.000000 36.000000 1,-1.000000 31.000000 1,-3.000000 31.000000 2,-1.000000 32.000000 1,-6.000000 11.000000 0,-6.000000-8.000000-2,-7.000000-10.000000-3,-6.000000-9.000000-2,-3.000000-12.000000-1,3.000000-16.000000-2,1.000000-15.000000-1,3.000000-16.000000-1,1.000000-18.000000 0,1.000000-21.000000-1,-1.000000-19.000000 2,0.000000-21.000000-1,2.000000-25.000000-1,5.000000-32.000000-2,4.000000-31.000000-2,5.000000-32.000000-1,7.000000-34.000000-14,8.000000-38.000000-24,9.000000-39.000000-23,10.000000-38.000000-23,3.000000-14.000000-5,-3.000000 9.000000 15,-1.000000 9.000000 14,-3.000000 8.000000 16,-1.000000 4.000000 6,-1.000000-2.000000 0,1.000000-2.000000 0,0.000000-3.000000 0</inkml:trace>
</inkml:ink>
</file>

<file path=ppt/ink/ink2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7"/>
    </inkml:context>
    <inkml:brush xml:id="br0">
      <inkml:brushProperty name="width" value="0.0318394228816032" units="cm"/>
      <inkml:brushProperty name="height" value="0.0318394228816032" units="cm"/>
      <inkml:brushProperty name="color" value="#000000"/>
      <inkml:brushProperty name="ignorePressure" value="0"/>
    </inkml:brush>
  </inkml:definitions>
  <inkml:trace contextRef="#ctx0" brushRef="#br0">61266.000000 35872.000000 460,'-41.000000'-94.000000'30,"24.000000"27.000000"-1 ,25.000000 26.000000-1,24.000000 28.000000-2,34.000000 9.000000-2,43.000000-10.000000 0,43.000000-8.000000-3,41.000000-10.000000-1,44.000000-8.000000-1,42.000000-9.000000-2,43.000000-10.000000-1,42.000000-8.000000-2,32.000000 0.000000 0,20.000000 8.000000-1,20.000000 10.000000-1,20.000000 9.000000 0,9.000000 8.000000-2,-2.000000 10.000000-5,-2.000000 9.000000-4,-3.000000 8.000000-5,-4.000000 5.000000-1,-7.000000 0.000000 0,-6.000000 0.000000 1,-7.000000 0.000000 0,-16.000000 1.000000-2,-25.000000 3.000000-2,-24.000000 1.000000-4,-25.000000 3.000000-3,-26.000000 1.000000-1,-30.000000 0.000000 2,-29.000000 0.000000 2,-30.000000 0.000000 2,-25.000000 0.000000 0,-22.000000 0.000000 2,-23.000000 0.000000 1,-22.000000 0.000000 0,-26.000000 1.000000 2,-29.000000 2.000000 1,-30.000000 3.000000 1,-28.000000 2.000000 3,-16.000000 0.000000 0,-3.000000 1.000000 1,-1.000000 0.000000 1,-3.000000 0.000000 1,-3.000000 2.000000 0,-5.000000 5.000000 2,-4.000000 4.000000 0,-5.000000 5.000000 2,-3.000000 7.000000 1,-2.000000 12.000000 1,-3.000000 11.000000 0,-2.000000 11.000000 1,-1.000000 11.000000 0,1.000000 12.000000 3,-1.000000 11.000000 1,0.000000 11.000000 1,-2.000000 17.000000 1,-5.000000 26.000000 1,-4.000000 24.000000 1,-5.000000 25.000000 1,-2.000000 13.000000 0,1.000000 3.000000-1,-1.000000 2.000000-2,0.000000 2.000000 0,2.000000 8.000000-2,5.000000 13.000000 0,5.000000 14.000000-2,3.000000 13.000000-2,6.000000 9.000000 0,4.000000 5.000000 0,4.000000 4.000000 0,5.000000 5.000000 0,2.000000-6.000000-1,0.000000-16.000000-3,0.000000-15.000000-2,0.000000-16.000000-2,-1.000000-15.000000-4,-3.000000-13.000000-2,-1.000000-13.000000-4,-3.000000-14.000000-3,0.000000-18.000000-4,3.000000-23.000000-6,1.000000-21.000000-5,3.000000-23.000000-5,-1.000000-20.000000-4,-5.000000-15.000000-4,-4.000000-15.000000-4,-5.000000-16.000000-3,-1.000000-14.000000-3,-1.000000-11.000000-1,0.000000-11.000000-3,0.000000-12.000000-1</inkml:trace>
</inkml:ink>
</file>

<file path=ppt/ink/ink2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7"/>
    </inkml:context>
    <inkml:brush xml:id="br0">
      <inkml:brushProperty name="width" value="0.0352960713207722" units="cm"/>
      <inkml:brushProperty name="height" value="0.0352960713207722" units="cm"/>
      <inkml:brushProperty name="color" value="#000000"/>
      <inkml:brushProperty name="ignorePressure" value="0"/>
    </inkml:brush>
  </inkml:definitions>
  <inkml:trace contextRef="#ctx0" brushRef="#br0">61015.000000 41970.000000 415,'33.000000'19.000000'58,"28.000000"3.000000"-11 ,30.000000 1.000000-12,29.000000 3.000000-11,32.000000-1.000000-4,37.000000-5.000000 5,35.000000-5.000000 3,36.000000-3.000000 4,37.000000-7.000000 2,38.000000-6.000000 1,39.000000-7.000000 2,37.000000-6.000000 1,28.000000-4.000000-2,19.000000 0.000000-5,17.000000 0.000000-5,18.000000 0.000000-5,4.000000 3.000000-4,-12.000000 8.000000-2,-11.000000 5.000000-4,-11.000000 8.000000-2,-14.000000 6.000000-4,-19.000000 7.000000-5,-17.000000 7.000000-4,-19.000000 7.000000-4,-28.000000 0.000000-6,-41.000000-4.000000-4,-41.000000-4.000000-6,-39.000000-5.000000-5,-41.000000-1.000000-2,-41.000000 3.000000 1,-39.000000 1.000000 1,-41.000000 3.000000 1,-32.000000 0.000000-3,-22.000000-3.000000-5,-22.000000-1.000000-6,-23.000000-3.000000-5,-10.000000-3.000000-2,-1.000000-1.000000 1,0.000000-3.000000 3,0.000000-2.000000 1</inkml:trace>
</inkml:ink>
</file>

<file path=ppt/ink/ink2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8"/>
    </inkml:context>
    <inkml:brush xml:id="br0">
      <inkml:brushProperty name="width" value="0.0328520499169827" units="cm"/>
      <inkml:brushProperty name="height" value="0.0328520499169827" units="cm"/>
      <inkml:brushProperty name="color" value="#000000"/>
      <inkml:brushProperty name="ignorePressure" value="0"/>
    </inkml:brush>
  </inkml:definitions>
  <inkml:trace contextRef="#ctx0" brushRef="#br0">60621.000000 46669.000000 446,'-107.000000'-9.000000'9,"39.000000"18.000000"2 ,37.000000 18.000000 2,39.000000 18.000000 2,24.000000 17.000000 2,8.000000 15.000000 4,9.000000 16.000000 3,10.000000 16.000000 3,0.000000 20.000000 2,-6.000000 24.000000 2,-7.000000 25.000000 0,-7.000000 25.000000 2,-8.000000 23.000000 0,-8.000000 19.000000-1,-10.000000 21.000000-1,-8.000000 20.000000-1,-11.000000 12.000000-1,-11.000000 4.000000-4,-11.000000 6.000000-2,-11.000000 3.000000-4,-5.000000 1.000000-2,3.000000-5.000000-3,2.000000-4.000000-2,2.000000-5.000000-2,4.000000-18.000000-3,7.000000-31.000000-2,7.000000-32.000000-1,7.000000-31.000000-2,6.000000-30.000000-3,7.000000-29.000000-2,7.000000-30.000000-3,7.000000-28.000000-3,4.000000-25.000000-7,2.000000-21.000000-12,3.000000-20.000000-13,2.000000-19.000000-13,2.000000-27.000000-4,2.000000-31.000000 2,2.000000-31.000000 2,3.000000-32.000000 3,-2.000000-4.000000 3,-8.000000 22.000000 4,-6.000000 22.000000 2,-6.000000 24.000000 3</inkml:trace>
</inkml:ink>
</file>

<file path=ppt/ink/ink2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8"/>
    </inkml:context>
    <inkml:brush xml:id="br0">
      <inkml:brushProperty name="width" value="0.0340126343071461" units="cm"/>
      <inkml:brushProperty name="height" value="0.0340126343071461" units="cm"/>
      <inkml:brushProperty name="color" value="#000000"/>
      <inkml:brushProperty name="ignorePressure" value="0"/>
    </inkml:brush>
  </inkml:definitions>
  <inkml:trace contextRef="#ctx0" brushRef="#br0">60872.000000 46777.000000 431,'-29.000000'0.000000'5,"13.000000"0.000000"10 ,14.000000 0.000000 11,13.000000 0.000000 10,28.000000-1.000000 4,43.000000-3.000000-6,42.000000-1.000000-3,43.000000-3.000000-6,50.000000-8.000000-2,55.000000-13.000000-2,56.000000-14.000000-1,57.000000-13.000000-2,30.000000-4.000000-2,4.000000 4.000000-2,5.000000 4.000000-1,4.000000 5.000000-2,-2.000000 8.000000-3,-9.000000 11.000000-3,-9.000000 11.000000-2,-9.000000 12.000000-3,-11.000000 6.000000-3,-14.000000 2.000000-4,-13.000000 3.000000-3,-13.000000 1.000000-3,-11.000000-2.000000-3,-6.000000-10.000000-2,-7.000000-8.000000-2,-7.000000-9.000000-2,-14.000000-4.000000-1,-23.000000 2.000000 0,-22.000000 3.000000 0,-23.000000 2.000000-1,-27.000000 3.000000 2,-30.000000 5.000000 3,-33.000000 4.000000 3,-30.000000 5.000000 4,-28.000000 5.000000 3,-22.000000 7.000000 3,-22.000000 7.000000 2,-23.000000 7.000000 4,-13.000000 6.000000 2,-5.000000 7.000000 3,-4.000000 7.000000 3,-5.000000 6.000000 2,-4.000000 6.000000 3,-5.000000 5.000000 3,-4.000000 4.000000 3,-5.000000 4.000000 3,-1.000000 6.000000 1,3.000000 7.000000 2,2.000000 7.000000 1,1.000000 6.000000 1,3.000000 14.000000 1,-1.000000 20.000000-2,0.000000 20.000000 0,0.000000 20.000000-2,1.000000 13.000000-1,2.000000 4.000000-2,3.000000 4.000000-1,2.000000 5.000000-2,2.000000 6.000000-2,2.000000 6.000000-2,3.000000 8.000000-1,2.000000 5.000000-3,1.000000 2.000000 1,0.000000-4.000000-1,0.000000-5.000000 1,0.000000-5.000000 0,0.000000-4.000000-2,0.000000-4.000000-4,0.000000-5.000000-2,0.000000-5.000000-5,-2.000000-7.000000-4,-5.000000-11.000000-5,-4.000000-12.000000-6,-5.000000-11.000000-5,-3.000000-12.000000-5,-2.000000-14.000000-3,-3.000000-13.000000-4,-2.000000-14.000000-5,-3.000000-12.000000-2,-4.000000-11.000000-2,-5.000000-11.000000-3,-5.000000-12.000000-1,1.000000-9.000000-1,8.000000-10.000000 1,6.000000-8.000000 3,6.000000-10.000000 1</inkml:trace>
</inkml:ink>
</file>

<file path=ppt/ink/ink2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28"/>
    </inkml:context>
    <inkml:brush xml:id="br0">
      <inkml:brushProperty name="width" value="0.0359365530312061" units="cm"/>
      <inkml:brushProperty name="height" value="0.0359365530312061" units="cm"/>
      <inkml:brushProperty name="color" value="#000000"/>
      <inkml:brushProperty name="ignorePressure" value="0"/>
    </inkml:brush>
  </inkml:definitions>
  <inkml:trace contextRef="#ctx0" brushRef="#br0">61697.000000 52875.000000 408,'-73.000000'-17.000000'16,"34.000000"2.000000"1 ,33.000000 3.000000 0,34.000000 2.000000 2,34.000000 0.000000 0,33.000000-2.000000 1,34.000000-3.000000 2,33.000000-2.000000 1,31.000000-2.000000 1,27.000000-2.000000 2,26.000000-3.000000 2,28.000000-1.000000 2,17.000000-2.000000 2,10.000000 0.000000 0,8.000000 0.000000 0,10.000000 0.000000 1,6.000000 0.000000-1,4.000000 0.000000-2,5.000000 0.000000-2,5.000000 0.000000-1,4.000000 3.000000-4,4.000000 3.000000-3,5.000000 6.000000-5,5.000000 4.000000-5,-5.000000 0.000000-2,-14.000000-1.000000-3,-13.000000-2.000000-2,-13.000000-3.000000-3,-21.000000-2.000000-2,-26.000000-3.000000-6,-27.000000-1.000000-4,-28.000000-3.000000-4,-21.000000 3.000000-5,-19.000000 6.000000-4,-18.000000 7.000000-2,-17.000000 6.000000-5,-26.000000 1.000000-9,-34.000000-7.000000-16,-34.000000-7.000000-15,-33.000000-7.000000-17</inkml:trace>
</inkml:ink>
</file>

<file path=ppt/ink/ink2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34"/>
    </inkml:context>
    <inkml:brush xml:id="br0">
      <inkml:brushProperty name="width" value="0.0192310605198145" units="cm"/>
      <inkml:brushProperty name="height" value="0.0192310605198145" units="cm"/>
      <inkml:brushProperty name="color" value="#00BFF3"/>
      <inkml:brushProperty name="ignorePressure" value="0"/>
    </inkml:brush>
  </inkml:definitions>
  <inkml:trace contextRef="#ctx0" brushRef="#br0">45770.000000 29523.000000 762,'-158.000000'6.000000'126,"43.000000"11.000000"-47 ,42.000000 11.000000-47,43.000000 11.000000-46,24.000000 1.000000-27,7.000000-8.000000-8,7.000000-10.000000-7,6.000000-9.000000-7</inkml:trace>
</inkml:ink>
</file>

<file path=ppt/ink/ink2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2:39"/>
    </inkml:context>
    <inkml:brush xml:id="br0">
      <inkml:brushProperty name="width" value="0.0155163761228323" units="cm"/>
      <inkml:brushProperty name="height" value="0.0155163761228323" units="cm"/>
      <inkml:brushProperty name="color" value="#00BFF3"/>
      <inkml:brushProperty name="ignorePressure" value="0"/>
    </inkml:brush>
  </inkml:definitions>
  <inkml:trace contextRef="#ctx0" brushRef="#br0">56388.000000 31173.000000 945,'-169.000000'0.000000'2,"20.000000"0.000000"6 ,20.000000 0.000000 5,20.000000 0.000000 5,24.000000-2.000000-5,26.000000-5.000000-15,28.000000-4.000000-16,27.000000-5.000000-16,14.000000 0.000000-4,2.000000 1.000000 8,3.000000 3.000000 6,1.000000 2.000000 8,5.000000-2.000000 2,3.000000-3.000000-1,5.000000-6.000000-2,5.000000-3.000000-1</inkml:trace>
</inkml:ink>
</file>

<file path=ppt/ink/ink2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4"/>
    </inkml:context>
    <inkml:brush xml:id="br0">
      <inkml:brushProperty name="width" value="0.0300677008926868" units="cm"/>
      <inkml:brushProperty name="height" value="0.0300677008926868" units="cm"/>
      <inkml:brushProperty name="color" value="#000000"/>
      <inkml:brushProperty name="ignorePressure" value="0"/>
    </inkml:brush>
  </inkml:definitions>
  <inkml:trace contextRef="#ctx0" brushRef="#br0">65850.000000 12450.000000 487,'0.000000'171.000000'183,"0.000000"-5.000000"-45 ,0.000000-7.000000-45,0.000000-5.000000-46,-5.000000 0.000000-26,-9.000000 10.000000-8,-10.000000 10.000000-8,-8.000000 9.000000-8,-6.000000-5.000000-5,1.000000-19.000000-3,-1.000000-18.000000-3,1.000000-19.000000-3,1.000000-19.000000-2,3.000000-19.000000 3,3.000000-18.000000 1,4.000000-19.000000 1,8.000000-16.000000 3,17.000000-12.000000 4,15.000000-13.000000 5,16.000000-12.000000 3,10.000000-5.000000 5,7.000000 3.000000 2,6.000000 3.000000 4,7.000000 4.000000 2,2.000000 1.000000 2,1.000000 0.000000 1,-1.000000 0.000000-1,1.000000 0.000000 1,2.000000 0.000000-1,7.000000 0.000000-4,6.000000 0.000000-3,7.000000 0.000000-3,2.000000 1.000000-7,1.000000 4.000000-7,-1.000000 3.000000-9,1.000000 3.000000-9,-9.000000 1.000000-3,-15.000000 1.000000-1,-15.000000-1.000000 0,-16.000000 1.000000 0,-8.000000-3.000000-7,0.000000-2.000000-12,0.000000-3.000000-12,0.000000-3.000000-13</inkml:trace>
</inkml:ink>
</file>

<file path=ppt/ink/ink2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5"/>
    </inkml:context>
    <inkml:brush xml:id="br0">
      <inkml:brushProperty name="width" value="0.0278767645359039" units="cm"/>
      <inkml:brushProperty name="height" value="0.0278767645359039" units="cm"/>
      <inkml:brushProperty name="color" value="#000000"/>
      <inkml:brushProperty name="ignorePressure" value="0"/>
    </inkml:brush>
  </inkml:definitions>
  <inkml:trace contextRef="#ctx0" brushRef="#br0">67350.000000 14300.000000 526,'-18.000000'67.000000'52,"17.000000"-16.000000"6 ,15.000000-15.000000 3,16.000000-15.000000 4,10.000000-15.000000-3,7.000000-12.000000-14,6.000000-13.000000-12,7.000000-12.000000-13,2.000000-10.000000-9,1.000000-6.000000-2,-1.000000-6.000000-5,1.000000-6.000000-3,-4.000000-4.000000-3,-6.000000 1.000000-1,-6.000000-1.000000-3,-6.000000 1.000000-2,-7.000000-3.000000-1,-6.000000-2.000000 0,-6.000000-3.000000-2,-6.000000-3.000000 1,-10.000000 4.000000 0,-12.000000 13.000000 1,-13.000000 12.000000 2,-12.000000 13.000000 1,-10.000000 10.000000 2,-6.000000 10.000000 0,-6.000000 10.000000 1,-6.000000 9.000000 0,-4.000000 12.000000 0,1.000000 16.000000 1,-1.000000 15.000000 0,1.000000 17.000000 0,1.000000 8.000000 2,3.000000 4.000000 3,3.000000 3.000000 4,4.000000 3.000000 2,7.000000-1.000000 2,13.000000-2.000000-1,12.000000-3.000000-2,13.000000-3.000000-1,9.000000-4.000000-4,6.000000-3.000000-7,7.000000-3.000000-6,6.000000-2.000000-6,10.000000-9.000000-11,17.000000-12.000000-14,15.000000-13.000000-14,16.000000-12.000000-13,4.000000-9.000000-3,-6.000000-2.000000 10,-6.000000-3.000000 11,-6.000000-3.000000 10,-7.000000-6.000000 6,-6.000000-5.000000 1,-6.000000-7.000000 2,-6.000000-5.000000 2</inkml:trace>
</inkml:ink>
</file>

<file path=ppt/ink/ink2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5"/>
    </inkml:context>
    <inkml:brush xml:id="br0">
      <inkml:brushProperty name="width" value="0.0280565191060305" units="cm"/>
      <inkml:brushProperty name="height" value="0.0280565191060305" units="cm"/>
      <inkml:brushProperty name="color" value="#000000"/>
      <inkml:brushProperty name="ignorePressure" value="0"/>
    </inkml:brush>
  </inkml:definitions>
  <inkml:trace contextRef="#ctx0" brushRef="#br0">69400.000000 13700.000000 522,'-4.000000'-47.000000'5,"-5.000000"6.000000"9 ,-7.000000 7.000000 9,-5.000000 6.000000 10,-8.000000 6.000000 8,-5.000000 6.000000 5,-7.000000 7.000000 7,-5.000000 6.000000 6,-4.000000 9.000000-3,0.000000 13.000000-11,0.000000 12.000000-12,0.000000 13.000000-10,1.000000 7.000000-8,4.000000 4.000000-3,3.000000 3.000000-2,3.000000 3.000000-4,4.000000-1.000000-2,7.000000-2.000000-5,6.000000-3.000000-3,7.000000-3.000000-3,7.000000-4.000000-4,9.000000-3.000000-4,10.000000-3.000000-2,10.000000-2.000000-4,8.000000-5.000000-1,10.000000-2.000000 4,10.000000-3.000000 2,9.000000-3.000000 2,6.000000-2.000000 3,3.000000 0.000000 2,3.000000 0.000000 2,4.000000 0.000000 2,-4.000000-2.000000 2,-9.000000-3.000000 4,-10.000000-3.000000 2,-8.000000-2.000000 3,-9.000000 0.000000 3,-6.000000 7.000000 3,-6.000000 6.000000 3,-6.000000 7.000000 4,-10.000000 4.000000-1,-12.000000 3.000000-5,-13.000000 3.000000-4,-12.000000 4.000000-6,-10.000000-4.000000-9,-6.000000-9.000000-13,-6.000000-10.000000-12,-6.000000-8.000000-12,1.000000-8.000000-9,9.000000-2.000000-5,10.000000-3.000000-3,10.000000-3.000000-4</inkml:trace>
</inkml:ink>
</file>

<file path=ppt/ink/ink2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5"/>
    </inkml:context>
    <inkml:brush xml:id="br0">
      <inkml:brushProperty name="width" value="0.0274753123521805" units="cm"/>
      <inkml:brushProperty name="height" value="0.0274753123521805" units="cm"/>
      <inkml:brushProperty name="color" value="#000000"/>
      <inkml:brushProperty name="ignorePressure" value="0"/>
    </inkml:brush>
  </inkml:definitions>
  <inkml:trace contextRef="#ctx0" brushRef="#br0">70650.000000 13550.000000 533,'-71.000000'0.000000'0,"10.000000"0.000000"0 ,10.000000 0.000000 0,9.000000 0.000000 0,2.000000 0.000000 11,-2.000000 0.000000 23,-3.000000 0.000000 21,-3.000000 0.000000 23,-1.000000 1.000000 2,4.000000 4.000000-18,3.000000 3.000000-18,3.000000 3.000000-18,3.000000 6.000000-10,3.000000 9.000000-4,3.000000 10.000000-2,4.000000 10.000000-3,4.000000 5.000000-3,6.000000 4.000000-4,7.000000 3.000000-3,6.000000 3.000000-4,6.000000-2.000000-2,6.000000-6.000000 1,7.000000-6.000000 0,6.000000-6.000000 1,6.000000-4.000000 0,6.000000 1.000000 3,7.000000-1.000000 1,6.000000 1.000000 2,4.000000-3.000000 1,4.000000-2.000000 2,3.000000-3.000000 0,3.000000-3.000000 1,-2.000000-2.000000 1,-6.000000 0.000000 2,-6.000000 0.000000 2,-6.000000 0.000000 2,-9.000000 3.000000 1,-8.000000 6.000000-1,-10.000000 7.000000 1,-9.000000 6.000000-1,-12.000000 1.000000-2,-11.000000-3.000000-9,-14.000000-3.000000-6,-11.000000-2.000000-8,-6.000000-8.000000-9,4.000000-8.000000-10,3.000000-10.000000-12,3.000000-9.000000-10,4.000000-7.000000-5,7.000000-3.000000 1,6.000000-3.000000 1,7.000000-2.000000 0</inkml:trace>
</inkml:ink>
</file>

<file path=ppt/ink/ink2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6"/>
    </inkml:context>
    <inkml:brush xml:id="br0">
      <inkml:brushProperty name="width" value="0.0308772437274456" units="cm"/>
      <inkml:brushProperty name="height" value="0.0308772437274456" units="cm"/>
      <inkml:brushProperty name="color" value="#000000"/>
      <inkml:brushProperty name="ignorePressure" value="0"/>
    </inkml:brush>
  </inkml:definitions>
  <inkml:trace contextRef="#ctx0" brushRef="#br0">71200.000000 13900.000000 474,'-46.000000'23.000000'18,"10.000000"-3.000000"5 ,10.000000-3.000000 6,9.000000-2.000000 5,6.000000 0.000000 4,3.000000 7.000000 2,3.000000 6.000000 2,4.000000 7.000000 3,1.000000 5.000000-2,0.000000 7.000000-6,0.000000 6.000000-5,0.000000 7.000000-6,4.000000 2.000000-4,10.000000 1.000000-1,10.000000-1.000000-2,9.000000 1.000000-1,6.000000-6.000000-3,3.000000-8.000000-4,3.000000-10.000000-3,4.000000-9.000000-4,4.000000-12.000000-3,6.000000-11.000000-3,7.000000-14.000000-2,6.000000-11.000000-2,-1.000000-14.000000-2,-5.000000-11.000000-4,-7.000000-14.000000-3,-5.000000-11.000000-3,-9.000000-7.000000-1,-9.000000 0.000000 4,-10.000000 0.000000 2,-8.000000 0.000000 3,-9.000000 3.000000 3,-6.000000 6.000000 2,-6.000000 7.000000 2,-6.000000 6.000000 2,-10.000000 6.000000 0,-12.000000 6.000000-2,-13.000000 7.000000-2,-12.000000 6.000000-2,-7.000000 6.000000-1,1.000000 6.000000-4,-1.000000 7.000000-2,1.000000 6.000000-2,4.000000 4.000000-10,9.000000 4.000000-15,10.000000 3.000000-16,10.000000 3.000000-15</inkml:trace>
</inkml:ink>
</file>

<file path=ppt/ink/ink2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6"/>
    </inkml:context>
    <inkml:brush xml:id="br0">
      <inkml:brushProperty name="width" value="0.0319138877093792" units="cm"/>
      <inkml:brushProperty name="height" value="0.0319138877093792" units="cm"/>
      <inkml:brushProperty name="color" value="#000000"/>
      <inkml:brushProperty name="ignorePressure" value="0"/>
    </inkml:brush>
  </inkml:definitions>
  <inkml:trace contextRef="#ctx0" brushRef="#br0">72300.000000 13600.000000 459,'0.000000'48.000000'152,"0.000000"-3.000000"-35 ,0.000000-3.000000-33,0.000000-2.000000-34,0.000000 0.000000-19,0.000000 7.000000-5,0.000000 6.000000-4,0.000000 7.000000-4,0.000000 4.000000-5,0.000000 3.000000-2,0.000000 3.000000-2,0.000000 4.000000-4,0.000000-4.000000-3,0.000000-9.000000-2,0.000000-10.000000-4,0.000000-8.000000-2,4.000000-17.000000-7,10.000000-21.000000-8,10.000000-22.000000-10,9.000000-22.000000-9,7.000000-15.000000-1,7.000000-5.000000 6,6.000000-7.000000 6,7.000000-5.000000 5,5.000000-4.000000 6,7.000000 0.000000 5,6.000000 0.000000 3,7.000000 0.000000 5,0.000000 4.000000 4,-2.000000 10.000000 5,-3.000000 10.000000 3,-3.000000 9.000000 4,-7.000000 10.000000 3,-9.000000 14.000000 2,-10.000000 11.000000 1,-8.000000 14.000000 3,-11.000000 13.000000 0,-8.000000 16.000000 0,-10.000000 15.000000 1,-9.000000 17.000000-1,-7.000000 7.000000-3,-3.000000 0.000000-6,-3.000000 0.000000-7,-2.000000 0.000000-6,-3.000000-4.000000-4,1.000000-5.000000-2,-1.000000-7.000000-3,1.000000-5.000000-1,4.000000-11.000000-12,9.000000-11.000000-22,10.000000-14.000000-21,10.000000-11.000000-21</inkml:trace>
</inkml:ink>
</file>

<file path=ppt/ink/ink2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6"/>
    </inkml:context>
    <inkml:brush xml:id="br0">
      <inkml:brushProperty name="width" value="0.0283481981605291" units="cm"/>
      <inkml:brushProperty name="height" value="0.0283481981605291" units="cm"/>
      <inkml:brushProperty name="color" value="#000000"/>
      <inkml:brushProperty name="ignorePressure" value="0"/>
    </inkml:brush>
  </inkml:definitions>
  <inkml:trace contextRef="#ctx0" brushRef="#br0">74400.000000 13450.000000 517,'21.000000'-25.000000'3,"-5.000000"0.000000"5 ,-7.000000 0.000000 6,-5.000000 0.000000 5,-8.000000 4.000000 10,-5.000000 10.000000 14,-7.000000 10.000000 13,-5.000000 9.000000 14,-4.000000 9.000000 0,0.000000 9.000000-14,0.000000 10.000000-14,0.000000 10.000000-14,1.000000 4.000000-9,4.000000 0.000000-6,3.000000 0.000000-4,3.000000 0.000000-6,3.000000 0.000000-3,3.000000 0.000000-5,3.000000 0.000000-3,4.000000 0.000000-3,4.000000-4.000000-3,6.000000-5.000000 0,7.000000-7.000000 0,6.000000-5.000000-1,6.000000-4.000000 0,6.000000 0.000000 1,7.000000 0.000000 1,6.000000 0.000000 2,1.000000 0.000000 1,-3.000000 0.000000 4,-3.000000 0.000000 2,-2.000000 0.000000 4,-8.000000 1.000000 4,-8.000000 4.000000 4,-10.000000 3.000000 6,-9.000000 3.000000 3,-9.000000 1.000000 2,-5.000000 1.000000-4,-7.000000-1.000000-4,-5.000000 1.000000-4,-4.000000-4.000000-16,0.000000-6.000000-29,0.000000-6.000000-30,0.000000-6.000000-30</inkml:trace>
</inkml:ink>
</file>

<file path=ppt/ink/ink2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8"/>
    </inkml:context>
    <inkml:brush xml:id="br0">
      <inkml:brushProperty name="width" value="0.0321478359401226" units="cm"/>
      <inkml:brushProperty name="height" value="0.0321478359401226" units="cm"/>
      <inkml:brushProperty name="color" value="#000000"/>
      <inkml:brushProperty name="ignorePressure" value="0"/>
    </inkml:brush>
  </inkml:definitions>
  <inkml:trace contextRef="#ctx0" brushRef="#br0">76050.000000 35500.000000 456,'-22.000000'-91.000000'3,"6.000000"19.000000"6 ,7.000000 19.000000 5,6.000000 19.000000 7,7.000000 13.000000 5,10.000000 10.000000 4,10.000000 10.000000 5,9.000000 9.000000 3,2.000000 18.000000 1,-2.000000 29.000000-5,-3.000000 28.000000-4,-3.000000 28.000000-4,-6.000000 29.000000-3,-5.000000 32.000000 0,-7.000000 31.000000-1,-5.000000 32.000000-1,-4.000000 27.000000-1,0.000000 26.000000-2,0.000000 24.000000-1,0.000000 26.000000-2,-2.000000 24.000000-1,-3.000000 26.000000-2,-3.000000 24.000000-3,-2.000000 26.000000-1,-3.000000 2.000000-2,1.000000-18.000000-1,-1.000000-19.000000-1,1.000000-18.000000-1,1.000000-10.000000-1,3.000000 0.000000 0,3.000000 0.000000 1,4.000000 0.000000-1,2.000000 7.000000 0,4.000000 17.000000-1,3.000000 15.000000 1,3.000000 16.000000 0,-1.000000 5.000000-1,-2.000000-2.000000 0,-3.000000-3.000000-1,-3.000000-3.000000 1,-2.000000-2.000000-2,0.000000 0.000000-2,0.000000 0.000000-1,0.000000 0.000000-1,1.000000-7.000000-1,4.000000-11.000000 1,3.000000-14.000000 2,3.000000-11.000000 0,1.000000-17.000000 1,1.000000-18.000000 0,-1.000000-19.000000 1,1.000000-18.000000-1,-1.000000-20.000000 0,1.000000-18.000000-1,-1.000000-19.000000 0,1.000000-18.000000 0,-1.000000-14.000000 0,1.000000-5.000000 0,-1.000000-7.000000 0,1.000000-5.000000 1,-3.000000-15.000000 0,-2.000000-22.000000 0,-3.000000-22.000000 0,-3.000000-21.000000 1,-2.000000-15.000000 1,0.000000-6.000000-2,0.000000-6.000000 0,0.000000-6.000000 0,0.000000-10.000000 0,0.000000-12.000000-2,0.000000-13.000000 0,0.000000-12.000000 0,0.000000-18.000000-11,0.000000-21.000000-18,0.000000-22.000000-20,0.000000-22.000000-19,0.000000-11.000000-5,0.000000 0.000000 8,0.000000 0.000000 10,0.000000 0.000000 8</inkml:trace>
</inkml:ink>
</file>

<file path=ppt/ink/ink2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78400.000000 41800.000000 999,'-24.000000'-25.000000'-86,"4.000000"0.000000"22 ,3.000000 0.000000 22,3.000000 0.000000 21</inkml:trace>
</inkml:ink>
</file>

<file path=ppt/ink/ink2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9"/>
    </inkml:context>
    <inkml:brush xml:id="br0">
      <inkml:brushProperty name="width" value="0.0344253219664097" units="cm"/>
      <inkml:brushProperty name="height" value="0.0344253219664097" units="cm"/>
      <inkml:brushProperty name="color" value="#000000"/>
      <inkml:brushProperty name="ignorePressure" value="0"/>
    </inkml:brush>
  </inkml:definitions>
  <inkml:trace contextRef="#ctx0" brushRef="#br0">78200.000000 41000.000000 426,'-21.000000'-15.000000'-25,"10.000000"23.000000"23 ,10.000000 22.000000 23,9.000000 22.000000 24,4.000000 15.000000 7,1.000000 9.000000-4,-1.000000 10.000000-7,1.000000 10.000000-5,-1.000000 13.000000-4,1.000000 19.000000-2,-1.000000 19.000000-3,1.000000 19.000000-2,-3.000000 24.000000-1,-2.000000 32.000000-2,-3.000000 31.000000 0,-3.000000 32.000000-1,-4.000000 19.000000-1,-3.000000 10.000000 0,-3.000000 10.000000-2,-2.000000 9.000000-1,-3.000000-7.000000-1,1.000000-21.000000-2,-1.000000-22.000000-3,1.000000-22.000000-1,1.000000-27.000000-2,3.000000-31.000000 0,3.000000-31.000000-1,4.000000-31.000000-2,4.000000-37.000000-10,6.000000-40.000000-22,7.000000-40.000000-22,6.000000-41.000000-21,1.000000-35.000000-5,-3.000000-28.000000 10,-3.000000-28.000000 13,-2.000000-27.000000 10,-3.000000-6.000000 6,1.000000 19.000000-3,-1.000000 19.000000-2,1.000000 19.000000-2</inkml:trace>
</inkml:ink>
</file>

<file path=ppt/ink/ink2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09"/>
    </inkml:context>
    <inkml:brush xml:id="br0">
      <inkml:brushProperty name="width" value="0.0328487865626812" units="cm"/>
      <inkml:brushProperty name="height" value="0.0328487865626812" units="cm"/>
      <inkml:brushProperty name="color" value="#000000"/>
      <inkml:brushProperty name="ignorePressure" value="0"/>
    </inkml:brush>
  </inkml:definitions>
  <inkml:trace contextRef="#ctx0" brushRef="#br0">78650.000000 40200.000000 446,'7.000000'-46.000000'41,"17.000000"10.000000"1 ,15.000000 10.000000 3,16.000000 9.000000 2,16.000000 6.000000-4,20.000000 3.000000-8,18.000000 3.000000-9,20.000000 4.000000-8,19.000000 1.000000-6,22.000000 0.000000-3,22.000000 0.000000-2,23.000000 0.000000-3,10.000000 0.000000-3,0.000000 0.000000-1,0.000000 0.000000-3,0.000000 0.000000-1,-5.000000 0.000000-3,-9.000000 0.000000-1,-10.000000 0.000000-2,-8.000000 0.000000-2,-12.000000-2.000000 0,-12.000000-3.000000-2,-13.000000-3.000000-2,-12.000000-2.000000 0,-21.000000 0.000000 0,-28.000000 7.000000 2,-28.000000 6.000000 2,-27.000000 7.000000 2,-20.000000 5.000000 2,-9.000000 7.000000 4,-10.000000 6.000000 3,-8.000000 7.000000 3,-8.000000 7.000000 5,-2.000000 9.000000 5,-3.000000 10.000000 5,-3.000000 10.000000 6,-1.000000 16.000000 2,4.000000 26.000000-1,3.000000 24.000000-2,3.000000 26.000000-1,3.000000 8.000000-2,3.000000-5.000000-1,3.000000-7.000000-1,4.000000-5.000000-2,2.000000 11.000000 1,4.000000 32.000000 2,3.000000 31.000000 0,3.000000 32.000000 2,-1.000000 16.000000 0,-2.000000 4.000000-3,-3.000000 3.000000-3,-3.000000 3.000000-2,-2.000000-5.000000-3,0.000000-12.000000-1,0.000000-13.000000-2,0.000000-12.000000-1,0.000000-7.000000-2,0.000000 1.000000-1,0.000000-1.000000-2,0.000000 1.000000 0,0.000000-7.000000 0,0.000000-12.000000-1,0.000000-13.000000-1,0.000000-12.000000 0,0.000000-16.000000-1,0.000000-19.000000 0,0.000000-18.000000-1,0.000000-19.000000-2,0.000000-13.000000 0,0.000000-6.000000-1,0.000000-6.000000-1,0.000000-6.000000-1,0.000000-10.000000-3,0.000000-12.000000-3,0.000000-13.000000-3,0.000000-12.000000-3,-2.000000-16.000000-12,-3.000000-19.000000-19,-3.000000-18.000000-19,-2.000000-19.000000-19</inkml:trace>
</inkml:ink>
</file>

<file path=ppt/ink/ink2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0"/>
    </inkml:context>
    <inkml:brush xml:id="br0">
      <inkml:brushProperty name="width" value="0.0313937701284885" units="cm"/>
      <inkml:brushProperty name="height" value="0.0313937701284885" units="cm"/>
      <inkml:brushProperty name="color" value="#000000"/>
      <inkml:brushProperty name="ignorePressure" value="0"/>
    </inkml:brush>
  </inkml:definitions>
  <inkml:trace contextRef="#ctx0" brushRef="#br0">78500.000000 46600.000000 467,'129.000000'-22.000000'142,"10.000000"6.000000"-30 ,10.000000 7.000000-29,9.000000 6.000000-30,12.000000 6.000000-18,16.000000 6.000000-4,15.000000 7.000000-5,17.000000 6.000000-4,-1.000000 1.000000-6,-16.000000-3.000000-7,-15.000000-3.000000-5,-15.000000-2.000000-8,-21.000000-5.000000-7,-25.000000-2.000000-9,-25.000000-3.000000-10,-25.000000-3.000000-9</inkml:trace>
</inkml:ink>
</file>

<file path=ppt/ink/ink2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0"/>
    </inkml:context>
    <inkml:brush xml:id="br0">
      <inkml:brushProperty name="width" value="0.0358185395598412" units="cm"/>
      <inkml:brushProperty name="height" value="0.0358185395598412" units="cm"/>
      <inkml:brushProperty name="color" value="#000000"/>
      <inkml:brushProperty name="ignorePressure" value="0"/>
    </inkml:brush>
  </inkml:definitions>
  <inkml:trace contextRef="#ctx0" brushRef="#br0">80100.000000 42450.000000 409,'-83.000000'4.000000'22,"34.000000"10.000000"18 ,35.000000 10.000000 19,35.000000 9.000000 17,22.000000 9.000000 2,14.000000 9.000000-14,11.000000 10.000000-13,14.000000 10.000000-14,5.000000 4.000000-9,1.000000 0.000000-6,-1.000000 0.000000-5,1.000000 0.000000-7,-1.000000-4.000000-3,1.000000-5.000000-2,-1.000000-7.000000-2,1.000000-5.000000-2,-6.000000-8.000000-2,-8.000000-5.000000-2,-10.000000-7.000000-1,-9.000000-5.000000-1,-16.000000-4.000000 0,-22.000000 0.000000 3,-22.000000 0.000000 3,-21.000000 0.000000 3,-20.000000 4.000000 3,-15.000000 10.000000 2,-15.000000 10.000000 2,-16.000000 9.000000 3,-8.000000 6.000000-1,0.000000 3.000000-1,0.000000 3.000000-3,0.000000 4.000000-1,7.000000-6.000000-5,17.000000-11.000000-9,15.000000-14.000000-8,16.000000-11.000000-9</inkml:trace>
</inkml:ink>
</file>

<file path=ppt/ink/ink2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1"/>
    </inkml:context>
    <inkml:brush xml:id="br0">
      <inkml:brushProperty name="width" value="0.0249835979193449" units="cm"/>
      <inkml:brushProperty name="height" value="0.0249835979193449" units="cm"/>
      <inkml:brushProperty name="color" value="#000000"/>
      <inkml:brushProperty name="ignorePressure" value="0"/>
    </inkml:brush>
  </inkml:definitions>
  <inkml:trace contextRef="#ctx0" brushRef="#br0">47900.000000 37500.000000 587,'-24.000000'-47.000000'-2,"4.000000"6.000000"15 ,3.000000 7.000000 14,3.000000 6.000000 15,1.000000 3.000000 4,1.000000 0.000000-5,-1.000000 0.000000-5,1.000000 0.000000-5,-4.000000 1.000000-6,-6.000000 4.000000-6,-6.000000 3.000000-7,-6.000000 3.000000-7,-6.000000 6.000000-3,-2.000000 9.000000-1,-3.000000 10.000000-1,-3.000000 10.000000-1,-2.000000 10.000000-1,0.000000 13.000000 1,0.000000 12.000000-2,0.000000 13.000000 1,3.000000 4.000000-2,6.000000-3.000000-1,7.000000-3.000000-2,6.000000-2.000000-2,9.000000-3.000000 0,13.000000 1.000000-1,12.000000-1.000000 1,13.000000 1.000000 0,12.000000-4.000000 1,13.000000-6.000000 3,12.000000-6.000000 2,13.000000-6.000000 2,4.000000-4.000000 2,-3.000000 1.000000 3,-3.000000-1.000000 2,-2.000000 1.000000 2,-8.000000-3.000000 1,-8.000000-2.000000 0,-10.000000-3.000000-1,-9.000000-3.000000 1,-9.000000 2.000000 2,-5.000000 10.000000 4,-7.000000 10.000000 5,-5.000000 9.000000 5,-8.000000-1.000000 0,-5.000000-8.000000-5,-7.000000-10.000000-3,-5.000000-9.000000-4,-9.000000-2.000000-10,-9.000000 6.000000-16,-10.000000 7.000000-14,-8.000000 6.000000-15</inkml:trace>
</inkml:ink>
</file>

<file path=ppt/ink/ink2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1"/>
    </inkml:context>
    <inkml:brush xml:id="br0">
      <inkml:brushProperty name="width" value="0.0214436892420053" units="cm"/>
      <inkml:brushProperty name="height" value="0.0214436892420053" units="cm"/>
      <inkml:brushProperty name="color" value="#000000"/>
      <inkml:brushProperty name="ignorePressure" value="0"/>
    </inkml:brush>
  </inkml:definitions>
  <inkml:trace contextRef="#ctx0" brushRef="#br0">48250.000000 38400.000000 683,'25.000000'-116.000000'4,"0.000000"19.000000"6 ,0.000000 19.000000 6,0.000000 19.000000 7,-4.000000 10.000000 3,-5.000000 4.000000-1,-7.000000 3.000000-1,-5.000000 3.000000-1,-11.000000 10.000000 0,-11.000000 20.000000 3,-14.000000 18.000000 1,-11.000000 20.000000 1,-4.000000 13.000000-2,6.000000 9.000000-7,7.000000 10.000000-7,6.000000 10.000000-8,4.000000 2.000000-4,4.000000-3.000000 0,3.000000-3.000000-2,3.000000-2.000000 0,3.000000-6.000000-3,3.000000-6.000000-1,3.000000-6.000000-2,4.000000-6.000000-2,4.000000-9.000000-3,6.000000-8.000000-2,7.000000-10.000000-2,6.000000-9.000000-3,4.000000-9.000000 0,4.000000-5.000000 0,3.000000-7.000000 0,3.000000-5.000000 1,1.000000-8.000000 2,1.000000-5.000000 4,-1.000000-7.000000 2,1.000000-5.000000 4,-4.000000 0.000000 3,-6.000000 10.000000 3,-6.000000 10.000000 3,-6.000000 9.000000 2,-4.000000 9.000000-1,1.000000 9.000000-4,-1.000000 10.000000-5,1.000000 10.000000-5,-1.000000 2.000000-7,1.000000-3.000000-6,-1.000000-3.000000-8,1.000000-2.000000-7</inkml:trace>
</inkml:ink>
</file>

<file path=ppt/ink/ink2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2"/>
    </inkml:context>
    <inkml:brush xml:id="br0">
      <inkml:brushProperty name="width" value="0.0200987588614225" units="cm"/>
      <inkml:brushProperty name="height" value="0.0200987588614225" units="cm"/>
      <inkml:brushProperty name="color" value="#000000"/>
      <inkml:brushProperty name="ignorePressure" value="0"/>
    </inkml:brush>
  </inkml:definitions>
  <inkml:trace contextRef="#ctx0" brushRef="#br0">49000.000000 38000.000000 729,'0.000000'92.000000'114,"0.000000"-16.000000"-31 ,0.000000-15.000000-32,0.000000-15.000000-30,0.000000-11.000000-19,0.000000-2.000000-7,0.000000-3.000000-7,0.000000-3.000000-6,1.000000-9.000000-5,4.000000-11.000000-3,3.000000-14.000000-3,3.000000-11.000000-3,6.000000-12.000000 0,9.000000-9.000000 3,10.000000-10.000000 3,10.000000-8.000000 3,5.000000-4.000000 3,4.000000 3.000000 3,3.000000 3.000000 3,3.000000 4.000000 3,-2.000000 4.000000 5,-6.000000 6.000000 5,-6.000000 7.000000 5,-6.000000 6.000000 5,-6.000000 6.000000 5,-2.000000 6.000000 3,-3.000000 7.000000 3,-3.000000 6.000000 3,-6.000000 9.000000 2,-5.000000 13.000000-1,-7.000000 12.000000-1,-5.000000 13.000000 1,-4.000000 6.000000-3,0.000000 0.000000-4,0.000000 0.000000-3,0.000000 0.000000-5,-2.000000-4.000000-2,-3.000000-5.000000-3,-3.000000-7.000000-2,-2.000000-5.000000-3,2.000000-12.000000-6,9.000000-16.000000-11,10.000000-15.000000-10,10.000000-15.000000-11,4.000000-9.000000-1,0.000000 1.000000 5,0.000000-1.000000 7,0.000000 1.000000 7,0.000000 1.000000 5,0.000000 3.000000 4,0.000000 3.000000 4,0.000000 4.000000 4,-2.000000 2.000000 3,-3.000000 4.000000 3,-3.000000 3.000000 3,-2.000000 3.000000 3,-3.000000 4.000000 3,1.000000 7.000000 5,-1.000000 6.000000 3,1.000000 7.000000 4,-3.000000 8.000000 3,-2.000000 14.000000 2,-3.000000 11.000000 1,-3.000000 14.000000 2,-2.000000 3.000000-6,0.000000-2.000000-16,0.000000-3.000000-16,0.000000-3.000000-14,1.000000-7.000000-7,4.000000-9.000000 3,3.000000-10.000000 2,3.000000-8.000000 2,1.000000-6.000000 0,1.000000 1.000000-6,-1.000000-1.000000-4,1.000000 1.000000-5</inkml:trace>
</inkml:ink>
</file>

<file path=ppt/ink/ink2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2"/>
    </inkml:context>
    <inkml:brush xml:id="br0">
      <inkml:brushProperty name="width" value="0.0203888956457376" units="cm"/>
      <inkml:brushProperty name="height" value="0.0203888956457376" units="cm"/>
      <inkml:brushProperty name="color" value="#000000"/>
      <inkml:brushProperty name="ignorePressure" value="0"/>
    </inkml:brush>
  </inkml:definitions>
  <inkml:trace contextRef="#ctx0" brushRef="#br0">50700.000000 38000.000000 719,'68.000000'-2.000000'75,"-11.000000"-3.000000"-17 ,-14.000000-3.000000-19,-11.000000-2.000000-18,-4.000000-5.000000-9,6.000000-2.000000-2,7.000000-3.000000 0,6.000000-3.000000-1,4.000000-6.000000 0,4.000000-5.000000-1,3.000000-7.000000 0,3.000000-5.000000 0,-5.000000-3.000000-1,-12.000000 4.000000-3,-13.000000 3.000000-2,-12.000000 3.000000-2,-13.000000 6.000000-3,-12.000000 9.000000-5,-13.000000 10.000000-5,-12.000000 10.000000-3,-13.000000 7.000000-4,-12.000000 6.000000-2,-13.000000 7.000000-1,-12.000000 6.000000-2,-4.000000 7.000000 1,7.000000 10.000000 7,6.000000 10.000000 5,7.000000 9.000000 5,7.000000 2.000000 6,9.000000-2.000000 5,10.000000-3.000000 7,10.000000-3.000000 5,13.000000-2.000000 3,19.000000 0.000000-2,19.000000 0.000000 0,19.000000 0.000000-2,5.000000-7.000000-4,-5.000000-11.000000-5,-7.000000-14.000000-7,-5.000000-11.000000-5,-3.000000-6.000000-11,4.000000 4.000000-15,3.000000 3.000000-16,3.000000 3.000000-15</inkml:trace>
</inkml:ink>
</file>

<file path=ppt/ink/ink2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2"/>
    </inkml:context>
    <inkml:brush xml:id="br0">
      <inkml:brushProperty name="width" value="0.0249502062797546" units="cm"/>
      <inkml:brushProperty name="height" value="0.0249502062797546" units="cm"/>
      <inkml:brushProperty name="color" value="#000000"/>
      <inkml:brushProperty name="ignorePressure" value="0"/>
    </inkml:brush>
  </inkml:definitions>
  <inkml:trace contextRef="#ctx0" brushRef="#br0">49750.000000 40750.000000 587,'-24.000000'-69.000000'5,"4.000000"13.000000"10 ,3.000000 12.000000 10,3.000000 13.000000 10,1.000000 4.000000 5,1.000000-3.000000 0,-1.000000-3.000000 1,1.000000-2.000000 0,-3.000000-1.000000-2,-2.000000 3.000000-5,-3.000000 3.000000-5,-3.000000 4.000000-6,-9.000000 4.000000-5,-11.000000 6.000000-4,-14.000000 7.000000-5,-11.000000 6.000000-5,-12.000000 4.000000-3,-9.000000 4.000000-2,-10.000000 3.000000-2,-8.000000 3.000000 0,-8.000000 4.000000-3,-2.000000 7.000000-2,-3.000000 6.000000-2,-3.000000 7.000000-3,7.000000 2.000000-2,19.000000 1.000000 0,19.000000-1.000000-1,19.000000 1.000000-1</inkml:trace>
</inkml:ink>
</file>

<file path=ppt/ink/ink2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3"/>
    </inkml:context>
    <inkml:brush xml:id="br0">
      <inkml:brushProperty name="width" value="0.0246897581964731" units="cm"/>
      <inkml:brushProperty name="height" value="0.0246897581964731" units="cm"/>
      <inkml:brushProperty name="color" value="#000000"/>
      <inkml:brushProperty name="ignorePressure" value="0"/>
    </inkml:brush>
  </inkml:definitions>
  <inkml:trace contextRef="#ctx0" brushRef="#br0">48900.000000 39750.000000 594,'-46.000000'-24.000000'10,"10.000000"4.000000"4 ,10.000000 3.000000 5,9.000000 3.000000 3,-1.000000 1.000000 4,-8.000000 1.000000 4,-10.000000-1.000000 2,-9.000000 1.000000 4,-7.000000 2.000000-2,-3.000000 7.000000-7,-3.000000 6.000000-8,-2.000000 7.000000-6,-6.000000 5.000000-6,-6.000000 7.000000-2,-6.000000 6.000000-3,-6.000000 7.000000-2,-4.000000 5.000000-1,1.000000 7.000000 1,-1.000000 6.000000 1,1.000000 7.000000 1,5.000000 0.000000 0,14.000000-2.000000-2,11.000000-3.000000-2,14.000000-3.000000 0,8.000000 1.000000-1,7.000000 6.000000 3,6.000000 7.000000 2,7.000000 6.000000 2,10.000000-1.000000 2,16.000000-5.000000 2,15.000000-7.000000 4,17.000000-5.000000 2,11.000000-8.000000 1,10.000000-5.000000 0,10.000000-7.000000-1,9.000000-5.000000 0,4.000000-4.000000-6,1.000000 0.000000-11,-1.000000 0.000000-13,1.000000 0.000000-12,-9.000000-2.000000-12,-15.000000-3.000000-14,-15.000000-3.000000-13,-16.000000-2.000000-14</inkml:trace>
</inkml:ink>
</file>

<file path=ppt/ink/ink2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3"/>
    </inkml:context>
    <inkml:brush xml:id="br0">
      <inkml:brushProperty name="width" value="0.0232550241053104" units="cm"/>
      <inkml:brushProperty name="height" value="0.0232550241053104" units="cm"/>
      <inkml:brushProperty name="color" value="#000000"/>
      <inkml:brushProperty name="ignorePressure" value="0"/>
    </inkml:brush>
  </inkml:definitions>
  <inkml:trace contextRef="#ctx0" brushRef="#br0">48250.000000 47550.000000 630,'-49.000000'-27.000000'0,"4.000000"-3.000000"1 ,3.000000-3.000000 0,3.000000-2.000000 0,1.000000 0.000000 7,1.000000 7.000000 16,-1.000000 6.000000 14,1.000000 7.000000 15,-1.000000 5.000000 4,1.000000 7.000000-7,-1.000000 6.000000-7,1.000000 7.000000-8,-4.000000 10.000000-7,-6.000000 16.000000-9,-6.000000 15.000000-9,-6.000000 17.000000-8,1.000000 8.000000-7,9.000000 4.000000-1,10.000000 3.000000-3,10.000000 3.000000-1,7.000000-2.000000-3,6.000000-6.000000 0,7.000000-6.000000-2,6.000000-6.000000-2,10.000000-6.000000 1,17.000000-2.000000 2,15.000000-3.000000 1,16.000000-3.000000 2,9.000000-6.000000 2,3.000000-5.000000 3,3.000000-7.000000 3,4.000000-5.000000 2,-3.000000-6.000000 4,-5.000000-3.000000 3,-7.000000-3.000000 2,-5.000000-2.000000 3,-8.000000-1.000000 2,-5.000000 3.000000 0,-7.000000 3.000000 0,-5.000000 4.000000 2,-11.000000 2.000000-2,-11.000000 4.000000 0,-14.000000 3.000000 0,-11.000000 3.000000-2,-11.000000-1.000000-3,-5.000000-2.000000-5,-7.000000-3.000000-7,-5.000000-3.000000-5,-1.000000-4.000000-4,6.000000-3.000000-1,7.000000-3.000000-2,6.000000-2.000000-1</inkml:trace>
</inkml:ink>
</file>

<file path=ppt/ink/ink2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4"/>
    </inkml:context>
    <inkml:brush xml:id="br0">
      <inkml:brushProperty name="width" value="0.0242417976260185" units="cm"/>
      <inkml:brushProperty name="height" value="0.0242417976260185" units="cm"/>
      <inkml:brushProperty name="color" value="#000000"/>
      <inkml:brushProperty name="ignorePressure" value="0"/>
    </inkml:brush>
  </inkml:definitions>
  <inkml:trace contextRef="#ctx0" brushRef="#br0">48750.000000 48350.000000 605,'67.000000'-138.000000'3,"-16.000000"26.000000"6 ,-15.000000 24.000000 6,-15.000000 26.000000 7,-11.000000 15.000000 4,-2.000000 6.000000 4,-3.000000 7.000000 3,-3.000000 6.000000 3,-10.000000 7.000000 0,-16.000000 10.000000-4,-15.000000 10.000000-6,-15.000000 9.000000-4,-7.000000 15.000000-5,3.000000 22.000000-2,3.000000 22.000000-3,4.000000 23.000000-4,2.000000 8.000000-1,4.000000-3.000000 2,3.000000-3.000000 1,3.000000-2.000000 0,6.000000-8.000000 0,9.000000-8.000000-5,10.000000-10.000000-4,10.000000-9.000000-3,10.000000-9.000000-4,13.000000-5.000000-3,12.000000-7.000000-2,13.000000-5.000000-2,12.000000-15.000000-4,13.000000-22.000000-3,12.000000-22.000000-4,13.000000-21.000000-3,2.000000-15.000000-2,-5.000000-6.000000 0,-7.000000-6.000000-1,-5.000000-6.000000 0,-11.000000 2.000000 4,-11.000000 14.000000 5,-14.000000 11.000000 7,-11.000000 14.000000 7,-12.000000 16.000000 6,-9.000000 22.000000 10,-10.000000 22.000000 9,-8.000000 23.000000 9,-4.000000 10.000000-3,3.000000 0.000000-12,3.000000 0.000000-13,4.000000 0.000000-14,2.000000-2.000000-10,4.000000-3.000000-7,3.000000-3.000000-8,3.000000-2.000000-8</inkml:trace>
</inkml:ink>
</file>

<file path=ppt/ink/ink2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4"/>
    </inkml:context>
    <inkml:brush xml:id="br0">
      <inkml:brushProperty name="width" value="0.0235444270074368" units="cm"/>
      <inkml:brushProperty name="height" value="0.0235444270074368" units="cm"/>
      <inkml:brushProperty name="color" value="#000000"/>
      <inkml:brushProperty name="ignorePressure" value="0"/>
    </inkml:brush>
  </inkml:definitions>
  <inkml:trace contextRef="#ctx0" brushRef="#br0">49900.000000 48100.000000 622,'-22.000000'-15.000000'35,"6.000000"23.000000"8 ,7.000000 22.000000 8,6.000000 22.000000 9,3.000000 10.000000-2,0.000000 1.000000-12,0.000000-1.000000-12,0.000000 1.000000-11,-2.000000-3.000000-9,-3.000000-2.000000-5,-3.000000-3.000000-5,-2.000000-3.000000-4,2.000000-13.000000-12,9.000000-22.000000-17,10.000000-22.000000-18,10.000000-21.000000-18,5.000000-15.000000-3,4.000000-6.000000 11,3.000000-6.000000 11,3.000000-6.000000 12,-1.000000-2.000000 9,-2.000000 3.000000 9,-3.000000 3.000000 9,-3.000000 4.000000 8,-2.000000 5.000000 5,0.000000 10.000000 3,0.000000 10.000000 3,0.000000 9.000000 3,-2.000000 7.000000 2,-3.000000 7.000000 3,-3.000000 6.000000 2,-2.000000 7.000000 2,-5.000000 5.000000 0,-2.000000 7.000000-3,-3.000000 6.000000-4,-3.000000 7.000000-3,-2.000000 2.000000-5,0.000000 1.000000-6,0.000000-1.000000-7,0.000000 1.000000-7,3.000000-9.000000-7,6.000000-15.000000-5,7.000000-15.000000-7,6.000000-16.000000-6,3.000000-10.000000-1,0.000000-3.000000 7,0.000000-3.000000 6,0.000000-2.000000 7,1.000000-1.000000 5,4.000000 3.000000 8,3.000000 3.000000 7,3.000000 4.000000 7,-2.000000 7.000000 3,-6.000000 13.000000 1,-6.000000 12.000000 1,-6.000000 13.000000 0,-4.000000 9.000000-1,1.000000 6.000000-2,-1.000000 7.000000-1,1.000000 6.000000-2,-3.000000-1.000000-2,-2.000000-5.000000-1,-3.000000-7.000000-3,-3.000000-5.000000-2,-1.000000-4.000000-6,4.000000 0.000000-11,3.000000 0.000000-12,3.000000 0.000000-11</inkml:trace>
</inkml:ink>
</file>

<file path=ppt/ink/ink2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4"/>
    </inkml:context>
    <inkml:brush xml:id="br0">
      <inkml:brushProperty name="width" value="0.0198831744492054" units="cm"/>
      <inkml:brushProperty name="height" value="0.0198831744492054" units="cm"/>
      <inkml:brushProperty name="color" value="#000000"/>
      <inkml:brushProperty name="ignorePressure" value="0"/>
    </inkml:brush>
  </inkml:definitions>
  <inkml:trace contextRef="#ctx0" brushRef="#br0">51450.000000 48250.000000 737,'46.000000'0.000000'87,"-5.000000"0.000000"-21 ,-7.000000 0.000000-21,-5.000000 0.000000-22,-1.000000-4.000000-10,6.000000-5.000000-3,7.000000-7.000000-2,6.000000-5.000000-2,4.000000-9.000000-3,4.000000-9.000000-1,3.000000-10.000000-4,3.000000-8.000000-1,-2.000000-4.000000-2,-6.000000 3.000000-1,-6.000000 3.000000 0,-6.000000 4.000000-1,-12.000000 4.000000-1,-15.000000 6.000000-1,-15.000000 7.000000-1,-16.000000 6.000000-1,-13.000000 9.000000-2,-9.000000 13.000000-1,-10.000000 12.000000-1,-8.000000 13.000000-2,-6.000000 12.000000 2,1.000000 13.000000 4,-1.000000 12.000000 5,1.000000 13.000000 4,5.000000 4.000000 4,14.000000-3.000000 3,11.000000-3.000000 2,14.000000-2.000000 3,8.000000-5.000000 3,7.000000-2.000000 4,6.000000-3.000000 3,7.000000-3.000000 3,7.000000-6.000000-1,9.000000-5.000000-5,10.000000-7.000000-5,10.000000-5.000000-6,0.000000-6.000000-13,-5.000000-3.000000-24,-7.000000-3.000000-23,-5.000000-2.000000-23</inkml:trace>
</inkml:ink>
</file>

<file path=ppt/ink/ink2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5"/>
    </inkml:context>
    <inkml:brush xml:id="br0">
      <inkml:brushProperty name="width" value="0.0259874276816845" units="cm"/>
      <inkml:brushProperty name="height" value="0.0259874276816845" units="cm"/>
      <inkml:brushProperty name="color" value="#000000"/>
      <inkml:brushProperty name="ignorePressure" value="0"/>
    </inkml:brush>
  </inkml:definitions>
  <inkml:trace contextRef="#ctx0" brushRef="#br0">50150.000000 50850.000000 564,'-24.000000'-46.000000'85,"4.000000"10.000000"-16 ,3.000000 10.000000-15,3.000000 9.000000-15,-5.000000 6.000000-9,-12.000000 3.000000-3,-13.000000 3.000000-2,-12.000000 4.000000-3,-10.000000 1.000000-2,-6.000000 0.000000-3,-6.000000 0.000000-2,-6.000000 0.000000-3,-10.000000 1.000000-2,-12.000000 4.000000-4,-13.000000 3.000000-2,-12.000000 3.000000-4,-4.000000 3.000000-1,7.000000 3.000000-1,6.000000 3.000000-2,7.000000 4.000000 0,8.000000 1.000000-2,14.000000 0.000000-1,11.000000 0.000000-2,14.000000 0.000000-2,19.000000-4.000000-5,29.000000-5.000000-10,28.000000-7.000000-9,28.000000-5.000000-9,12.000000-6.000000-3,-3.000000-3.000000 4,-3.000000-3.000000 2,-2.000000-2.000000 4,-5.000000-3.000000 2,-2.000000 1.000000 0,-3.000000-1.000000 1,-3.000000 1.000000 0</inkml:trace>
</inkml:ink>
</file>

<file path=ppt/ink/ink2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5"/>
    </inkml:context>
    <inkml:brush xml:id="br0">
      <inkml:brushProperty name="width" value="0.0244696382433176" units="cm"/>
      <inkml:brushProperty name="height" value="0.0244696382433176" units="cm"/>
      <inkml:brushProperty name="color" value="#000000"/>
      <inkml:brushProperty name="ignorePressure" value="0"/>
    </inkml:brush>
  </inkml:definitions>
  <inkml:trace contextRef="#ctx0" brushRef="#br0">49450.000000 50300.000000 599,'-47.000000'-22.000000'6,"6.000000"6.000000"10 ,7.000000 7.000000 8,6.000000 6.000000 10,-1.000000 3.000000 5,-5.000000 0.000000-2,-7.000000 0.000000 0,-5.000000 0.000000-1,-6.000000 0.000000-3,-3.000000 0.000000-5,-3.000000 0.000000-5,-2.000000 0.000000-5,-6.000000 6.000000-4,-6.000000 13.000000-3,-6.000000 12.000000-4,-6.000000 13.000000-3,-6.000000 6.000000-3,-2.000000 0.000000-2,-3.000000 0.000000-3,-3.000000 0.000000-2,4.000000 0.000000-1,13.000000 0.000000-1,12.000000 0.000000-1,13.000000 0.000000 0,10.000000-4.000000 0,10.000000-5.000000 1,10.000000-7.000000 0,9.000000-5.000000 0,10.000000-4.000000 3,14.000000 0.000000 6,11.000000 0.000000 5,14.000000 0.000000 6,10.000000-2.000000 3,9.000000-3.000000 1,10.000000-3.000000 1,10.000000-2.000000 1,5.000000-3.000000-3,4.000000 1.000000-5,3.000000-1.000000-6,3.000000 1.000000-5,-2.000000-1.000000-4,-6.000000 1.000000-2,-6.000000-1.000000-2,-6.000000 1.000000-1,-7.000000-3.000000-13,-6.000000-2.000000-21,-6.000000-3.000000-21,-6.000000-3.000000-23</inkml:trace>
</inkml:ink>
</file>

<file path=ppt/ink/ink2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6"/>
    </inkml:context>
    <inkml:brush xml:id="br0">
      <inkml:brushProperty name="width" value="0.0252807717770338" units="cm"/>
      <inkml:brushProperty name="height" value="0.0252807717770338" units="cm"/>
      <inkml:brushProperty name="color" value="#000000"/>
      <inkml:brushProperty name="ignorePressure" value="0"/>
    </inkml:brush>
  </inkml:definitions>
  <inkml:trace contextRef="#ctx0" brushRef="#br0">64950.000000 36600.000000 580,'-46.000000'-138.000000'-3,"10.000000"26.000000"12 ,10.000000 24.000000 11,9.000000 26.000000 12,-1.000000 13.000000 5,-8.000000 4.000000 1,-10.000000 3.000000 0,-9.000000 3.000000 1,-12.000000 4.000000-3,-11.000000 7.000000-3,-14.000000 6.000000-6,-11.000000 7.000000-3,-7.000000 13.000000-4,0.000000 22.000000-2,0.000000 22.000000-1,0.000000 23.000000-2,4.000000 14.000000-3,10.000000 10.000000-6,10.000000 10.000000-5,9.000000 9.000000-5,12.000000 2.000000-4,16.000000-2.000000-2,15.000000-3.000000-4,17.000000-3.000000-2,17.000000-9.000000-2,23.000000-11.000000-4,22.000000-14.000000-2,22.000000-11.000000-3,15.000000-14.000000 0,9.000000-11.000000 5,10.000000-14.000000 3,10.000000-11.000000 5,-1.000000-6.000000 4,-9.000000 4.000000 3,-10.000000 3.000000 3,-8.000000 3.000000 4,-15.000000 3.000000 3,-19.000000 3.000000 3,-18.000000 3.000000 5,-19.000000 4.000000 3,-21.000000 5.000000 2,-21.000000 10.000000-1,-22.000000 10.000000 1,-22.000000 9.000000 0,-10.000000 1.000000-5,4.000000-6.000000-10,3.000000-6.000000-11,3.000000-6.000000-9,6.000000-7.000000-11,9.000000-6.000000-11,10.000000-6.000000-11,10.000000-6.000000-12</inkml:trace>
</inkml:ink>
</file>

<file path=ppt/ink/ink2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6"/>
    </inkml:context>
    <inkml:brush xml:id="br0">
      <inkml:brushProperty name="width" value="0.0245099328458309" units="cm"/>
      <inkml:brushProperty name="height" value="0.0245099328458309" units="cm"/>
      <inkml:brushProperty name="color" value="#000000"/>
      <inkml:brushProperty name="ignorePressure" value="0"/>
    </inkml:brush>
  </inkml:definitions>
  <inkml:trace contextRef="#ctx0" brushRef="#br0">65600.000000 36900.000000 598,'-4.000000'-135.000000'18,"-5.000000"32.000000"5 ,-7.000000 31.000000 2,-5.000000 32.000000 4,-6.000000 18.000000 2,-3.000000 6.000000 1,-3.000000 7.000000-1,-2.000000 6.000000 0,-3.000000 15.000000-1,1.000000 26.000000-4,-1.000000 24.000000-4,1.000000 26.000000-4,1.000000 13.000000-3,3.000000 4.000000-1,3.000000 3.000000-2,4.000000 3.000000-1,4.000000-5.000000-2,6.000000-12.000000 0,7.000000-13.000000-1,6.000000-12.000000-1,7.000000-13.000000-7,10.000000-12.000000-10,10.000000-13.000000-12,9.000000-12.000000-11,7.000000-13.000000-6,7.000000-12.000000 0,6.000000-13.000000 0,7.000000-12.000000 0,-1.000000-10.000000 2,-6.000000-6.000000 4,-6.000000-6.000000 4,-6.000000-6.000000 5,-6.000000-1.000000 6,-2.000000 7.000000 9,-3.000000 6.000000 9,-3.000000 7.000000 8,-4.000000 10.000000 8,-3.000000 16.000000 6,-3.000000 15.000000 5,-2.000000 17.000000 5,-5.000000 10.000000-3,-2.000000 6.000000-15,-3.000000 7.000000-13,-3.000000 6.000000-14,-4.000000-2.000000-12,-3.000000-9.000000-8,-3.000000-10.000000-8,-2.000000-8.000000-9</inkml:trace>
</inkml:ink>
</file>

<file path=ppt/ink/ink2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6"/>
    </inkml:context>
    <inkml:brush xml:id="br0">
      <inkml:brushProperty name="width" value="0.023786099627614" units="cm"/>
      <inkml:brushProperty name="height" value="0.023786099627614" units="cm"/>
      <inkml:brushProperty name="color" value="#000000"/>
      <inkml:brushProperty name="ignorePressure" value="0"/>
    </inkml:brush>
  </inkml:definitions>
  <inkml:trace contextRef="#ctx0" brushRef="#br0">66100.000000 36950.000000 616,'3.000000'-44.000000'25,"6.000000"13.000000"10 ,7.000000 12.000000 11,6.000000 13.000000 11,-1.000000 13.000000-1,-5.000000 17.000000-10,-7.000000 15.000000-10,-5.000000 16.000000-10,-6.000000 10.000000-8,-3.000000 7.000000-3,-3.000000 6.000000-4,-2.000000 7.000000-4,-3.000000-3.000000-3,1.000000-8.000000-2,-1.000000-10.000000-4,1.000000-9.000000-2,4.000000-18.000000-10,9.000000-24.000000-18,10.000000-26.000000-17,10.000000-24.000000-18,7.000000-17.000000-4,6.000000-5.000000 13,7.000000-7.000000 11,6.000000-5.000000 12,3.000000-3.000000 8,0.000000 4.000000 8,0.000000 3.000000 6,0.000000 3.000000 6,-2.000000 9.000000 8,-3.000000 16.000000 7,-3.000000 15.000000 8,-2.000000 17.000000 8,-8.000000 11.000000 3,-8.000000 10.000000-3,-10.000000 10.000000-1,-9.000000 9.000000-2,-5.000000 7.000000 1,0.000000 7.000000 3,0.000000 6.000000 5,0.000000 7.000000 3,-2.000000-3.000000 0,-3.000000-8.000000-6,-3.000000-10.000000-6,-2.000000-9.000000-5,3.000000-15.000000-11,14.000000-18.000000-17,11.000000-19.000000-17,14.000000-18.000000-17,7.000000-12.000000-3,3.000000-3.000000 10,3.000000-3.000000 8,4.000000-2.000000 11,-1.000000 2.000000 7,-3.000000 9.000000 7,-3.000000 10.000000 6,-2.000000 10.000000 7,-8.000000 10.000000 5,-8.000000 13.000000 2,-10.000000 12.000000 4,-9.000000 13.000000 2,-5.000000 7.000000 2,0.000000 4.000000-1,0.000000 3.000000 0,0.000000 3.000000 0,0.000000 6.000000-5,0.000000 9.000000-7,0.000000 10.000000-9,0.000000 10.000000-7,1.000000-4.000000-8,4.000000-16.000000-7,3.000000-15.000000-7,3.000000-15.000000-6,1.000000-9.000000-3,1.000000 1.000000-1,-1.000000-1.000000 0,1.000000 1.000000 0</inkml:trace>
</inkml:ink>
</file>

<file path=ppt/ink/ink2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7"/>
    </inkml:context>
    <inkml:brush xml:id="br0">
      <inkml:brushProperty name="width" value="0.0222991928458214" units="cm"/>
      <inkml:brushProperty name="height" value="0.0222991928458214" units="cm"/>
      <inkml:brushProperty name="color" value="#000000"/>
      <inkml:brushProperty name="ignorePressure" value="0"/>
    </inkml:brush>
  </inkml:definitions>
  <inkml:trace contextRef="#ctx0" brushRef="#br0">67700.000000 37150.000000 657,'51.000000'-5.000000'121,"4.000000"-9.000000"-30 ,3.000000-10.000000-29,3.000000-8.000000-29,-1.000000-8.000000-16,-2.000000-2.000000-6,-3.000000-3.000000-5,-3.000000-3.000000-4,-6.000000-4.000000-5,-5.000000-3.000000-2,-7.000000-3.000000-2,-5.000000-2.000000-2,-11.000000 0.000000-4,-11.000000 7.000000-2,-14.000000 6.000000-2,-11.000000 7.000000-4,-12.000000 11.000000-1,-9.000000 20.000000 2,-10.000000 18.000000 2,-8.000000 20.000000 0,-4.000000 14.000000 4,3.000000 14.000000 6,3.000000 11.000000 5,4.000000 14.000000 6,4.000000 7.000000 4,6.000000 3.000000 5,7.000000 3.000000 5,6.000000 4.000000 4,7.000000-4.000000 0,10.000000-9.000000-7,10.000000-10.000000-5,9.000000-8.000000-6,10.000000-9.000000-5,14.000000-6.000000-2,11.000000-6.000000-3,14.000000-6.000000-1,0.000000-7.000000-11,-8.000000-6.000000-15,-10.000000-6.000000-17,-9.000000-6.000000-16</inkml:trace>
</inkml:ink>
</file>

<file path=ppt/ink/ink2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7"/>
    </inkml:context>
    <inkml:brush xml:id="br0">
      <inkml:brushProperty name="width" value="0.0298583973199129" units="cm"/>
      <inkml:brushProperty name="height" value="0.0298583973199129" units="cm"/>
      <inkml:brushProperty name="color" value="#000000"/>
      <inkml:brushProperty name="ignorePressure" value="0"/>
    </inkml:brush>
  </inkml:definitions>
  <inkml:trace contextRef="#ctx0" brushRef="#br0">66200.000000 39350.000000 491,'-50.000000'-2.000000'117,"0.000000"-3.000000"-20 ,0.000000-3.000000-20,0.000000-2.000000-19,-4.000000-3.000000-14,-5.000000 1.000000-8,-7.000000-1.000000-8,-5.000000 1.000000-9,-9.000000 2.000000-6,-9.000000 7.000000-3,-10.000000 6.000000-4,-8.000000 7.000000-2,-6.000000 4.000000-5,1.000000 3.000000-3,-1.000000 3.000000-3,1.000000 4.000000-4,4.000000-1.000000-1,9.000000-3.000000-2,10.000000-3.000000 0,10.000000-2.000000-1,18.000000-3.000000-5,28.000000 1.000000-10,28.000000-1.000000-10,29.000000 1.000000-9,15.000000-4.000000-6,3.000000-6.000000-1,3.000000-6.000000-2,4.000000-6.000000-2</inkml:trace>
</inkml:ink>
</file>

<file path=ppt/ink/ink2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7"/>
    </inkml:context>
    <inkml:brush xml:id="br0">
      <inkml:brushProperty name="width" value="0.0252107381820679" units="cm"/>
      <inkml:brushProperty name="height" value="0.0252107381820679" units="cm"/>
      <inkml:brushProperty name="color" value="#000000"/>
      <inkml:brushProperty name="ignorePressure" value="0"/>
    </inkml:brush>
  </inkml:definitions>
  <inkml:trace contextRef="#ctx0" brushRef="#br0">65500.000000 38550.000000 581,'-47.000000'-24.000000'6,"6.000000"4.000000"10 ,7.000000 3.000000 10,6.000000 3.000000 12,1.000000 3.000000 4,-3.000000 3.000000 1,-3.000000 3.000000-2,-2.000000 4.000000 1,-8.000000 5.000000-4,-8.000000 10.000000-5,-10.000000 10.000000-5,-9.000000 9.000000-5,-7.000000 7.000000-5,-3.000000 7.000000-5,-3.000000 6.000000-5,-2.000000 7.000000-5,-5.000000 2.000000-3,-2.000000 1.000000-1,-3.000000-1.000000-1,-3.000000 1.000000-2,4.000000-3.000000 0,13.000000-2.000000-1,12.000000-3.000000 1,13.000000-3.000000-1,12.000000-4.000000 0,13.000000-3.000000 1,12.000000-3.000000 1,13.000000-2.000000 2,15.000000-5.000000 1,19.000000-2.000000 2,19.000000-3.000000 3,19.000000-3.000000 2,15.000000-1.000000 1,13.000000 4.000000-1,12.000000 3.000000-2,13.000000 3.000000 0,2.000000-1.000000-6,-5.000000-2.000000-10,-7.000000-3.000000-8,-5.000000-3.000000-9,-14.000000-4.000000-11,-18.000000-3.000000-14,-19.000000-3.000000-14,-18.000000-2.000000-13</inkml:trace>
</inkml:ink>
</file>

<file path=ppt/ink/ink2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8"/>
    </inkml:context>
    <inkml:brush xml:id="br0">
      <inkml:brushProperty name="width" value="0.0251147523522377" units="cm"/>
      <inkml:brushProperty name="height" value="0.0251147523522377" units="cm"/>
      <inkml:brushProperty name="color" value="#000000"/>
      <inkml:brushProperty name="ignorePressure" value="0"/>
    </inkml:brush>
  </inkml:definitions>
  <inkml:trace contextRef="#ctx0" brushRef="#br0">64500.000000 46800.000000 583,'-140.000000'-24.000000'6,"23.000000"4.000000"9 ,22.000000 3.000000 7,22.000000 3.000000 8,5.000000 3.000000 4,-8.000000 3.000000-3,-10.000000 3.000000-2,-9.000000 4.000000-2,-2.000000 8.000000-3,6.000000 17.000000-3,7.000000 15.000000-5,6.000000 16.000000-3,6.000000 9.000000-3,6.000000 3.000000-1,7.000000 3.000000-2,6.000000 4.000000 0,9.000000 2.000000-2,13.000000 4.000000-2,12.000000 3.000000-1,13.000000 3.000000-2,15.000000-5.000000-3,19.000000-12.000000-3,19.000000-13.000000-4,19.000000-12.000000-2,9.000000-10.000000-2,0.000000-6.000000 2,0.000000-6.000000 1,0.000000-6.000000 1,0.000000-4.000000 3,0.000000 1.000000 2,0.000000-1.000000 4,0.000000 1.000000 2,-5.000000 1.000000 2,-9.000000 3.000000 4,-10.000000 3.000000 1,-8.000000 4.000000 3,-14.000000 4.000000 2,-15.000000 6.000000 5,-15.000000 7.000000 3,-16.000000 6.000000 3,-13.000000 3.000000 1,-9.000000 0.000000-3,-10.000000 0.000000-2,-8.000000 0.000000-4,-4.000000-5.000000-8,3.000000-9.000000-15,3.000000-10.000000-13,4.000000-8.000000-14,4.000000-8.000000-12,6.000000-2.000000-11,7.000000-3.000000-10,6.000000-3.000000-11</inkml:trace>
</inkml:ink>
</file>

<file path=ppt/ink/ink2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8"/>
    </inkml:context>
    <inkml:brush xml:id="br0">
      <inkml:brushProperty name="width" value="0.0225936807692051" units="cm"/>
      <inkml:brushProperty name="height" value="0.0225936807692051" units="cm"/>
      <inkml:brushProperty name="color" value="#000000"/>
      <inkml:brushProperty name="ignorePressure" value="0"/>
    </inkml:brush>
  </inkml:definitions>
  <inkml:trace contextRef="#ctx0" brushRef="#br0">64800.000000 47850.000000 649,'43.000000'-204.000000'29,"-11.000000"45.000000"-1 ,-14.000000 43.000000 0,-11.000000 45.000000 0,-12.000000 25.000000 0,-9.000000 10.000000-1,-10.000000 10.000000 0,-8.000000 9.000000-1,-9.000000 17.000000-2,-6.000000 25.000000-3,-6.000000 25.000000-5,-6.000000 25.000000-3,-2.000000 17.000000-2,3.000000 9.000000 0,3.000000 10.000000-1,4.000000 10.000000 1,7.000000-1.000000-3,13.000000-9.000000-4,12.000000-10.000000-4,13.000000-8.000000-4,12.000000-14.000000-5,13.000000-15.000000-7,12.000000-15.000000-7,13.000000-16.000000-7,10.000000-18.000000-4,10.000000-18.000000-2,10.000000-19.000000-3,9.000000-18.000000-2,-1.000000-14.000000 0,-8.000000-5.000000 4,-10.000000-7.000000 3,-9.000000-5.000000 4,-9.000000 0.000000 7,-5.000000 10.000000 8,-7.000000 10.000000 8,-5.000000 9.000000 9,-9.000000 13.000000 9,-9.000000 20.000000 9,-10.000000 18.000000 8,-8.000000 20.000000 9,-4.000000 8.000000-4,3.000000 1.000000-15,3.000000-1.000000-16,4.000000 1.000000-16,-1.000000-4.000000-10,-3.000000-6.000000-3,-3.000000-6.000000-4,-2.000000-6.000000-3</inkml:trace>
</inkml:ink>
</file>

<file path=ppt/ink/ink2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9"/>
    </inkml:context>
    <inkml:brush xml:id="br0">
      <inkml:brushProperty name="width" value="0.0226892251521349" units="cm"/>
      <inkml:brushProperty name="height" value="0.0226892251521349" units="cm"/>
      <inkml:brushProperty name="color" value="#000000"/>
      <inkml:brushProperty name="ignorePressure" value="0"/>
    </inkml:brush>
  </inkml:definitions>
  <inkml:trace contextRef="#ctx0" brushRef="#br0">65400.000000 47650.000000 646,'23.000000'29.000000'107,"-3.000000"10.000000"-26 ,-3.000000 10.000000-25,-2.000000 9.000000-25,-5.000000 4.000000-14,-2.000000 1.000000 0,-3.000000-1.000000-2,-3.000000 1.000000-1,-4.000000-4.000000-3,-3.000000-6.000000-7,-3.000000-6.000000-5,-2.000000-6.000000-7,5.000000-21.000000-13,16.000000-34.000000-21,15.000000-35.000000-20,17.000000-33.000000-21,5.000000-14.000000 0,-3.000000 10.000000 22,-3.000000 10.000000 21,-2.000000 9.000000 21,-3.000000 7.000000 13,1.000000 7.000000 4,-1.000000 6.000000 4,1.000000 7.000000 5,-3.000000 7.000000 3,-2.000000 9.000000 5,-3.000000 10.000000 4,-3.000000 10.000000 4,-6.000000 10.000000 4,-5.000000 13.000000 4,-7.000000 12.000000 3,-5.000000 13.000000 5,-4.000000 6.000000-1,0.000000 0.000000-6,0.000000 0.000000-6,0.000000 0.000000-6,-2.000000-4.000000-5,-3.000000-5.000000-6,-3.000000-7.000000-7,-2.000000-5.000000-6,0.000000-11.000000-5,7.000000-11.000000-6,6.000000-14.000000-5,7.000000-11.000000-6,8.000000-14.000000-2,14.000000-11.000000 0,11.000000-14.000000 0,14.000000-11.000000 0,3.000000-6.000000 1,-2.000000 4.000000 3,-3.000000 3.000000 2,-3.000000 3.000000 3,-4.000000 7.000000 6,-3.000000 14.000000 10,-3.000000 11.000000 10,-2.000000 14.000000 9,-6.000000 13.000000 6,-6.000000 16.000000 0,-6.000000 15.000000 0,-6.000000 17.000000-1,-6.000000 10.000000 1,-2.000000 6.000000 0,-3.000000 7.000000-1,-3.000000 6.000000 1,-2.000000 1.000000-6,0.000000-3.000000-10,0.000000-3.000000-10,0.000000-2.000000-11,1.000000-9.000000-10,4.000000-12.000000-10,3.000000-13.000000-10,3.000000-12.000000-9</inkml:trace>
</inkml:ink>
</file>

<file path=ppt/ink/ink2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9"/>
    </inkml:context>
    <inkml:brush xml:id="br0">
      <inkml:brushProperty name="width" value="0.0211905278265476" units="cm"/>
      <inkml:brushProperty name="height" value="0.0211905278265476" units="cm"/>
      <inkml:brushProperty name="color" value="#000000"/>
      <inkml:brushProperty name="ignorePressure" value="0"/>
    </inkml:brush>
  </inkml:definitions>
  <inkml:trace contextRef="#ctx0" brushRef="#br0">67250.000000 47750.000000 692,'50.000000'-74.000000'129,"0.000000"4.000000"-36 ,0.000000 3.000000-34,0.000000 3.000000-36,-5.000000 3.000000-19,-9.000000 3.000000-5,-10.000000 3.000000-3,-8.000000 4.000000-5,-8.000000 4.000000-2,-2.000000 6.000000-2,-3.000000 7.000000-3,-3.000000 6.000000-1,-9.000000 9.000000-1,-11.000000 13.000000 3,-14.000000 12.000000 2,-11.000000 13.000000 3,-6.000000 13.000000 4,4.000000 17.000000 5,3.000000 15.000000 5,3.000000 16.000000 6,6.000000 7.000000 4,9.000000 1.000000 1,10.000000-1.000000 3,10.000000 1.000000 0,5.000000-6.000000-1,4.000000-8.000000-6,3.000000-10.000000-6,3.000000-9.000000-6,3.000000-10.000000-13,3.000000-9.000000-22,3.000000-10.000000-21,4.000000-8.000000-22</inkml:trace>
</inkml:ink>
</file>

<file path=ppt/ink/ink2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19"/>
    </inkml:context>
    <inkml:brush xml:id="br0">
      <inkml:brushProperty name="width" value="0.0308566559106112" units="cm"/>
      <inkml:brushProperty name="height" value="0.0308566559106112" units="cm"/>
      <inkml:brushProperty name="color" value="#000000"/>
      <inkml:brushProperty name="ignorePressure" value="0"/>
    </inkml:brush>
  </inkml:definitions>
  <inkml:trace contextRef="#ctx0" brushRef="#br0">66400.000000 50250.000000 475,'-71.000000'-2.000000'43,"10.000000"-3.000000"-2 ,10.000000-3.000000-2,9.000000-2.000000-2,-1.000000-1.000000-3,-8.000000 3.000000 0,-10.000000 3.000000-1,-9.000000 4.000000-2,-9.000000 1.000000-1,-5.000000 0.000000-2,-7.000000 0.000000-2,-5.000000 0.000000-2,-12.000000 0.000000-1,-16.000000 0.000000-2,-15.000000 0.000000 0,-15.000000 0.000000-2,-12.000000 0.000000-3,-6.000000 0.000000-4,-6.000000 0.000000-4,-6.000000 0.000000-4,4.000000 0.000000-3,16.000000 0.000000-2,15.000000 0.000000-2,17.000000 0.000000 0,30.000000 0.000000-10,47.000000 0.000000-15,47.000000 0.000000-17,48.000000 0.000000-15,17.000000 0.000000-8,-8.000000 0.000000-1,-10.000000 0.000000 0,-9.000000 0.000000-1</inkml:trace>
</inkml:ink>
</file>

<file path=ppt/ink/ink2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4:20"/>
    </inkml:context>
    <inkml:brush xml:id="br0">
      <inkml:brushProperty name="width" value="0.0273435804992914" units="cm"/>
      <inkml:brushProperty name="height" value="0.0273435804992914" units="cm"/>
      <inkml:brushProperty name="color" value="#000000"/>
      <inkml:brushProperty name="ignorePressure" value="0"/>
    </inkml:brush>
  </inkml:definitions>
  <inkml:trace contextRef="#ctx0" brushRef="#br0">64900.000000 49450.000000 536,'-93.000000'-2.000000'19,"17.000000"-3.000000"3 ,15.000000-3.000000 5,16.000000-2.000000 2,7.000000-1.000000 4,1.000000 3.000000 4,-1.000000 3.000000 4,1.000000 4.000000 3,-4.000000 4.000000-2,-6.000000 6.000000-6,-6.000000 7.000000-8,-6.000000 6.000000-6,-9.000000 7.000000-5,-8.000000 10.000000-3,-10.000000 10.000000-2,-9.000000 9.000000-2,-4.000000 6.000000-2,4.000000 3.000000-1,3.000000 3.000000 0,3.000000 4.000000-2,6.000000-3.000000-1,9.000000-5.000000-5,10.000000-7.000000-3,10.000000-5.000000-4,10.000000-8.000000-2,13.000000-5.000000-1,12.000000-7.000000 0,13.000000-5.000000 0,9.000000-6.000000-1,6.000000-3.000000 1,7.000000-3.000000 0,6.000000-2.000000 0,10.000000-3.000000 1,17.000000 1.000000 1,15.000000-1.000000 2,16.000000 1.000000 0,13.000000-1.000000-2,14.000000 1.000000-5,11.000000-1.000000-7,14.000000 1.000000-5,-6.000000-1.000000-8,-21.000000 1.000000-10,-22.000000-1.000000-8,-22.000000 1.000000-10</inkml:trace>
</inkml:ink>
</file>

<file path=ppt/ink/ink2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7:27"/>
    </inkml:context>
    <inkml:brush xml:id="br0">
      <inkml:brushProperty name="width" value="0.0215500108897686" units="cm"/>
      <inkml:brushProperty name="height" value="0.0215500108897686" units="cm"/>
      <inkml:brushProperty name="color" value="#000000"/>
      <inkml:brushProperty name="ignorePressure" value="0"/>
    </inkml:brush>
  </inkml:definitions>
  <inkml:trace contextRef="#ctx0" brushRef="#br0">96000.000000 13200.000000 680,'-22.000000'-47.000000'4,"6.000000"6.000000"9 ,7.000000 7.000000 9,6.000000 6.000000 8,3.000000 1.000000 5,0.000000-3.000000-2,0.000000-3.000000-1,0.000000-2.000000-1,1.000000 5.000000-4,4.000000 16.000000-5,3.000000 15.000000-7,3.000000 17.000000-5,-1.000000 16.000000-4,-2.000000 19.000000 1,-3.000000 19.000000-1,-3.000000 19.000000 0,-4.000000 12.000000-2,-3.000000 6.000000-1,-3.000000 7.000000-2,-2.000000 6.000000-2,-3.000000-1.000000 0,1.000000-5.000000 1,-1.000000-7.000000 1,1.000000-5.000000 3,1.000000-12.000000-1,3.000000-16.000000 0,3.000000-15.000000-1,4.000000-15.000000-1,5.000000-14.000000-1,10.000000-8.000000-4,10.000000-10.000000-3,9.000000-9.000000-4,9.000000-18.000000-1,9.000000-24.000000 1,10.000000-26.000000 1,10.000000-24.000000 1,4.000000-13.000000-1,0.000000 0.000000-1,0.000000 0.000000-1,0.000000 0.000000-2,-5.000000 3.000000 1,-9.000000 6.000000 1,-10.000000 7.000000 2,-8.000000 6.000000 2,-9.000000 7.000000 2,-6.000000 10.000000 2,-6.000000 10.000000 3,-6.000000 9.000000 3,-6.000000 18.000000 2,-2.000000 29.000000 3,-3.000000 28.000000 1,-3.000000 28.000000 3,-2.000000 14.000000-4,0.000000 0.000000-10,0.000000 0.000000-9,0.000000 0.000000-10,3.000000-7.000000-8,6.000000-11.000000-7,7.000000-14.000000-6,6.000000-11.000000-7</inkml:trace>
</inkml:ink>
</file>

<file path=ppt/ink/ink2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7:28"/>
    </inkml:context>
    <inkml:brush xml:id="br0">
      <inkml:brushProperty name="width" value="0.0226008985191584" units="cm"/>
      <inkml:brushProperty name="height" value="0.0226008985191584" units="cm"/>
      <inkml:brushProperty name="color" value="#000000"/>
      <inkml:brushProperty name="ignorePressure" value="0"/>
    </inkml:brush>
  </inkml:definitions>
  <inkml:trace contextRef="#ctx0" brushRef="#br0">98100.000000 13000.000000 648,'0.000000'-93.000000'5,"0.000000"17.000000"8 ,0.000000 15.000000 8,0.000000 16.000000 9,-2.000000 9.000000 5,-3.000000 3.000000 0,-3.000000 3.000000 2,-2.000000 4.000000 0,-8.000000 5.000000-1,-8.000000 10.000000-6,-10.000000 10.000000-5,-9.000000 9.000000-6,-4.000000 12.000000-4,4.000000 16.000000-6,3.000000 15.000000-4,3.000000 17.000000-6,3.000000 8.000000-5,3.000000 4.000000-3,3.000000 3.000000-4,4.000000 3.000000-4,4.000000-1.000000-4,6.000000-2.000000-3,7.000000-3.000000-4,6.000000-3.000000-4,7.000000-6.000000 2,10.000000-5.000000 6,10.000000-7.000000 6,9.000000-5.000000 6,4.000000-8.000000 5,1.000000-5.000000 3,-1.000000-7.000000 3,1.000000-5.000000 3,-3.000000-4.000000 2,-2.000000 0.000000 0,-3.000000 0.000000 0,-3.000000 0.000000 0,-4.000000 0.000000 2,-3.000000 0.000000 0,-3.000000 0.000000 2,-2.000000 0.000000 1,-11.000000 3.000000-1,-15.000000 6.000000-5,-15.000000 7.000000-3,-16.000000 6.000000-4,-5.000000-2.000000-6,6.000000-9.000000-6,7.000000-10.000000-8,6.000000-8.000000-5,4.000000-6.000000-5,4.000000 1.000000 1,3.000000-1.000000-1,3.000000 1.000000 0</inkml:trace>
</inkml:ink>
</file>

<file path=ppt/ink/ink2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7:28"/>
    </inkml:context>
    <inkml:brush xml:id="br0">
      <inkml:brushProperty name="width" value="0.0202150512486696" units="cm"/>
      <inkml:brushProperty name="height" value="0.0202150512486696" units="cm"/>
      <inkml:brushProperty name="color" value="#000000"/>
      <inkml:brushProperty name="ignorePressure" value="0"/>
    </inkml:brush>
  </inkml:definitions>
  <inkml:trace contextRef="#ctx0" brushRef="#br0">98200.000000 13900.000000 725,'46.000000'-24.000000'7,"-5.000000"4.000000"4 ,-7.000000 3.000000 4,-5.000000 3.000000 3,-3.000000-1.000000 3,4.000000-2.000000 3,3.000000-3.000000 3,3.000000-3.000000 2,3.000000-4.000000-1,3.000000-3.000000-5,3.000000-3.000000-3,4.000000-2.000000-5,-1.000000-5.000000-3,-3.000000-2.000000-3,-3.000000-3.000000-3,-2.000000-3.000000-2,-8.000000 1.000000-2,-8.000000 6.000000-1,-10.000000 7.000000 1,-9.000000 6.000000-2,-9.000000 4.000000 0,-5.000000 4.000000-1,-7.000000 3.000000-1,-5.000000 3.000000-1,-8.000000 6.000000-1,-5.000000 9.000000 0,-7.000000 10.000000 1,-5.000000 10.000000-1,-1.000000 11.000000 1,6.000000 17.000000-1,7.000000 15.000000-1,6.000000 16.000000 0,4.000000 4.000000 0,4.000000-6.000000 1,3.000000-6.000000 1,3.000000-6.000000 0,6.000000-7.000000-1,9.000000-6.000000-2,10.000000-6.000000-3,10.000000-6.000000-2,10.000000-7.000000-6,13.000000-6.000000-8,12.000000-6.000000-8,13.000000-6.000000-7,2.000000-6.000000-3,-5.000000-2.000000 3,-7.000000-3.000000 3,-5.000000-3.000000 3</inkml:trace>
</inkml:ink>
</file>

<file path=ppt/ink/ink2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7:28"/>
    </inkml:context>
    <inkml:brush xml:id="br0">
      <inkml:brushProperty name="width" value="0.0216695945709944" units="cm"/>
      <inkml:brushProperty name="height" value="0.0216695945709944" units="cm"/>
      <inkml:brushProperty name="color" value="#000000"/>
      <inkml:brushProperty name="ignorePressure" value="0"/>
    </inkml:brush>
  </inkml:definitions>
  <inkml:trace contextRef="#ctx0" brushRef="#br0">99900.000000 13300.000000 676,'-44.000000'-19.000000'54,"13.000000"13.000000"-6 ,12.000000 12.000000-8,13.000000 13.000000-6,9.000000 7.000000-8,6.000000 4.000000-9,7.000000 3.000000-9,6.000000 3.000000-8,1.000000 6.000000-6,-3.000000 9.000000-1,-3.000000 10.000000-1,-2.000000 10.000000-1,-5.000000 0.000000 0,-2.000000-5.000000 3,-3.000000-7.000000 3,-3.000000-5.000000 3,-2.000000-8.000000 3,0.000000-5.000000 4,0.000000-7.000000 4,0.000000-5.000000 4,7.000000-20.000000 3,17.000000-31.000000 2,15.000000-31.000000 2,16.000000-31.000000 1,10.000000-21.000000-4,7.000000-9.000000-12,6.000000-10.000000-12,7.000000-8.000000-12,-4.000000 3.000000-8,-12.000000 20.000000-7,-13.000000 18.000000-7,-12.000000 20.000000-6,-7.000000 11.000000-2,1.000000 7.000000-1,-1.000000 6.000000 2,1.000000 7.000000 0</inkml:trace>
</inkml:ink>
</file>

<file path=ppt/ink/ink2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7:29"/>
    </inkml:context>
    <inkml:brush xml:id="br0">
      <inkml:brushProperty name="width" value="0.0289019215852022" units="cm"/>
      <inkml:brushProperty name="height" value="0.0289019215852022" units="cm"/>
      <inkml:brushProperty name="color" value="#000000"/>
      <inkml:brushProperty name="ignorePressure" value="0"/>
    </inkml:brush>
  </inkml:definitions>
  <inkml:trace contextRef="#ctx0" brushRef="#br0">100750.000000 12250.000000 507,'-72.000000'-141.000000'8,"6.000000"19.000000"1 ,7.000000 19.000000 3,6.000000 19.000000 2,-4.000000 10.000000 2,-11.000000 4.000000-1,-14.000000 3.000000 1,-11.000000 3.000000 0,-18.000000 7.000000 0,-22.000000 14.000000-2,-22.000000 11.000000-1,-21.000000 14.000000-1,-17.000000 10.000000-2,-8.000000 9.000000-1,-10.000000 10.000000-2,-9.000000 10.000000-1,-2.000000 7.000000-1,6.000000 6.000000-2,7.000000 7.000000-2,6.000000 6.000000-2,3.000000 1.000000-1,0.000000-3.000000-1,0.000000-3.000000-3,0.000000-2.000000 0,0.000000 2.000000-1,0.000000 9.000000 0,0.000000 10.000000 1,0.000000 10.000000 0,7.000000 10.000000 1,17.000000 13.000000 0,15.000000 12.000000 1,16.000000 13.000000 0,12.000000 15.000000 1,9.000000 19.000000 2,10.000000 19.000000 1,10.000000 19.000000 2,13.000000 2.000000 1,19.000000-11.000000 2,19.000000-14.000000 2,19.000000-11.000000 1,27.000000 5.000000 3,39.000000 26.000000 1,36.000000 24.000000 3,39.000000 26.000000 1,22.000000 5.000000 0,10.000000-11.000000-6,10.000000-14.000000-5,9.000000-11.000000-5,9.000000-14.000000-3,9.000000-11.000000-2,10.000000-14.000000-2,10.000000-11.000000-1,13.000000-17.000000-2,19.000000-18.000000 1,19.000000-19.000000 0,19.000000-18.000000 1,-1.000000-17.000000 1,-18.000000-11.000000 3,-19.000000-14.000000 3,-18.000000-11.000000 2,-7.000000-12.000000 2,6.000000-9.000000 1,7.000000-10.000000 0,6.000000-8.000000 0,-4.000000-15.000000 1,-11.000000-19.000000 0,-14.000000-18.000000 2,-11.000000-19.000000 0,-18.000000-16.000000 0,-22.000000-12.000000-1,-22.000000-13.000000 0,-21.000000-12.000000-1,-12.000000-13.000000 0,1.000000-12.000000 1,-1.000000-13.000000 1,1.000000-12.000000 2,-4.000000-10.000000 1,-6.000000-6.000000 1,-6.000000-6.000000 2,-6.000000-6.000000 2,-9.000000 5.000000 0,-8.000000 20.000000 0,-10.000000 18.000000-2,-9.000000 20.000000 1,-12.000000 10.000000-1,-11.000000 3.000000 0,-14.000000 3.000000 1,-11.000000 4.000000 0,-17.000000-1.000000-1,-18.000000-3.000000 0,-19.000000-3.000000-2,-18.000000-2.000000 0,-10.000000 3.000000-2,0.000000 14.000000-3,0.000000 11.000000-3,0.000000 14.000000-2,0.000000 8.000000-3,0.000000 7.000000-2,0.000000 6.000000-2,0.000000 7.000000-2,0.000000 7.000000-2,0.000000 9.000000 1,0.000000 10.000000-1,0.000000 10.000000 0,3.000000 8.000000-3,6.000000 10.000000-4,7.000000 10.000000-5,6.000000 9.000000-4,1.000000 7.000000-3,-3.000000 7.000000-2,-3.000000 6.000000-1,-2.000000 7.000000-1,5.000000 0.000000-3,16.000000-2.000000-7,15.000000-3.000000-5,17.000000-3.000000-7</inkml:trace>
</inkml:ink>
</file>

<file path=ppt/ink/ink2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05"/>
    </inkml:context>
    <inkml:brush xml:id="br0">
      <inkml:brushProperty name="width" value="0.0334535650908947" units="cm"/>
      <inkml:brushProperty name="height" value="0.0334535650908947" units="cm"/>
      <inkml:brushProperty name="color" value="#000000"/>
      <inkml:brushProperty name="ignorePressure" value="0"/>
    </inkml:brush>
  </inkml:definitions>
  <inkml:trace contextRef="#ctx0" brushRef="#br0">22800.000000 16650.000000 438,'-47.000000'21.000000'5,"6.000000"-5.000000"12 ,7.000000-7.000000 11,6.000000-5.000000 11,9.000000-3.000000 6,13.000000 4.000000 0,12.000000 3.000000 1,13.000000 3.000000 0,7.000000-1.000000-3,4.000000-2.000000-5,3.000000-3.000000-6,3.000000-3.000000-6,1.000000-2.000000-3,1.000000 0.000000-4,-1.000000 0.000000-3,1.000000 0.000000-3,1.000000 0.000000-2,3.000000 0.000000 0,3.000000 0.000000-1,4.000000 0.000000 0,-1.000000 0.000000-2,-3.000000 0.000000 0,-3.000000 0.000000-1,-2.000000 0.000000-2,2.000000 0.000000-1,9.000000 0.000000-1,10.000000 0.000000-1,10.000000 0.000000-1,-1.000000 0.000000 0,-9.000000 0.000000-2,-10.000000 0.000000 1,-8.000000 0.000000-1,-4.000000 0.000000-1,3.000000 0.000000 0,3.000000 0.000000 0,4.000000 0.000000-2,1.000000 0.000000 1,0.000000 0.000000 0,0.000000 0.000000 0,0.000000 0.000000 0,0.000000 0.000000 1,0.000000 0.000000 0,0.000000 0.000000 0,0.000000 0.000000 0,-2.000000 0.000000 0,-3.000000 0.000000 0,-3.000000 0.000000 0,-2.000000 0.000000 0,-1.000000 0.000000-1,3.000000 0.000000 0,3.000000 0.000000-1,4.000000 0.000000 1,2.000000 0.000000-1,4.000000 0.000000 1,3.000000 0.000000 1,3.000000 0.000000 0,1.000000 0.000000 2,1.000000 0.000000 0,-1.000000 0.000000 1,1.000000 0.000000 0,-1.000000 0.000000 1,1.000000 0.000000 0,-1.000000 0.000000-1,1.000000 0.000000 0,1.000000 0.000000-1,3.000000 0.000000 0,3.000000 0.000000-2,4.000000 0.000000-1,-1.000000 0.000000 1,-3.000000 0.000000-1,-3.000000 0.000000 2,-2.000000 0.000000 0,-5.000000-2.000000 0,-2.000000-3.000000 0,-3.000000-3.000000 0,-3.000000-2.000000 0,-2.000000-1.000000-1,0.000000 3.000000 1,0.000000 3.000000 1,0.000000 4.000000-1,-2.000000 1.000000 1,-3.000000 0.000000 0,-3.000000 0.000000 0,-2.000000 0.000000-1,-3.000000-2.000000 1,1.000000-3.000000 0,-1.000000-3.000000-1,1.000000-2.000000 1,1.000000-1.000000 0,3.000000 3.000000-2,3.000000 3.000000 0,4.000000 4.000000-1,2.000000-1.000000 0,4.000000-3.000000 1,3.000000-3.000000 0,3.000000-2.000000 1,-1.000000-1.000000 0,-2.000000 3.000000 0,-3.000000 3.000000 1,-3.000000 4.000000-1,-2.000000 1.000000 0,0.000000 0.000000 1,0.000000 0.000000 0,0.000000 0.000000-1,0.000000 0.000000 1,0.000000 0.000000 0,0.000000 0.000000-1,0.000000 0.000000 1,0.000000-2.000000 0,0.000000-3.000000 1,0.000000-3.000000 2,0.000000-2.000000 2,-2.000000-1.000000 0,-3.000000 3.000000 0,-3.000000 3.000000-2,-2.000000 4.000000 0,-1.000000 1.000000-1,3.000000 0.000000 0,3.000000 0.000000-2,4.000000 0.000000 0,-1.000000 0.000000-1,-3.000000 0.000000 1,-3.000000 0.000000 1,-2.000000 0.000000 0,-3.000000 0.000000 0,1.000000 0.000000 1,-1.000000 0.000000 0,1.000000 0.000000 0,1.000000 0.000000 1,3.000000 0.000000-2,3.000000 0.000000 1,4.000000 0.000000-2,1.000000 0.000000 1,0.000000 0.000000-1,0.000000 0.000000 0,0.000000 0.000000 0,1.000000 0.000000 0,4.000000 0.000000 1,3.000000 0.000000-1,3.000000 0.000000 0,-1.000000 0.000000 0,-2.000000 0.000000 0,-3.000000 0.000000 0,-3.000000 0.000000 0,-2.000000 0.000000-1,0.000000 0.000000 1,0.000000 0.000000-1,0.000000 0.000000 0,-2.000000 0.000000 1,-3.000000 0.000000 0,-3.000000 0.000000 0,-2.000000 0.000000 0,-3.000000 0.000000 1,1.000000 0.000000-1,-1.000000 0.000000 0,1.000000 0.000000 0,-1.000000 0.000000 0,1.000000 0.000000 0,-1.000000 0.000000-1,1.000000 0.000000 1,-1.000000 0.000000-1,1.000000 0.000000 0,-1.000000 0.000000 0,1.000000 0.000000-1,1.000000 0.000000 1,3.000000 0.000000 1,3.000000 0.000000 0,4.000000 0.000000 2,1.000000 0.000000 0,0.000000 0.000000-1,0.000000 0.000000 1,0.000000 0.000000 0,-2.000000 0.000000-1,-3.000000 0.000000-1,-3.000000 0.000000-1,-2.000000 0.000000 0,-3.000000 0.000000-1,1.000000 0.000000 1,-1.000000 0.000000 1,1.000000 0.000000 0,-1.000000 0.000000 0,1.000000 0.000000 1,-1.000000 0.000000-1,1.000000 0.000000 0,-1.000000 0.000000 0,1.000000 0.000000 0,-1.000000 0.000000 0,1.000000 0.000000 0</inkml:trace>
</inkml:ink>
</file>

<file path=ppt/ink/ink2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16"/>
    </inkml:context>
    <inkml:brush xml:id="br0">
      <inkml:brushProperty name="width" value="0.0305664241313934" units="cm"/>
      <inkml:brushProperty name="height" value="0.0305664241313934" units="cm"/>
      <inkml:brushProperty name="color" value="#6ADCAB"/>
      <inkml:brushProperty name="ignorePressure" value="0"/>
    </inkml:brush>
  </inkml:definitions>
  <inkml:trace contextRef="#ctx0" brushRef="#br0">53550.000000 32450.000000 479,'-199.000000'-265.000000'25,"54.000000"73.000000"-1 ,53.000000 72.000000 1,53.000000 72.000000-1,32.000000 52.000000 4,14.000000 35.000000 7,11.000000 35.000000 6,14.000000 34.000000 8,2.000000 29.000000-2,-6.000000 26.000000-6,-6.000000 24.000000-8,-6.000000 26.000000-8,-6.000000 21.000000-5,-2.000000 19.000000-2,-3.000000 19.000000-1,-3.000000 19.000000-3,-2.000000 16.000000-2,0.000000 17.000000-2,0.000000 15.000000-2,0.000000 16.000000-2,0.000000 4.000000-1,0.000000-6.000000-1,0.000000-6.000000 0,0.000000-6.000000-1,0.000000-20.000000-1,0.000000-30.000000-2,0.000000-32.000000 0,0.000000-30.000000-2,0.000000-26.000000-2,0.000000-19.000000-1,0.000000-18.000000-2,0.000000-19.000000-1,1.000000-19.000000-3,4.000000-19.000000-5,3.000000-18.000000-3,3.000000-19.000000-5,4.000000-27.000000-7,7.000000-34.000000-13,6.000000-35.000000-13,7.000000-33.000000-11,-1.000000-15.000000-2,-6.000000 6.000000 9,-6.000000 7.000000 9,-6.000000 6.000000 10</inkml:trace>
</inkml:ink>
</file>

<file path=ppt/ink/ink2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16"/>
    </inkml:context>
    <inkml:brush xml:id="br0">
      <inkml:brushProperty name="width" value="0.0336428843438625" units="cm"/>
      <inkml:brushProperty name="height" value="0.0336428843438625" units="cm"/>
      <inkml:brushProperty name="color" value="#6ADCAB"/>
      <inkml:brushProperty name="ignorePressure" value="0"/>
    </inkml:brush>
  </inkml:definitions>
  <inkml:trace contextRef="#ctx0" brushRef="#br0">52050.000000 36550.000000 435,'-66.000000'4.000000'50,"19.000000"10.000000"-2 ,19.000000 10.000000 1,19.000000 9.000000-2,18.000000 20.000000-1,19.000000 31.000000-6,19.000000 32.000000-4,19.000000 31.000000-5,10.000000 20.000000-3,4.000000 9.000000-2,3.000000 10.000000-3,3.000000 10.000000-1,1.000000 5.000000-3,1.000000 4.000000-3,-1.000000 3.000000-2,1.000000 3.000000-2,-1.000000-7.000000-3,1.000000-15.000000-3,-1.000000-15.000000-1,1.000000-16.000000-3,-4.000000-23.000000-2,-6.000000-27.000000 0,-6.000000-28.000000 0,-6.000000-28.000000-1,-6.000000-29.000000 0,-2.000000-28.000000 4,-3.000000-28.000000 2,-3.000000-27.000000 2,4.000000-33.000000 1,13.000000-33.000000-2,12.000000-35.000000-1,13.000000-34.000000-1,6.000000-24.000000-6,0.000000-12.000000-9,0.000000-13.000000-8,0.000000-12.000000-9,-10.000000 20.000000-3,-18.000000 53.000000 3,-19.000000 53.000000 2,-18.000000 54.000000 4,-9.000000 24.000000-8,4.000000-3.000000-18,3.000000-3.000000-18,3.000000-2.000000-17</inkml:trace>
</inkml:ink>
</file>

<file path=ppt/ink/ink2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18"/>
    </inkml:context>
    <inkml:brush xml:id="br0">
      <inkml:brushProperty name="width" value="0.0280896574258804" units="cm"/>
      <inkml:brushProperty name="height" value="0.0280896574258804" units="cm"/>
      <inkml:brushProperty name="color" value="#000000"/>
      <inkml:brushProperty name="ignorePressure" value="0"/>
    </inkml:brush>
  </inkml:definitions>
  <inkml:trace contextRef="#ctx0" brushRef="#br0">11350.000000 4250.000000 522,'-22.000000'-25.000000'71,"6.000000"0.000000"-12 ,7.000000 0.000000-10,6.000000 0.000000-12,1.000000-2.000000-7,-3.000000-3.000000-3,-3.000000-3.000000-2,-2.000000-2.000000-3,-8.000000-6.000000-3,-8.000000-6.000000-1,-10.000000-6.000000-2,-9.000000-6.000000-1,-10.000000-1.000000-2,-9.000000 7.000000 0,-10.000000 6.000000-2,-8.000000 7.000000 0,-17.000000 8.000000-1,-21.000000 14.000000-2,-22.000000 11.000000-2,-22.000000 14.000000-3,-19.000000 21.000000-1,-16.000000 31.000000-1,-15.000000 32.000000-2,-15.000000 31.000000-2,4.000000 29.000000 0,25.000000 29.000000 0,25.000000 28.000000 0,25.000000 28.000000 1,20.000000 15.000000 0,16.000000 4.000000 2,15.000000 3.000000 1,17.000000 3.000000 0,14.000000 1.000000 2,17.000000 1.000000 1,15.000000-1.000000 0,16.000000 1.000000 1,10.000000-13.000000 0,7.000000-25.000000-1,6.000000-25.000000-3,7.000000-25.000000 0,8.000000-22.000000-3,14.000000-19.000000-3,11.000000-18.000000-2,14.000000-19.000000-3,7.000000-18.000000-2,3.000000-15.000000-3,3.000000-15.000000-3,4.000000-16.000000-2,4.000000-15.000000-2,6.000000-11.000000 0,7.000000-14.000000 0,6.000000-11.000000 1,7.000000-15.000000 0,10.000000-16.000000 1,10.000000-15.000000 2,9.000000-15.000000 0,4.000000-14.000000 3,1.000000-8.000000 2,-1.000000-10.000000 3,1.000000-9.000000 3,-6.000000-2.000000 1,-8.000000 6.000000 3,-10.000000 7.000000 2,-9.000000 6.000000 1,-10.000000 9.000000 2,-9.000000 13.000000 3,-10.000000 12.000000 1,-8.000000 13.000000 2,-14.000000 23.000000 1,-15.000000 34.000000 2,-15.000000 35.000000 0,-16.000000 35.000000 2,-10.000000 21.000000 0,-3.000000 9.000000-3,-3.000000 10.000000 0,-2.000000 10.000000-3,-3.000000 2.000000 3,1.000000-3.000000 6,-1.000000-3.000000 8,1.000000-2.000000 6,1.000000-8.000000 0,3.000000-8.000000-9,3.000000-10.000000-9,4.000000-9.000000-8,1.000000-18.000000-13,0.000000-24.000000-18,0.000000-26.000000-20,0.000000-24.000000-17,1.000000-13.000000-7,4.000000 0.000000 6,3.000000 0.000000 5,3.000000 0.000000 6</inkml:trace>
</inkml:ink>
</file>

<file path=ppt/ink/ink2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18"/>
    </inkml:context>
    <inkml:brush xml:id="br0">
      <inkml:brushProperty name="width" value="0.0289616361260414" units="cm"/>
      <inkml:brushProperty name="height" value="0.0289616361260414" units="cm"/>
      <inkml:brushProperty name="color" value="#000000"/>
      <inkml:brushProperty name="ignorePressure" value="0"/>
    </inkml:brush>
  </inkml:definitions>
  <inkml:trace contextRef="#ctx0" brushRef="#br0">10100.000000 6300.000000 506,'-54.000000'65.000000'31,"45.000000"-18.000000"13 ,43.000000-19.000000 14,45.000000-18.000000 12,19.000000-12.000000 2,-3.000000-3.000000-12,-3.000000-3.000000-11,-2.000000-2.000000-11,0.000000-3.000000-10,7.000000 1.000000-7,6.000000-1.000000-6,7.000000 1.000000-7,7.000000 1.000000-10,9.000000 3.000000-13,10.000000 3.000000-11,10.000000 4.000000-13,-7.000000 2.000000-11,-22.000000 4.000000-11,-22.000000 3.000000-12,-21.000000 3.000000-10</inkml:trace>
</inkml:ink>
</file>

<file path=ppt/ink/ink2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19"/>
    </inkml:context>
    <inkml:brush xml:id="br0">
      <inkml:brushProperty name="width" value="0.0267660170793533" units="cm"/>
      <inkml:brushProperty name="height" value="0.0267660170793533" units="cm"/>
      <inkml:brushProperty name="color" value="#000000"/>
      <inkml:brushProperty name="ignorePressure" value="0"/>
    </inkml:brush>
  </inkml:definitions>
  <inkml:trace contextRef="#ctx0" brushRef="#br0">14350.000000 6350.000000 547,'-49.000000'-2.000000'7,"4.000000"-3.000000"11 ,3.000000-3.000000 13,3.000000-2.000000 12,1.000000-5.000000 6,1.000000-2.000000-2,-1.000000-3.000000-1,1.000000-3.000000-1,-4.000000-1.000000-5,-6.000000 4.000000-7,-6.000000 3.000000-7,-6.000000 3.000000-8,-6.000000 6.000000-5,-2.000000 9.000000-1,-3.000000 10.000000-3,-3.000000 10.000000-3,1.000000 11.000000-1,6.000000 17.000000-2,7.000000 15.000000-1,6.000000 16.000000-3,4.000000 13.000000 0,4.000000 14.000000-1,3.000000 11.000000 0,3.000000 14.000000 0,6.000000-3.000000-1,9.000000-15.000000 0,10.000000-15.000000-2,10.000000-16.000000 1,10.000000-15.000000-3,13.000000-11.000000-2,12.000000-14.000000-3,13.000000-11.000000-2,7.000000-12.000000-3,4.000000-9.000000 0,3.000000-10.000000-3,3.000000-8.000000 0,4.000000-12.000000-1,7.000000-12.000000 1,6.000000-13.000000 2,7.000000-12.000000 1,-1.000000-7.000000 1,-6.000000 1.000000 2,-6.000000-1.000000 2,-6.000000 1.000000 2,-6.000000-1.000000 1,-2.000000 1.000000 1,-3.000000-1.000000 1,-3.000000 1.000000 1,-7.000000 5.000000 3,-9.000000 14.000000 6,-10.000000 11.000000 4,-8.000000 14.000000 6,-8.000000 10.000000 2,-2.000000 9.000000 1,-3.000000 10.000000 0,-3.000000 10.000000 0,-2.000000 10.000000 0,0.000000 13.000000-2,0.000000 12.000000 0,0.000000 13.000000-1,1.000000 6.000000-7,4.000000 0.000000-12,3.000000 0.000000-11,3.000000 0.000000-11,3.000000-7.000000-7,3.000000-11.000000 0,3.000000-14.000000 0,4.000000-11.000000-1,-1.000000-9.000000 1,-3.000000-3.000000-1,-3.000000-3.000000 2,-2.000000-2.000000-1</inkml:trace>
</inkml:ink>
</file>

<file path=ppt/ink/ink2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19"/>
    </inkml:context>
    <inkml:brush xml:id="br0">
      <inkml:brushProperty name="width" value="0.0273567419499159" units="cm"/>
      <inkml:brushProperty name="height" value="0.0273567419499159" units="cm"/>
      <inkml:brushProperty name="color" value="#000000"/>
      <inkml:brushProperty name="ignorePressure" value="0"/>
    </inkml:brush>
  </inkml:definitions>
  <inkml:trace contextRef="#ctx0" brushRef="#br0">15250.000000 6550.000000 536,'0.000000'53.000000'149,"0.000000"6.000000"-34 ,0.000000 7.000000-34,0.000000 6.000000-34,-2.000000 4.000000-20,-3.000000 4.000000-6,-3.000000 3.000000-7,-2.000000 3.000000-6,-1.000000-2.000000-7,3.000000-6.000000-4,3.000000-6.000000-6,4.000000-6.000000-6,7.000000-24.000000-9,13.000000-41.000000-11,12.000000-40.000000-12,13.000000-40.000000-12,6.000000-20.000000 1,0.000000 4.000000 13,0.000000 3.000000 13,0.000000 3.000000 14,0.000000 7.000000 8,0.000000 14.000000 3,0.000000 11.000000 3,0.000000 14.000000 3,0.000000 8.000000 4,0.000000 7.000000 3,0.000000 6.000000 4,0.000000 7.000000 3,-5.000000 13.000000 3,-9.000000 22.000000 3,-10.000000 22.000000 3,-8.000000 23.000000 2,-8.000000 11.000000 1,-2.000000 4.000000-1,-3.000000 3.000000 0,-3.000000 3.000000 0,-2.000000-4.000000-3,0.000000-8.000000-4,0.000000-10.000000-4,0.000000-9.000000-4,0.000000-9.000000-6,0.000000-5.000000-8,0.000000-7.000000-9,0.000000-5.000000-8,4.000000-11.000000-3,10.000000-11.000000 2,10.000000-14.000000 2,9.000000-11.000000 2,4.000000-11.000000 2,1.000000-5.000000-1,-1.000000-7.000000 1,1.000000-5.000000 1,2.000000-8.000000-1,7.000000-5.000000 2,6.000000-7.000000 2,7.000000-5.000000 0,2.000000-1.000000 4,1.000000 6.000000 8,-1.000000 7.000000 7,1.000000 6.000000 7,-6.000000 17.000000 7,-8.000000 28.000000 7,-10.000000 28.000000 6,-9.000000 29.000000 7,-9.000000 15.000000 1,-5.000000 3.000000-6,-7.000000 3.000000-5,-5.000000 4.000000-5,-3.000000-1.000000-10,4.000000-3.000000-16,3.000000-3.000000-16,3.000000-2.000000-15,3.000000-6.000000-8,3.000000-6.000000 2,3.000000-6.000000 0,4.000000-6.000000 2,-1.000000-7.000000-1,-3.000000-6.000000-4,-3.000000-6.000000-3,-2.000000-6.000000-3</inkml:trace>
</inkml:ink>
</file>

<file path=ppt/ink/ink2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19"/>
    </inkml:context>
    <inkml:brush xml:id="br0">
      <inkml:brushProperty name="width" value="0.0287056174129248" units="cm"/>
      <inkml:brushProperty name="height" value="0.0287056174129248" units="cm"/>
      <inkml:brushProperty name="color" value="#000000"/>
      <inkml:brushProperty name="ignorePressure" value="0"/>
    </inkml:brush>
  </inkml:definitions>
  <inkml:trace contextRef="#ctx0" brushRef="#br0">17650.000000 7350.000000 510,'71.000000'-5.000000'126,"-5.000000"-9.000000"-31 ,-7.000000-10.000000-29,-5.000000-8.000000-29,-4.000000-8.000000-17,0.000000-2.000000-5,0.000000-3.000000-3,0.000000-3.000000-4,-5.000000-2.000000-3,-9.000000 0.000000-2,-10.000000 0.000000-3,-8.000000 0.000000-2,-8.000000 1.000000-2,-2.000000 4.000000-1,-3.000000 3.000000-2,-3.000000 3.000000-1,-7.000000 7.000000-1,-9.000000 14.000000 1,-10.000000 11.000000 1,-8.000000 14.000000 1,-8.000000 11.000000 1,-2.000000 14.000000 2,-3.000000 11.000000 2,-3.000000 14.000000 2,1.000000 7.000000 3,6.000000 3.000000 1,7.000000 3.000000 3,6.000000 4.000000 2,4.000000 1.000000 2,4.000000 0.000000 3,3.000000 0.000000 4,3.000000 0.000000 4,4.000000-4.000000-1,7.000000-5.000000-4,6.000000-7.000000-3,7.000000-5.000000-4,10.000000-9.000000-6,16.000000-9.000000-9,15.000000-10.000000-8,17.000000-8.000000-9,17.000000-11.000000-8,23.000000-8.000000-9,22.000000-10.000000-8,22.000000-9.000000-10,-4.000000-5.000000-3,-28.000000 0.000000 0,-28.000000 0.000000 1,-27.000000 0.000000 0</inkml:trace>
</inkml:ink>
</file>

<file path=ppt/ink/ink2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20"/>
    </inkml:context>
    <inkml:brush xml:id="br0">
      <inkml:brushProperty name="width" value="0.0288607385009527" units="cm"/>
      <inkml:brushProperty name="height" value="0.0288607385009527" units="cm"/>
      <inkml:brushProperty name="color" value="#000000"/>
      <inkml:brushProperty name="ignorePressure" value="0"/>
    </inkml:brush>
  </inkml:definitions>
  <inkml:trace contextRef="#ctx0" brushRef="#br0">22500.000000 5000.000000 508,'-22.000000'123.000000'186,"6.000000"-3.000000"-47 ,7.000000-3.000000-45,6.000000-2.000000-47,1.000000-3.000000-29,-3.000000 1.000000-11,-3.000000-1.000000-10,-2.000000 1.000000-12,-1.000000 2.000000-5,3.000000 7.000000-2,3.000000 6.000000-1,4.000000 7.000000-1,2.000000-10.000000-9,4.000000-25.000000-16,3.000000-25.000000-18,3.000000-25.000000-16</inkml:trace>
</inkml:ink>
</file>

<file path=ppt/ink/ink2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20"/>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22900.000000 8325.000000 333,'114.000000'45.000000'167,"38.000000"35.000000"-1 ,35.000000 34.000000 1,37.000000 34.000000 0</inkml:trace>
</inkml:ink>
</file>

<file path=ppt/ink/ink2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37"/>
    </inkml:context>
    <inkml:brush xml:id="br0">
      <inkml:brushProperty name="width" value="0.03034926392138" units="cm"/>
      <inkml:brushProperty name="height" value="0.03034926392138" units="cm"/>
      <inkml:brushProperty name="color" value="#000000"/>
      <inkml:brushProperty name="ignorePressure" value="0"/>
    </inkml:brush>
  </inkml:definitions>
  <inkml:trace contextRef="#ctx0" brushRef="#br0">8600.000000 11450.000000 483,'0.000000'46.000000'51,"0.000000"-5.000000"-12 ,0.000000-7.000000-13,0.000000-5.000000-11,0.000000-4.000000-8,0.000000 0.000000-1,0.000000 0.000000 0,0.000000 0.000000-2,1.000000 15.000000-1,4.000000 32.000000 2,3.000000 31.000000 1,3.000000 32.000000 1,-1.000000 25.000000 0,-2.000000 23.000000 1,-3.000000 22.000000 0,-3.000000 22.000000 1,-2.000000 8.000000-1,0.000000-2.000000-1,0.000000-3.000000-1,0.000000-3.000000-1,0.000000-9.000000 0,0.000000-11.000000 0,0.000000-14.000000-1,0.000000-11.000000 1,0.000000-6.000000-2,0.000000 4.000000 0,0.000000 3.000000-3,0.000000 3.000000-2,0.000000-2.000000 1,0.000000-6.000000 0,0.000000-6.000000 1,0.000000-6.000000 1,0.000000-4.000000 0,0.000000 1.000000 1,0.000000-1.000000 0,0.000000 1.000000 1,0.000000-1.000000 0,0.000000 1.000000 0,0.000000-1.000000 0,0.000000 1.000000 1,0.000000-1.000000 0,0.000000 1.000000 1,0.000000-1.000000-1,0.000000 1.000000 1,0.000000-3.000000 1,0.000000-2.000000 1,0.000000-3.000000 1,0.000000-3.000000 1,0.000000-2.000000 0,0.000000 0.000000-1,0.000000 0.000000-1,0.000000 0.000000-2,0.000000 1.000000 0,0.000000 4.000000-1,0.000000 3.000000-2,0.000000 3.000000 0,0.000000 1.000000-1,0.000000 1.000000 0,0.000000-1.000000 1,0.000000 1.000000-1,0.000000-3.000000 0,0.000000-2.000000 1,0.000000-3.000000-1,0.000000-3.000000 0,0.000000 2.000000 0,0.000000 10.000000 1,0.000000 10.000000 0,0.000000 9.000000 0,0.000000 2.000000 0,0.000000-2.000000 1,0.000000-3.000000-1,0.000000-3.000000 1,1.000000-4.000000 1,4.000000-3.000000-1,3.000000-3.000000 0,3.000000-2.000000 1,-1.000000 2.000000 0,-2.000000 9.000000-2,-3.000000 10.000000 1,-3.000000 10.000000-2,-2.000000-1.000000 0,0.000000-9.000000 1,0.000000-10.000000 0,0.000000-8.000000 0,0.000000-9.000000 1,0.000000-6.000000-1,0.000000-6.000000 0,0.000000-6.000000 0,0.000000-2.000000 0,0.000000 3.000000 0,0.000000 3.000000 0,0.000000 4.000000 1,-2.000000 1.000000 0,-3.000000 0.000000 1,-3.000000 0.000000 0,-2.000000 0.000000 0,-1.000000-4.000000 0,3.000000-5.000000-1,3.000000-7.000000-1,4.000000-5.000000-1,1.000000-8.000000-1,0.000000-5.000000 1,0.000000-7.000000 0,0.000000-5.000000 1,0.000000-1.000000 0,0.000000 6.000000 0,0.000000 7.000000-1,0.000000 6.000000 1,-2.000000 4.000000 0,-3.000000 4.000000-2,-3.000000 3.000000 0,-2.000000 3.000000-1,-1.000000-1.000000-1,3.000000-2.000000 0,3.000000-3.000000-1,4.000000-3.000000 0,1.000000-9.000000 0,0.000000-11.000000 1,0.000000-14.000000 0,0.000000-11.000000 2,0.000000-1.000000 0,0.000000 13.000000 0,0.000000 12.000000 1,0.000000 13.000000 0,0.000000 6.000000 0,0.000000 0.000000 0,0.000000 0.000000 0,0.000000 0.000000 1,-2.000000 0.000000-1,-3.000000 0.000000 0,-3.000000 0.000000 1,-2.000000 0.000000-1,-1.000000-5.000000 1,3.000000-9.000000-1,3.000000-10.000000 1,4.000000-8.000000-1,1.000000-6.000000 0,0.000000 1.000000 0,0.000000-1.000000 0,0.000000 1.000000 0,0.000000-3.000000-1,0.000000-2.000000 1,0.000000-3.000000 0,0.000000-3.000000 1,-2.000000-4.000000-1,-3.000000-3.000000 1,-3.000000-3.000000 1,-2.000000-2.000000 0,-1.000000 0.000000 0,3.000000 7.000000 0,3.000000 6.000000-1,4.000000 7.000000-1,1.000000 2.000000 0,0.000000 1.000000 0,0.000000-1.000000 0,0.000000 1.000000-1,0.000000-3.000000 1,0.000000-2.000000-1,0.000000-3.000000 1,0.000000-3.000000-1,0.000000-4.000000 1,0.000000-3.000000 0,0.000000-3.000000 0,0.000000-2.000000 0,1.000000-1.000000 0,4.000000 3.000000-1,3.000000 3.000000 1,3.000000 4.000000-2,-1.000000-3.000000 0,-2.000000-5.000000-2,-3.000000-7.000000-2,-3.000000-5.000000-1,2.000000-14.000000-14,10.000000-18.000000-30,10.000000-19.000000-28,9.000000-18.000000-29</inkml:trace>
</inkml:ink>
</file>

<file path=ppt/ink/ink2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0:3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9450.000000 11800.000000,'1037.000000'20.000000,"1.000000"0.000000,-1.000000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0.000000,1.000000 0.000000</inkml:trace>
</inkml:ink>
</file>

<file path=ppt/ink/ink2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0:41"/>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51200.000000 12700.000000,'-25.000000'552.000000,"0.000000"1.000000,0.000000-1.000000,0.000000 1.000000,0.000000-1.000000,0.000000 1.000000,0.000000-1.000000,0.000000 1.000000,0.000000-1.000000,0.000000 1.000000,0.000000-1.000000,0.000000 1.000000,0.000000-1.000000,0.000000 1.000000,0.000000-1.000000,0.000000 1.000000,0.000000-1.000000,0.000000 1.000000,0.000000-1.000000,0.000000 1.000000,0.000000-1.000000,0.000000 1.000000,0.000000-1.000000,0.000000 1.000000,0.000000-1.000000,0.000000 0.000000,0.000000 1.000000,0.000000 0.000000,0.000000-1.000000,0.000000 1.000000,0.000000-1.000000,0.000000 1.000000,0.000000-1.000000,0.000000 1.000000,0.000000-1.000000,0.000000 0.000000,0.000000 1.000000,0.000000 0.000000,0.000000-1.000000,0.000000 1.000000</inkml:trace>
</inkml:ink>
</file>

<file path=ppt/ink/ink2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0:44"/>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8950.000000 34000.000000,'1013.000000'25.000000,"1.000000"0.000000,0.000000 0.000000,0.000000 0.000000,-1.000000 0.000000,1.000000 0.000000,0.000000 0.000000,-1.000000 0.000000,1.000000 0.000000,0.000000 0.000000,0.000000 0.000000,0.000000 0.000000,-1.000000 0.000000,1.000000 0.000000,0.000000 0.000000,-1.000000 0.000000,1.000000 0.000000,0.000000 0.000000,0.000000 0.000000,0.000000 0.000000,-1.000000 0.000000,1.000000 0.000000,0.000000 0.000000,0.000000 0.000000,-1.000000 0.000000,1.000000 0.000000,0.000000 0.000000,-1.000000 0.000000,1.000000 0.000000,0.000000 0.000000,0.000000 0.000000,0.000000 0.000000,-1.000000 0.000000,1.000000 0.000000,0.000000 0.000000,-1.000000 0.000000,1.000000 0.000000,0.000000 0.000000,0.000000 0.000000,0.000000 0.000000</inkml:trace>
</inkml:ink>
</file>

<file path=ppt/ink/ink2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7"/>
    </inkml:context>
    <inkml:brush xml:id="br0">
      <inkml:brushProperty name="width" value="0.0294871628284454" units="cm"/>
      <inkml:brushProperty name="height" value="0.0294871628284454" units="cm"/>
      <inkml:brushProperty name="color" value="#000000"/>
      <inkml:brushProperty name="ignorePressure" value="0"/>
    </inkml:brush>
  </inkml:definitions>
  <inkml:trace contextRef="#ctx0" brushRef="#br0">22250.000000 23950.000000 497,'-38.000000'-13.000000'3,"26.000000"26.000000"15 ,24.000000 24.000000 16,26.000000 26.000000 14,13.000000 16.000000 5,4.000000 10.000000-9,3.000000 10.000000-6,3.000000 9.000000-8,3.000000 12.000000-5,3.000000 16.000000-1,3.000000 15.000000-3,4.000000 17.000000-3,-3.000000 3.000000-1,-5.000000-5.000000-2,-7.000000-7.000000-3,-5.000000-5.000000-2,-1.000000-3.000000-2,6.000000 4.000000 1,7.000000 3.000000-2,6.000000 3.000000 1,-4.000000-19.000000-2,-11.000000-41.000000-1,-14.000000-40.000000-2,-11.000000-40.000000-2,-6.000000-28.000000 1,4.000000-11.000000 2,3.000000-14.000000 1,3.000000-11.000000 3,6.000000-23.000000 0,9.000000-31.000000 0,10.000000-31.000000-2,10.000000-31.000000-2,5.000000-23.000000-4,4.000000-11.000000-9,3.000000-14.000000-9,3.000000-11.000000-9,-2.000000 10.000000-9,-6.000000 34.000000-6,-6.000000 35.000000-9,-6.000000 35.000000-7,-7.000000 22.000000-2,-6.000000 14.000000 2,-6.000000 11.000000 2,-6.000000 14.000000 3</inkml:trace>
</inkml:ink>
</file>

<file path=ppt/ink/ink3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7"/>
    </inkml:context>
    <inkml:brush xml:id="br0">
      <inkml:brushProperty name="width" value="0.0232767779380083" units="cm"/>
      <inkml:brushProperty name="height" value="0.0232767779380083" units="cm"/>
      <inkml:brushProperty name="color" value="#000000"/>
      <inkml:brushProperty name="ignorePressure" value="0"/>
    </inkml:brush>
  </inkml:definitions>
  <inkml:trace contextRef="#ctx0" brushRef="#br0">26250.000000 23050.000000 630,'6.000000'46.000000'175,"13.000000"-5.000000"-55 ,12.000000-7.000000-55,13.000000-5.000000-56,7.000000-4.000000-28,4.000000 0.000000-3,3.000000 0.000000-3,3.000000 0.000000-3,-4.000000-2.000000-7,-8.000000-3.000000-11,-10.000000-3.000000-11,-9.000000-2.000000-11</inkml:trace>
</inkml:ink>
</file>

<file path=ppt/ink/ink3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7"/>
    </inkml:context>
    <inkml:brush xml:id="br0">
      <inkml:brushProperty name="width" value="0.0246836971491575" units="cm"/>
      <inkml:brushProperty name="height" value="0.0246836971491575" units="cm"/>
      <inkml:brushProperty name="color" value="#000000"/>
      <inkml:brushProperty name="ignorePressure" value="0"/>
    </inkml:brush>
  </inkml:definitions>
  <inkml:trace contextRef="#ctx0" brushRef="#br0">26850.000000 24350.000000 594,'-69.000000'93.000000'56,"13.000000"-11.000000"-10 ,12.000000-14.000000-10,13.000000-11.000000-11,7.000000-4.000000-2,4.000000 6.000000 7,3.000000 7.000000 8,3.000000 6.000000 6,-1.000000 4.000000-1,-2.000000 4.000000-11,-3.000000 3.000000-10,-3.000000 3.000000-12,1.000000 1.000000-10,6.000000 1.000000-11,7.000000-1.000000-12,6.000000 1.000000-12,4.000000-9.000000-10,4.000000-15.000000-10,3.000000-15.000000-10,3.000000-16.000000-10</inkml:trace>
</inkml:ink>
</file>

<file path=ppt/ink/ink3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8"/>
    </inkml:context>
    <inkml:brush xml:id="br0">
      <inkml:brushProperty name="width" value="0.0260945037007332" units="cm"/>
      <inkml:brushProperty name="height" value="0.0260945037007332" units="cm"/>
      <inkml:brushProperty name="color" value="#000000"/>
      <inkml:brushProperty name="ignorePressure" value="0"/>
    </inkml:brush>
  </inkml:definitions>
  <inkml:trace contextRef="#ctx0" brushRef="#br0">29100.000000 24800.000000 562,'-25.000000'-94.000000'37,"0.000000"13.000000"3 ,0.000000 12.000000 4,0.000000 13.000000 3,-2.000000 7.000000-1,-3.000000 4.000000-6,-3.000000 3.000000-5,-2.000000 3.000000-6,-6.000000 4.000000-7,-6.000000 7.000000-8,-6.000000 6.000000-9,-6.000000 7.000000-8,-6.000000 13.000000-4,-2.000000 22.000000 0,-3.000000 22.000000 0,-3.000000 23.000000 1,4.000000 20.000000-3,13.000000 23.000000-5,12.000000 22.000000-5,13.000000 22.000000-6,9.000000 7.000000-3,6.000000-6.000000 0,7.000000-6.000000 1,6.000000-6.000000-1,10.000000-16.000000 6,17.000000-25.000000 11,15.000000-25.000000 10,16.000000-25.000000 11,10.000000-24.000000 5,7.000000-21.000000 1,6.000000-22.000000-1,7.000000-22.000000 1,7.000000-24.000000-2,9.000000-24.000000-2,10.000000-26.000000-3,10.000000-24.000000-2,2.000000-13.000000-2,-3.000000 0.000000-4,-3.000000 0.000000-4,-2.000000 0.000000-3,-1.000000-13.000000-3,3.000000-24.000000-2,3.000000-26.000000-3,4.000000-24.000000-2,-7.000000-4.000000-1,-16.000000 19.000000 1,-15.000000 19.000000-1,-15.000000 19.000000 1,-23.000000 43.000000 5,-28.000000 69.000000 12,-28.000000 69.000000 12,-27.000000 69.000000 11,-17.000000 49.000000 6,-3.000000 32.000000 1,-3.000000 31.000000 1,-2.000000 32.000000 1,2.000000 11.000000 0,9.000000-5.000000-2,10.000000-7.000000 0,10.000000-5.000000 0,5.000000-12.000000-6,4.000000-16.000000-10,3.000000-15.000000-8,3.000000-15.000000-11,9.000000-18.000000-6,16.000000-19.000000-5,15.000000-18.000000-4,17.000000-19.000000-5,7.000000-18.000000-3,0.000000-15.000000 3,0.000000-15.000000 0,0.000000-16.000000 1,-4.000000-10.000000-5,-5.000000-3.000000-13,-7.000000-3.000000-12,-5.000000-2.000000-13</inkml:trace>
</inkml:ink>
</file>

<file path=ppt/ink/ink3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8"/>
    </inkml:context>
    <inkml:brush xml:id="br0">
      <inkml:brushProperty name="width" value="0.0267743822187185" units="cm"/>
      <inkml:brushProperty name="height" value="0.0267743822187185" units="cm"/>
      <inkml:brushProperty name="color" value="#000000"/>
      <inkml:brushProperty name="ignorePressure" value="0"/>
    </inkml:brush>
  </inkml:definitions>
  <inkml:trace contextRef="#ctx0" brushRef="#br0">30900.000000 25350.000000 547,'3.000000'67.000000'6,"6.000000"-16.000000"10 ,7.000000-15.000000 12,6.000000-15.000000 10,9.000000-11.000000 5,13.000000-2.000000-3,12.000000-3.000000-2,13.000000-3.000000-3,7.000000-12.000000-3,4.000000-18.000000-5,3.000000-19.000000-5,3.000000-18.000000-5,-2.000000-12.000000-4,-6.000000-3.000000 0,-6.000000-3.000000-1,-6.000000-2.000000-2,-10.000000-1.000000-1,-12.000000 3.000000-1,-13.000000 3.000000-2,-12.000000 4.000000 0,-12.000000 4.000000-2,-8.000000 6.000000-2,-10.000000 7.000000-1,-9.000000 6.000000-3,-13.000000 7.000000 0,-16.000000 10.000000 0,-15.000000 10.000000 0,-15.000000 9.000000-1,-11.000000 13.000000 0,-2.000000 20.000000 1,-3.000000 18.000000-1,-3.000000 20.000000 0,2.000000 13.000000 1,10.000000 9.000000 1,10.000000 10.000000 1,9.000000 10.000000 2,10.000000 7.000000 1,14.000000 6.000000 3,11.000000 7.000000 3,14.000000 6.000000 3,13.000000 1.000000-1,16.000000-3.000000-5,15.000000-3.000000-4,17.000000-2.000000-4,16.000000-9.000000-6,19.000000-12.000000-5,19.000000-13.000000-7,19.000000-12.000000-6,26.000000-13.000000-5,34.000000-12.000000-6,35.000000-13.000000-5,35.000000-12.000000-6,-4.000000-13.000000 0,-41.000000-12.000000 4,-40.000000-13.000000 4,-40.000000-12.000000 3,-28.000000-7.000000 3,-11.000000 1.000000 4,-14.000000-1.000000 2,-11.000000 1.000000 3</inkml:trace>
</inkml:ink>
</file>

<file path=ppt/ink/ink3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48"/>
    </inkml:context>
    <inkml:brush xml:id="br0">
      <inkml:brushProperty name="width" value="0.0275213122367859" units="cm"/>
      <inkml:brushProperty name="height" value="0.0275213122367859" units="cm"/>
      <inkml:brushProperty name="color" value="#000000"/>
      <inkml:brushProperty name="ignorePressure" value="0"/>
    </inkml:brush>
  </inkml:definitions>
  <inkml:trace contextRef="#ctx0" brushRef="#br0">35100.000000 24800.000000 532,'-71.000000'32.000000'83,"10.000000"17.000000"-13 ,10.000000 15.000000-11,9.000000 16.000000-12,9.000000 15.000000-8,9.000000 16.000000-5,10.000000 15.000000-3,10.000000 17.000000-5,5.000000 7.000000-4,4.000000 0.000000-4,3.000000 0.000000-4,3.000000 0.000000-4,7.000000-13.000000-3,14.000000-24.000000-2,11.000000-26.000000-3,14.000000-24.000000-2,10.000000-24.000000-1,9.000000-22.000000-2,10.000000-22.000000-2,10.000000-21.000000-1,2.000000-28.000000 0,-3.000000-30.000000-1,-3.000000-32.000000 2,-2.000000-30.000000-1,-9.000000-15.000000 2,-12.000000 3.000000 3,-13.000000 3.000000 3,-12.000000 4.000000 3,-15.000000 8.000000 1,-15.000000 17.000000 0,-15.000000 15.000000-1,-16.000000 16.000000 0,-15.000000 13.000000-2,-11.000000 14.000000-4,-14.000000 11.000000-4,-11.000000 14.000000-5,-12.000000 8.000000-7,-9.000000 7.000000-10,-10.000000 6.000000-11,-8.000000 7.000000-10,5.000000 5.000000-7,22.000000 7.000000-3,22.000000 6.000000-4,23.000000 7.000000-2</inkml:trace>
</inkml:ink>
</file>

<file path=ppt/ink/ink3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0"/>
    </inkml:context>
    <inkml:brush xml:id="br0">
      <inkml:brushProperty name="width" value="0.0285971630364656" units="cm"/>
      <inkml:brushProperty name="height" value="0.0285971630364656" units="cm"/>
      <inkml:brushProperty name="color" value="#000000"/>
      <inkml:brushProperty name="ignorePressure" value="0"/>
    </inkml:brush>
  </inkml:definitions>
  <inkml:trace contextRef="#ctx0" brushRef="#br0">7550.000000 37750.000000 512,'-115.000000'-68.000000'13,"23.000000"17.000000"1 ,22.000000 15.000000 2,22.000000 16.000000 2,12.000000 7.000000 0,3.000000 1.000000 1,3.000000-1.000000 1,4.000000 1.000000 0,1.000000 1.000000 0,0.000000 3.000000 0,0.000000 3.000000-2,0.000000 4.000000 0,0.000000 1.000000-1,0.000000 0.000000-2,0.000000 0.000000-1,0.000000 0.000000-2,0.000000 1.000000-1,0.000000 4.000000-2,0.000000 3.000000-2,0.000000 3.000000-1,-4.000000 10.000000-2,-5.000000 20.000000-3,-7.000000 18.000000-1,-5.000000 20.000000-3,-3.000000 21.000000-1,4.000000 25.000000 0,3.000000 25.000000-2,3.000000 25.000000 1,6.000000 17.000000 0,9.000000 9.000000 0,10.000000 10.000000 2,10.000000 10.000000 1,5.000000-6.000000 1,4.000000-18.000000 2,3.000000-19.000000 1,3.000000-18.000000 3,7.000000-20.000000 0,14.000000-18.000000-1,11.000000-19.000000 0,14.000000-18.000000-1,11.000000-17.000000-1,14.000000-11.000000-1,11.000000-14.000000-2,14.000000-11.000000-2,13.000000-14.000000 1,16.000000-11.000000 0,15.000000-14.000000 1,17.000000-11.000000 0,3.000000-15.000000 1,-5.000000-16.000000-2,-7.000000-15.000000-1,-5.000000-15.000000-1,-11.000000-15.000000 0,-11.000000-12.000000 3,-14.000000-13.000000 2,-11.000000-12.000000 3,-15.000000-9.000000 1,-16.000000-2.000000 1,-15.000000-3.000000 1,-15.000000-3.000000-1,-12.000000-1.000000 2,-6.000000 4.000000 1,-6.000000 3.000000 1,-6.000000 3.000000 2,-9.000000 7.000000 1,-8.000000 14.000000 0,-10.000000 11.000000 2,-9.000000 14.000000 0,-10.000000 8.000000 1,-9.000000 7.000000-1,-10.000000 6.000000-1,-8.000000 7.000000 0,-6.000000 5.000000-2,1.000000 7.000000-3,-1.000000 6.000000-3,1.000000 7.000000-3,-1.000000 4.000000-5,1.000000 3.000000-5,-1.000000 3.000000-6,1.000000 4.000000-6,-6.000000 1.000000-8,-8.000000 0.000000-10,-10.000000 0.000000-12,-9.000000 0.000000-9,2.000000 4.000000-5,17.000000 10.000000 2,15.000000 10.000000 3,16.000000 9.000000 3</inkml:trace>
</inkml:ink>
</file>

<file path=ppt/ink/ink3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0"/>
    </inkml:context>
    <inkml:brush xml:id="br0">
      <inkml:brushProperty name="width" value="0.0239612180739641" units="cm"/>
      <inkml:brushProperty name="height" value="0.0239612180739641" units="cm"/>
      <inkml:brushProperty name="color" value="#000000"/>
      <inkml:brushProperty name="ignorePressure" value="0"/>
    </inkml:brush>
  </inkml:definitions>
  <inkml:trace contextRef="#ctx0" brushRef="#br0">8350.000000 38500.000000 612,'-46.000000'-25.000000'18,"10.000000"0.000000"10 ,10.000000 0.000000 12,9.000000 0.000000 10,2.000000 3.000000 1,-2.000000 6.000000-9,-3.000000 7.000000-8,-3.000000 6.000000-8,-6.000000 3.000000-7,-5.000000 0.000000-2,-7.000000 0.000000-2,-5.000000 0.000000-4,-6.000000 4.000000-1,-3.000000 10.000000-2,-3.000000 10.000000 0,-2.000000 9.000000-1,-8.000000 7.000000-4,-8.000000 7.000000-3,-10.000000 6.000000-6,-9.000000 7.000000-4,1.000000 2.000000-3,13.000000 1.000000 2,12.000000-1.000000 0,13.000000 1.000000 0,10.000000-4.000000 2,10.000000-6.000000 2,10.000000-6.000000 1,9.000000-6.000000 2,9.000000-4.000000 2,9.000000 1.000000 1,10.000000-1.000000 1,10.000000 1.000000 1,10.000000-4.000000 2,13.000000-6.000000 2,12.000000-6.000000 3,13.000000-6.000000 2,6.000000-6.000000 1,0.000000-2.000000-1,0.000000-3.000000-1,0.000000-3.000000-1,-2.000000-1.000000-2,-3.000000 4.000000-3,-3.000000 3.000000-1,-2.000000 3.000000-3,-3.000000 1.000000-3,1.000000 1.000000-4,-1.000000-1.000000-4,1.000000 1.000000-3,-4.000000-1.000000-12,-6.000000 1.000000-17,-6.000000-1.000000-19,-6.000000 1.000000-17</inkml:trace>
</inkml:ink>
</file>

<file path=ppt/ink/ink3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2"/>
    </inkml:context>
    <inkml:brush xml:id="br0">
      <inkml:brushProperty name="width" value="0.0257058404386044" units="cm"/>
      <inkml:brushProperty name="height" value="0.0257058404386044" units="cm"/>
      <inkml:brushProperty name="color" value="#000000"/>
      <inkml:brushProperty name="ignorePressure" value="0"/>
    </inkml:brush>
  </inkml:definitions>
  <inkml:trace contextRef="#ctx0" brushRef="#br0">13550.000000 36650.000000 570,'-44.000000'9.000000'60,"13.000000"19.000000"-10 ,12.000000 19.000000-9,13.000000 19.000000-9,6.000000 18.000000-5,0.000000 19.000000-3,0.000000 19.000000-1,0.000000 19.000000-2,-2.000000 23.000000-2,-3.000000 28.000000-1,-3.000000 28.000000-1,-2.000000 29.000000-1,-5.000000 16.000000-1,-2.000000 7.000000-2,-3.000000 6.000000-2,-3.000000 7.000000-3,-1.000000-14.000000 0,4.000000-30.000000-1,3.000000-32.000000-1,3.000000-30.000000-1,3.000000-29.000000-1,3.000000-25.000000-1,3.000000-25.000000-2,4.000000-25.000000 0,4.000000-30.000000-13,6.000000-34.000000-22,7.000000-35.000000-23,6.000000-33.000000-22,1.000000-15.000000-5,-3.000000 6.000000 12,-3.000000 7.000000 12,-2.000000 6.000000 13</inkml:trace>
</inkml:ink>
</file>

<file path=ppt/ink/ink3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2"/>
    </inkml:context>
    <inkml:brush xml:id="br0">
      <inkml:brushProperty name="width" value="0.0277082361280918" units="cm"/>
      <inkml:brushProperty name="height" value="0.0277082361280918" units="cm"/>
      <inkml:brushProperty name="color" value="#000000"/>
      <inkml:brushProperty name="ignorePressure" value="0"/>
    </inkml:brush>
  </inkml:definitions>
  <inkml:trace contextRef="#ctx0" brushRef="#br0">13950.000000 36350.000000 529,'29.000000'-44.000000'22,"10.000000"13.000000"0 ,10.000000 12.000000 0,9.000000 13.000000 0,12.000000 4.000000-1,16.000000-3.000000-2,15.000000-3.000000-3,17.000000-2.000000-2,8.000000-1.000000-2,4.000000 3.000000-2,3.000000 3.000000-2,3.000000 4.000000-1,6.000000 1.000000-1,9.000000 0.000000-1,10.000000 0.000000-1,10.000000 0.000000 0,11.000000 0.000000 0,17.000000 0.000000 0,15.000000 0.000000 0,16.000000 0.000000-1,1.000000 0.000000 0,-12.000000 0.000000-2,-13.000000 0.000000-2,-12.000000 0.000000-3,-7.000000 3.000000 0,1.000000 6.000000-1,-1.000000 7.000000 1,1.000000 6.000000-1,-1.000000 3.000000 1,1.000000 0.000000 0,-1.000000 0.000000-1,1.000000 0.000000 1,-9.000000-2.000000 0,-15.000000-3.000000 1,-15.000000-3.000000 0,-16.000000-2.000000 2,-15.000000-5.000000 0,-11.000000-2.000000 0,-14.000000-3.000000 0,-11.000000-3.000000 1,-9.000000-1.000000-1,-3.000000 4.000000 1,-3.000000 3.000000-1,-2.000000 3.000000 0,-6.000000 1.000000 0,-6.000000 1.000000 0,-6.000000-1.000000 0,-6.000000 1.000000 1,-6.000000 1.000000 0,-2.000000 3.000000-1,-3.000000 3.000000 1,-3.000000 4.000000 0,-6.000000 1.000000 0,-5.000000 0.000000 0,-7.000000 0.000000 1,-5.000000 0.000000 0,-3.000000 0.000000 0,4.000000 0.000000 1,3.000000 0.000000 1,3.000000 0.000000-1,-2.000000 0.000000 1,-6.000000 0.000000 1,-6.000000 0.000000 0,-6.000000 0.000000 0,-4.000000 3.000000 1,1.000000 6.000000 4,-1.000000 7.000000 1,1.000000 6.000000 4,-1.000000 7.000000 1,1.000000 10.000000 0,-1.000000 10.000000 2,1.000000 9.000000 0,1.000000 10.000000 1,3.000000 14.000000 0,3.000000 11.000000-1,4.000000 14.000000 1,1.000000 14.000000 0,0.000000 20.000000-2,0.000000 18.000000-2,0.000000 20.000000-1,3.000000 6.000000-1,6.000000-2.000000-3,7.000000-3.000000-3,6.000000-3.000000-1,3.000000-12.000000-2,0.000000-18.000000-1,0.000000-19.000000 0,0.000000-18.000000-2,-2.000000-17.000000 0,-3.000000-11.000000-2,-3.000000-14.000000-2,-2.000000-11.000000-1,-3.000000-9.000000-2,1.000000-3.000000-3,-1.000000-3.000000-1,1.000000-2.000000-2,-3.000000-5.000000-5,-2.000000-2.000000-9,-3.000000-3.000000-9,-3.000000-3.000000-9,-4.000000-7.000000-1,-3.000000-9.000000 8,-3.000000-10.000000 7,-2.000000-8.000000 8,-5.000000-6.000000 0,-2.000000 1.000000-7,-3.000000-1.000000-8,-3.000000 1.000000-7</inkml:trace>
</inkml:ink>
</file>

<file path=ppt/ink/ink3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3"/>
    </inkml:context>
    <inkml:brush xml:id="br0">
      <inkml:brushProperty name="width" value="0.0275041926652193" units="cm"/>
      <inkml:brushProperty name="height" value="0.0275041926652193" units="cm"/>
      <inkml:brushProperty name="color" value="#000000"/>
      <inkml:brushProperty name="ignorePressure" value="0"/>
    </inkml:brush>
  </inkml:definitions>
  <inkml:trace contextRef="#ctx0" brushRef="#br0">14200.000000 40500.000000 533,'-63.000000'23.000000'39,"26.000000"-3.000000"-5 ,24.000000-3.000000-3,26.000000-2.000000-5,22.000000-3.000000-1,23.000000 1.000000-1,22.000000-1.000000 1,22.000000 1.000000 0,16.000000 1.000000-1,14.000000 3.000000-1,11.000000 3.000000 0,14.000000 4.000000-2,16.000000-1.000000-1,22.000000-3.000000-2,22.000000-3.000000-3,23.000000-2.000000-2,16.000000-5.000000-2,13.000000-2.000000 0,12.000000-3.000000-1,13.000000-3.000000-1,6.000000-1.000000 0,0.000000 4.000000-1,0.000000 3.000000 0,0.000000 3.000000-1,-8.000000-1.000000-1,-16.000000-2.000000-4,-15.000000-3.000000-4,-15.000000-3.000000-4,-23.000000-4.000000-2,-28.000000-3.000000 0,-28.000000-3.000000-1,-27.000000-2.000000-1,-23.000000-3.000000 0,-16.000000 1.000000 0,-15.000000-1.000000-1,-15.000000 1.000000 0,-14.000000-1.000000 0,-8.000000 1.000000-2,-10.000000-1.000000-1,-9.000000 1.000000-2</inkml:trace>
</inkml:ink>
</file>

<file path=ppt/ink/ink3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3"/>
    </inkml:context>
    <inkml:brush xml:id="br0">
      <inkml:brushProperty name="width" value="0.024787999689579" units="cm"/>
      <inkml:brushProperty name="height" value="0.024787999689579" units="cm"/>
      <inkml:brushProperty name="color" value="#000000"/>
      <inkml:brushProperty name="ignorePressure" value="0"/>
    </inkml:brush>
  </inkml:definitions>
  <inkml:trace contextRef="#ctx0" brushRef="#br0">17150.000000 37800.000000 591,'-21.000000'56.000000'107,"10.000000"13.000000"-22 ,10.000000 12.000000-24,9.000000 13.000000-23,2.000000 12.000000-14,-2.000000 13.000000-2,-3.000000 12.000000-4,-3.000000 13.000000-4,-4.000000 7.000000-2,-3.000000 4.000000-2,-3.000000 3.000000-1,-2.000000 3.000000-3,-1.000000-10.000000-4,3.000000-21.000000-3,3.000000-22.000000-6,4.000000-22.000000-5,1.000000-27.000000-10,0.000000-31.000000-18,0.000000-31.000000-18,0.000000-31.000000-17,1.000000-15.000000-2,4.000000 4.000000 12,3.000000 3.000000 12,3.000000 3.000000 13</inkml:trace>
</inkml:ink>
</file>

<file path=ppt/ink/ink3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4"/>
    </inkml:context>
    <inkml:brush xml:id="br0">
      <inkml:brushProperty name="width" value="0.0285049080848694" units="cm"/>
      <inkml:brushProperty name="height" value="0.0285049080848694" units="cm"/>
      <inkml:brushProperty name="color" value="#000000"/>
      <inkml:brushProperty name="ignorePressure" value="0"/>
    </inkml:brush>
  </inkml:definitions>
  <inkml:trace contextRef="#ctx0" brushRef="#br0">17150.000000 37650.000000 514,'76.000000'73.000000'127,"4.000000"-3.000000"-31 ,3.000000-3.000000-31,3.000000-2.000000-31,9.000000-1.000000-16,16.000000 3.000000-4,15.000000 3.000000-3,17.000000 4.000000-4,5.000000-1.000000-2,-3.000000-3.000000-3,-3.000000-3.000000-3,-2.000000-2.000000-3,-12.000000-8.000000-2,-19.000000-8.000000 0,-18.000000-10.000000-1,-19.000000-9.000000-1,-21.000000-9.000000 3,-21.000000-5.000000 6,-22.000000-7.000000 5,-22.000000-5.000000 7,-18.000000-1.000000 2,-11.000000 6.000000 1,-14.000000 7.000000-1,-11.000000 6.000000 0,-11.000000 6.000000-1,-5.000000 6.000000-2,-7.000000 7.000000-1,-5.000000 6.000000-1,-4.000000 1.000000-3,0.000000-3.000000-2,0.000000-3.000000-2,0.000000-2.000000-2,4.000000-3.000000-5,10.000000 1.000000-3,10.000000-1.000000-6,9.000000 1.000000-4,9.000000-4.000000-6,9.000000-6.000000-7,10.000000-6.000000-7,10.000000-6.000000-7</inkml:trace>
</inkml:ink>
</file>

<file path=ppt/ink/ink3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5"/>
    </inkml:context>
    <inkml:brush xml:id="br0">
      <inkml:brushProperty name="width" value="0.0281747449189425" units="cm"/>
      <inkml:brushProperty name="height" value="0.0281747449189425" units="cm"/>
      <inkml:brushProperty name="color" value="#000000"/>
      <inkml:brushProperty name="ignorePressure" value="0"/>
    </inkml:brush>
  </inkml:definitions>
  <inkml:trace contextRef="#ctx0" brushRef="#br0">23050.000000 36750.000000 520,'23.000000'-66.000000'-18,"-3.000000"19.000000"10 ,-3.000000 19.000000 8,-2.000000 19.000000 9,-3.000000 7.000000 6,1.000000-3.000000 1,-1.000000-3.000000 2,1.000000-2.000000 0,-1.000000 0.000000 2,1.000000 7.000000 0,-1.000000 6.000000 0,1.000000 7.000000 1,-3.000000 7.000000 0,-2.000000 9.000000 0,-3.000000 10.000000 2,-3.000000 10.000000 0,-1.000000 11.000000 0,4.000000 17.000000-1,3.000000 15.000000-1,3.000000 16.000000 0,-4.000000 13.000000-1,-8.000000 14.000000-3,-10.000000 11.000000 0,-9.000000 14.000000-3,-5.000000 19.000000 0,0.000000 29.000000-2,0.000000 28.000000 0,0.000000 28.000000-2,0.000000 9.000000 0,0.000000-9.000000-1,0.000000-10.000000 0,0.000000-8.000000 0,3.000000-12.000000-1,6.000000-12.000000-2,7.000000-13.000000-2,6.000000-12.000000-2,4.000000-19.000000-1,4.000000-25.000000-2,3.000000-25.000000 0,3.000000-25.000000 0,3.000000-43.000000-12,3.000000-58.000000-21,3.000000-60.000000-20,4.000000-59.000000-22,-1.000000-30.000000-4,-3.000000 0.000000 11,-3.000000 0.000000 12,-2.000000 0.000000 12,-3.000000 10.000000 7,1.000000 23.000000 7,-1.000000 22.000000 4,1.000000 22.000000 5</inkml:trace>
</inkml:ink>
</file>

<file path=ppt/ink/ink3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6"/>
    </inkml:context>
    <inkml:brush xml:id="br0">
      <inkml:brushProperty name="width" value="0.0310519635677338" units="cm"/>
      <inkml:brushProperty name="height" value="0.0310519635677338" units="cm"/>
      <inkml:brushProperty name="color" value="#000000"/>
      <inkml:brushProperty name="ignorePressure" value="0"/>
    </inkml:brush>
  </inkml:definitions>
  <inkml:trace contextRef="#ctx0" brushRef="#br0">23450.000000 36300.000000 472,'3.000000'-44.000000'0,"6.000000"13.000000"12 ,7.000000 12.000000 11,6.000000 13.000000 12,7.000000 6.000000 2,10.000000 0.000000-4,10.000000 0.000000-5,9.000000 0.000000-5,9.000000 0.000000-3,9.000000 0.000000-3,10.000000 0.000000-2,10.000000 0.000000-2,14.000000 3.000000-2,23.000000 6.000000-1,22.000000 7.000000-1,22.000000 6.000000-1,16.000000 1.000000 0,14.000000-3.000000-2,11.000000-3.000000 1,14.000000-2.000000-2,5.000000-3.000000 0,1.000000 1.000000-1,-1.000000-1.000000-2,1.000000 1.000000-2,2.000000-3.000000 0,7.000000-2.000000-2,6.000000-3.000000 0,7.000000-3.000000-1,-9.000000 1.000000-1,-21.000000 6.000000 0,-22.000000 7.000000 0,-22.000000 6.000000 0,-15.000000 3.000000 1,-5.000000 0.000000 1,-7.000000 0.000000 1,-5.000000 0.000000 1,-3.000000 0.000000 1,4.000000 0.000000 1,3.000000 0.000000 0,3.000000 0.000000 0,-5.000000 0.000000 1,-12.000000 0.000000 1,-13.000000 0.000000 1,-12.000000 0.000000 1,-12.000000 0.000000 1,-8.000000 0.000000-3,-10.000000 0.000000 0,-9.000000 0.000000-1,-9.000000 0.000000-1,-5.000000 0.000000 0,-7.000000 0.000000 0,-5.000000 0.000000 0,-6.000000-2.000000 1,-3.000000-3.000000-1,-3.000000-3.000000 0,-2.000000-2.000000 1,-5.000000-5.000000-2,-2.000000-2.000000-1,-3.000000-3.000000-1,-3.000000-3.000000-2,-7.000000 1.000000 2,-9.000000 6.000000 5,-10.000000 7.000000 5,-8.000000 6.000000 5,-6.000000 4.000000 1,1.000000 4.000000-3,-1.000000 3.000000-2,1.000000 3.000000-3,1.000000-1.000000-2,3.000000-2.000000 0,3.000000-3.000000-1,4.000000-3.000000-2,-1.000000 10.000000 2,-3.000000 26.000000 0,-3.000000 24.000000 1,-2.000000 26.000000 1,-3.000000 19.000000 0,1.000000 17.000000 1,-1.000000 15.000000-2,1.000000 16.000000 0,1.000000 10.000000 0,3.000000 7.000000 0,3.000000 6.000000 1,4.000000 7.000000 0,1.000000-4.000000-1,0.000000-12.000000 0,0.000000-13.000000-2,0.000000-12.000000 0,1.000000-15.000000-2,4.000000-15.000000 0,3.000000-15.000000-2,3.000000-16.000000-1,1.000000-13.000000-1,1.000000-9.000000-2,-1.000000-10.000000-1,1.000000-8.000000-1,-3.000000-8.000000-3,-2.000000-2.000000-3,-3.000000-3.000000-3,-3.000000-3.000000-4,-2.000000-6.000000-5,0.000000-5.000000-11,0.000000-7.000000-9,0.000000-5.000000-9</inkml:trace>
</inkml:ink>
</file>

<file path=ppt/ink/ink3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6"/>
    </inkml:context>
    <inkml:brush xml:id="br0">
      <inkml:brushProperty name="width" value="0.0294245835393667" units="cm"/>
      <inkml:brushProperty name="height" value="0.0294245835393667" units="cm"/>
      <inkml:brushProperty name="color" value="#000000"/>
      <inkml:brushProperty name="ignorePressure" value="0"/>
    </inkml:brush>
  </inkml:definitions>
  <inkml:trace contextRef="#ctx0" brushRef="#br0">23950.000000 40650.000000 498,'15.000000'45.000000'83,"32.000000"-9.000000"-13 ,31.000000-10.000000-12,32.000000-8.000000-13,27.000000-6.000000-8,26.000000 1.000000-5,24.000000-1.000000-7,26.000000 1.000000-4,19.000000-1.000000-4,17.000000 1.000000-2,15.000000-1.000000-2,16.000000 1.000000-1,10.000000-3.000000-2,7.000000-2.000000-2,6.000000-3.000000-2,7.000000-3.000000-2,-6.000000-7.000000-2,-15.000000-9.000000 2,-15.000000-10.000000 1,-16.000000-8.000000 0,-15.000000-4.000000 0,-11.000000 3.000000-2,-14.000000 3.000000 0,-11.000000 4.000000-2,-12.000000 4.000000 0,-9.000000 6.000000 2,-10.000000 7.000000 1,-8.000000 6.000000 1,-17.000000 3.000000-1,-21.000000 0.000000-4,-22.000000 0.000000-3,-22.000000 0.000000-4,-24.000000-2.000000-15,-24.000000-3.000000-28,-26.000000-3.000000-28,-24.000000-2.000000-27</inkml:trace>
</inkml:ink>
</file>

<file path=ppt/ink/ink3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7"/>
    </inkml:context>
    <inkml:brush xml:id="br0">
      <inkml:brushProperty name="width" value="0.025114618241787" units="cm"/>
      <inkml:brushProperty name="height" value="0.025114618241787" units="cm"/>
      <inkml:brushProperty name="color" value="#000000"/>
      <inkml:brushProperty name="ignorePressure" value="0"/>
    </inkml:brush>
  </inkml:definitions>
  <inkml:trace contextRef="#ctx0" brushRef="#br0">26400.000000 37850.000000 583,'0.000000'150.000000'130,"0.000000"0.000000"-31 ,0.000000 0.000000-30,0.000000 0.000000-30,0.000000 1.000000-17,0.000000 4.000000-4,0.000000 3.000000-4,0.000000 3.000000-4,0.000000-7.000000-3,0.000000-15.000000-2,0.000000-15.000000-2,0.000000-16.000000-2,0.000000-18.000000-6,0.000000-18.000000-9,0.000000-19.000000-7,0.000000-18.000000-10,0.000000-21.000000-6,0.000000-22.000000-5,0.000000-22.000000-5,0.000000-21.000000-5,1.000000-7.000000 2,4.000000 9.000000 10,3.000000 10.000000 8,3.000000 10.000000 10,-1.000000 2.000000 4,-2.000000-3.000000-3,-3.000000-3.000000-2,-3.000000-2.000000-2</inkml:trace>
</inkml:ink>
</file>

<file path=ppt/ink/ink3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7"/>
    </inkml:context>
    <inkml:brush xml:id="br0">
      <inkml:brushProperty name="width" value="0.0302283875644207" units="cm"/>
      <inkml:brushProperty name="height" value="0.0302283875644207" units="cm"/>
      <inkml:brushProperty name="color" value="#000000"/>
      <inkml:brushProperty name="ignorePressure" value="0"/>
    </inkml:brush>
  </inkml:definitions>
  <inkml:trace contextRef="#ctx0" brushRef="#br0">26400.000000 37750.000000 485,'126.000000'50.000000'111,"4.000000"0.000000"-23 ,3.000000 0.000000-24,3.000000 0.000000-25,4.000000 1.000000-13,7.000000 4.000000-4,6.000000 3.000000-2,7.000000 3.000000-3,-4.000000-4.000000-2,-12.000000-8.000000-3,-13.000000-10.000000-2,-12.000000-9.000000-1,-16.000000-7.000000-3,-19.000000-3.000000-1,-18.000000-3.000000-2,-19.000000-2.000000-1,-19.000000 2.000000-1,-19.000000 9.000000 2,-18.000000 10.000000 0,-19.000000 10.000000 2,-19.000000 11.000000 1,-19.000000 17.000000 1,-18.000000 15.000000 3,-19.000000 16.000000 1,-12.000000 2.000000-1,-2.000000-8.000000-3,-3.000000-10.000000-5,-3.000000-9.000000-2,1.000000-12.000000-4,6.000000-11.000000-5,7.000000-14.000000-3,6.000000-11.000000-4,12.000000-9.000000-6,19.000000-3.000000-7,19.000000-3.000000-8,19.000000-2.000000-8</inkml:trace>
</inkml:ink>
</file>

<file path=ppt/ink/ink3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7"/>
    </inkml:context>
    <inkml:brush xml:id="br0">
      <inkml:brushProperty name="width" value="0.0286030899733305" units="cm"/>
      <inkml:brushProperty name="height" value="0.0286030899733305" units="cm"/>
      <inkml:brushProperty name="color" value="#000000"/>
      <inkml:brushProperty name="ignorePressure" value="0"/>
    </inkml:brush>
  </inkml:definitions>
  <inkml:trace contextRef="#ctx0" brushRef="#br0">33600.000000 37050.000000 512,'1.000000'75.000000'107,"4.000000"0.000000"-23 ,3.000000 0.000000-23,3.000000 0.000000-23,1.000000 10.000000-13,1.000000 23.000000-2,-1.000000 22.000000-2,1.000000 22.000000-2,-3.000000 19.000000-2,-2.000000 20.000000-1,-3.000000 18.000000-2,-3.000000 20.000000 0,-2.000000 2.000000-2,0.000000-12.000000-1,0.000000-13.000000-2,0.000000-12.000000-1,0.000000-19.000000-2,0.000000-25.000000-4,0.000000-25.000000-2,0.000000-25.000000-2,0.000000-27.000000-9,0.000000-28.000000-10,0.000000-28.000000-12,0.000000-27.000000-11,1.000000-26.000000-6,4.000000-22.000000 1,3.000000-22.000000 1,3.000000-21.000000 0,-1.000000-3.000000 3,-2.000000 20.000000 5,-3.000000 18.000000 6,-3.000000 20.000000 4,-1.000000 6.000000 4,4.000000-2.000000 1,3.000000-3.000000 3,3.000000-3.000000 0</inkml:trace>
</inkml:ink>
</file>

<file path=ppt/ink/ink3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8"/>
    </inkml:context>
    <inkml:brush xml:id="br0">
      <inkml:brushProperty name="width" value="0.0333516485989094" units="cm"/>
      <inkml:brushProperty name="height" value="0.0333516485989094" units="cm"/>
      <inkml:brushProperty name="color" value="#000000"/>
      <inkml:brushProperty name="ignorePressure" value="0"/>
    </inkml:brush>
  </inkml:definitions>
  <inkml:trace contextRef="#ctx0" brushRef="#br0">33750.000000 36700.000000 439,'53.000000'0.000000'70,"6.000000"0.000000"-12 ,7.000000 0.000000-12,6.000000 0.000000-12,9.000000 1.000000-8,13.000000 4.000000-3,12.000000 3.000000-4,13.000000 3.000000-4,12.000000 3.000000-3,13.000000 3.000000-1,12.000000 3.000000-1,13.000000 4.000000-2,18.000000-1.000000-2,26.000000-3.000000-1,24.000000-3.000000-1,26.000000-2.000000-2,5.000000-3.000000 0,-11.000000 1.000000-2,-14.000000-1.000000 0,-11.000000 1.000000-2,-15.000000 1.000000 1,-16.000000 3.000000 0,-15.000000 3.000000 0,-15.000000 4.000000 1,-7.000000-3.000000 1,3.000000-5.000000 2,3.000000-7.000000 1,4.000000-5.000000 2,-9.000000-4.000000 1,-18.000000 0.000000-1,-19.000000 0.000000 1,-18.000000 0.000000-1,-15.000000 1.000000 0,-9.000000 4.000000 1,-10.000000 3.000000 0,-8.000000 3.000000 1,-9.000000-1.000000-1,-6.000000-2.000000-4,-6.000000-3.000000-2,-6.000000-3.000000-3,-7.000000 1.000000-2,-6.000000 6.000000 1,-6.000000 7.000000-1,-6.000000 6.000000 1,-4.000000 3.000000 0,1.000000 0.000000 4,-1.000000 0.000000 3,1.000000 0.000000 2,-3.000000 7.000000 3,-2.000000 17.000000 2,-3.000000 15.000000 2,-3.000000 16.000000 2,-4.000000 16.000000 0,-3.000000 20.000000-1,-3.000000 18.000000 0,-2.000000 20.000000-1,-3.000000 17.000000-1,1.000000 20.000000-2,-1.000000 18.000000-3,1.000000 20.000000-1,1.000000 2.000000-3,3.000000-12.000000-2,3.000000-13.000000-2,4.000000-12.000000-2,1.000000-15.000000-2,0.000000-15.000000 0,0.000000-15.000000 1,0.000000-16.000000 1,0.000000-18.000000-1,0.000000-18.000000 0,0.000000-19.000000-1,0.000000-18.000000 0,1.000000-14.000000-5,4.000000-5.000000-10,3.000000-7.000000-10,3.000000-5.000000-10,-4.000000-8.000000-10,-8.000000-5.000000-11,-10.000000-7.000000-10,-9.000000-5.000000-12</inkml:trace>
</inkml:ink>
</file>

<file path=ppt/ink/ink3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9"/>
    </inkml:context>
    <inkml:brush xml:id="br0">
      <inkml:brushProperty name="width" value="0.0302652530372143" units="cm"/>
      <inkml:brushProperty name="height" value="0.0302652530372143" units="cm"/>
      <inkml:brushProperty name="color" value="#000000"/>
      <inkml:brushProperty name="ignorePressure" value="0"/>
    </inkml:brush>
  </inkml:definitions>
  <inkml:trace contextRef="#ctx0" brushRef="#br0">33600.000000 40400.000000 484,'-47.000000'0.000000'2,"6.000000"0.000000"6 ,7.000000 0.000000 4,6.000000 0.000000 4,13.000000 1.000000 6,23.000000 4.000000 6,22.000000 3.000000 5,22.000000 3.000000 7,13.000000-1.000000 0,7.000000-2.000000-4,6.000000-3.000000-3,7.000000-3.000000-5,4.000000-1.000000-2,3.000000 4.000000-2,3.000000 3.000000-3,4.000000 3.000000-3,4.000000-1.000000-1,6.000000-2.000000-1,7.000000-3.000000-1,6.000000-3.000000 0,7.000000 1.000000-2,10.000000 6.000000-1,10.000000 7.000000-1,9.000000 6.000000-1,13.000000 6.000000-2,20.000000 6.000000-2,18.000000 7.000000-2,20.000000 6.000000-3,3.000000 1.000000-1,-8.000000-3.000000-2,-10.000000-3.000000-2,-9.000000-2.000000-3,-10.000000-8.000000-1,-9.000000-8.000000-3,-10.000000-10.000000-1,-8.000000-9.000000-2,-8.000000-7.000000-2,-2.000000-3.000000-2,-3.000000-3.000000-2,-3.000000-2.000000-1,-15.000000-5.000000-4,-24.000000-2.000000-6,-26.000000-3.000000-6,-24.000000-3.000000-5,-18.000000-1.000000-5,-9.000000 4.000000-2,-10.000000 3.000000-2,-8.000000 3.000000-3</inkml:trace>
</inkml:ink>
</file>

<file path=ppt/ink/ink3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9"/>
    </inkml:context>
    <inkml:brush xml:id="br0">
      <inkml:brushProperty name="width" value="0.0267000291496515" units="cm"/>
      <inkml:brushProperty name="height" value="0.0267000291496515" units="cm"/>
      <inkml:brushProperty name="color" value="#000000"/>
      <inkml:brushProperty name="ignorePressure" value="0"/>
    </inkml:brush>
  </inkml:definitions>
  <inkml:trace contextRef="#ctx0" brushRef="#br0">36100.000000 38200.000000 549,'-46.000000'1.000000'2,"10.000000"4.000000"6 ,10.000000 3.000000 5,9.000000 3.000000 4,6.000000 9.000000 10,3.000000 16.000000 11,3.000000 15.000000 13,4.000000 17.000000 13,1.000000 10.000000-1,0.000000 6.000000-11,0.000000 7.000000-11,0.000000 6.000000-13,0.000000 6.000000-8,0.000000 6.000000-6,0.000000 7.000000-5,0.000000 6.000000-5,0.000000-2.000000-5,0.000000-9.000000-3,0.000000-10.000000-2,0.000000-8.000000-3,0.000000-14.000000-7,0.000000-15.000000-10,0.000000-15.000000-10,0.000000-16.000000-11,1.000000-13.000000-7,4.000000-9.000000-4,3.000000-10.000000-3,3.000000-8.000000-4</inkml:trace>
</inkml:ink>
</file>

<file path=ppt/ink/ink3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0:59"/>
    </inkml:context>
    <inkml:brush xml:id="br0">
      <inkml:brushProperty name="width" value="0.0292517244815826" units="cm"/>
      <inkml:brushProperty name="height" value="0.0292517244815826" units="cm"/>
      <inkml:brushProperty name="color" value="#000000"/>
      <inkml:brushProperty name="ignorePressure" value="0"/>
    </inkml:brush>
  </inkml:definitions>
  <inkml:trace contextRef="#ctx0" brushRef="#br0">35950.000000 38200.000000 501,'-33.000000'3.000000'62,"34.000000"6.000000"-5 ,35.000000 7.000000-5,35.000000 6.000000-6,18.000000 3.000000-6,3.000000 0.000000-6,3.000000 0.000000-7,4.000000 0.000000-5,1.000000 0.000000-5,0.000000 0.000000-2,0.000000 0.000000-2,0.000000 0.000000-3,-2.000000 1.000000-1,-3.000000 4.000000-2,-3.000000 3.000000-1,-2.000000 3.000000-2,-12.000000-1.000000-1,-19.000000-2.000000 0,-18.000000-3.000000 0,-19.000000-3.000000 0,-19.000000 2.000000 0,-19.000000 10.000000 3,-18.000000 10.000000 3,-19.000000 9.000000 2,-12.000000 4.000000 0,-2.000000 1.000000-1,-3.000000-1.000000-2,-3.000000 1.000000-2,-4.000000-1.000000-4,-3.000000 1.000000-7,-3.000000-1.000000-7,-2.000000 1.000000-5,2.000000-6.000000-9,9.000000-8.000000-10,10.000000-10.000000-10,10.000000-9.000000-9,8.000000-7.000000-6,10.000000-3.000000 1,10.000000-3.000000-1,9.000000-2.000000 1</inkml:trace>
</inkml:ink>
</file>

<file path=ppt/ink/ink3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0"/>
    </inkml:context>
    <inkml:brush xml:id="br0">
      <inkml:brushProperty name="width" value="0.029461333528161" units="cm"/>
      <inkml:brushProperty name="height" value="0.029461333528161" units="cm"/>
      <inkml:brushProperty name="color" value="#000000"/>
      <inkml:brushProperty name="ignorePressure" value="0"/>
    </inkml:brush>
  </inkml:definitions>
  <inkml:trace contextRef="#ctx0" brushRef="#br0">41750.000000 37250.000000 497,'45.000000'71.000000'78,"-9.000000"-5.000000"-17 ,-10.000000-7.000000-15,-8.000000-5.000000-15,-4.000000 5.000000-8,3.000000 19.000000 1,3.000000 19.000000 2,4.000000 19.000000 0,-3.000000 18.000000 0,-5.000000 19.000000-2,-7.000000 19.000000-3,-5.000000 19.000000-1,-4.000000 7.000000-3,0.000000-3.000000 0,0.000000-3.000000-1,0.000000-2.000000-1,-2.000000-8.000000-3,-3.000000-8.000000-2,-3.000000-10.000000-4,-2.000000-9.000000-3,-3.000000-16.000000-3,1.000000-22.000000-1,-1.000000-22.000000-4,1.000000-21.000000-1,2.000000-23.000000-9,7.000000-21.000000-15,6.000000-22.000000-14,7.000000-22.000000-15,4.000000-24.000000-6,3.000000-24.000000 5,3.000000-26.000000 5,4.000000-24.000000 5,-1.000000-3.000000 6,-3.000000 23.000000 9,-3.000000 22.000000 9,-2.000000 22.000000 8,-5.000000 8.000000 4,-2.000000-2.000000-1,-3.000000-3.000000 0,-3.000000-3.000000-1</inkml:trace>
</inkml:ink>
</file>

<file path=ppt/ink/ink3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0"/>
    </inkml:context>
    <inkml:brush xml:id="br0">
      <inkml:brushProperty name="width" value="0.0308989733457565" units="cm"/>
      <inkml:brushProperty name="height" value="0.0308989733457565" units="cm"/>
      <inkml:brushProperty name="color" value="#000000"/>
      <inkml:brushProperty name="ignorePressure" value="0"/>
    </inkml:brush>
  </inkml:definitions>
  <inkml:trace contextRef="#ctx0" brushRef="#br0">41800.000000 36600.000000 474,'150.000000'45.000000'119,"0.000000"-9.000000"-27 ,0.000000-10.000000-26,0.000000-8.000000-26,7.000000-6.000000-16,17.000000 1.000000-4,15.000000-1.000000-5,16.000000 1.000000-4,5.000000-3.000000-3,-2.000000-2.000000-4,-3.000000-3.000000-2,-3.000000-3.000000-2,2.000000-6.000000-2,10.000000-5.000000 1,10.000000-7.000000-1,9.000000-5.000000 0,-4.000000-3.000000 1,-15.000000 4.000000-1,-15.000000 3.000000-1,-16.000000 3.000000 1,-19.000000 3.000000 0,-22.000000 3.000000-2,-22.000000 3.000000 0,-21.000000 4.000000-2,-6.000000 2.000000 1,14.000000 4.000000-2,11.000000 3.000000 0,14.000000 3.000000-1,-1.000000-1.000000-1,-12.000000-2.000000 0,-13.000000-3.000000 1,-12.000000-3.000000-1,-15.000000-2.000000 1,-15.000000 0.000000 2,-15.000000 0.000000 1,-16.000000 0.000000 3,-12.000000 3.000000 3,-5.000000 6.000000 3,-7.000000 7.000000 4,-5.000000 6.000000 4,-6.000000 3.000000 1,-3.000000 0.000000-1,-3.000000 0.000000-2,-2.000000 0.000000-1,-3.000000 10.000000 0,1.000000 23.000000 2,-1.000000 22.000000 3,1.000000 22.000000 3,-1.000000 10.000000 0,1.000000 1.000000-1,-1.000000-1.000000-1,1.000000 1.000000-1,-1.000000 22.000000-2,1.000000 48.000000-2,-1.000000 47.000000-2,1.000000 47.000000-2,-1.000000 15.000000-1,1.000000-16.000000-1,-1.000000-15.000000 1,1.000000-15.000000-1,1.000000-20.000000-2,3.000000-21.000000-1,3.000000-22.000000-3,4.000000-22.000000-3,1.000000-22.000000 0,0.000000-22.000000-2,0.000000-22.000000-1,0.000000-21.000000 0,0.000000-14.000000-2,0.000000-2.000000-2,0.000000-3.000000-1,0.000000-3.000000-3,-5.000000-12.000000-5,-9.000000-18.000000-13,-10.000000-19.000000-11,-8.000000-18.000000-11,-4.000000-10.000000-5,3.000000 0.000000 1,3.000000 0.000000 3,4.000000 0.000000 1</inkml:trace>
</inkml:ink>
</file>

<file path=ppt/ink/ink3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1"/>
    </inkml:context>
    <inkml:brush xml:id="br0">
      <inkml:brushProperty name="width" value="0.0301047805696726" units="cm"/>
      <inkml:brushProperty name="height" value="0.0301047805696726" units="cm"/>
      <inkml:brushProperty name="color" value="#000000"/>
      <inkml:brushProperty name="ignorePressure" value="0"/>
    </inkml:brush>
  </inkml:definitions>
  <inkml:trace contextRef="#ctx0" brushRef="#br0">41850.000000 40650.000000 487,'-35.000000'65.000000'8,"32.000000"-18.000000"10 ,31.000000-19.000000 9,32.000000-18.000000 10,24.000000-10.000000 2,19.000000 0.000000-5,19.000000 0.000000-3,19.000000 0.000000-4,16.000000 0.000000-2,17.000000 0.000000 2,15.000000 0.000000 0,16.000000 0.000000 2,15.000000 1.000000-1,16.000000 4.000000-3,15.000000 3.000000-2,17.000000 3.000000-2,3.000000 1.000000-2,-5.000000 1.000000-4,-7.000000-1.000000-1,-5.000000 1.000000-3,-17.000000-1.000000-2,-24.000000 1.000000-1,-26.000000-1.000000-3,-24.000000 1.000000-1,-26.000000-1.000000-2,-24.000000 1.000000-4,-26.000000-1.000000-2,-24.000000 1.000000-3</inkml:trace>
</inkml:ink>
</file>

<file path=ppt/ink/ink3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1"/>
    </inkml:context>
    <inkml:brush xml:id="br0">
      <inkml:brushProperty name="width" value="0.0285380575805902" units="cm"/>
      <inkml:brushProperty name="height" value="0.0285380575805902" units="cm"/>
      <inkml:brushProperty name="color" value="#000000"/>
      <inkml:brushProperty name="ignorePressure" value="0"/>
    </inkml:brush>
  </inkml:definitions>
  <inkml:trace contextRef="#ctx0" brushRef="#br0">43950.000000 38050.000000 513,'0.000000'106.000000'156,"0.000000"13.000000"-38 ,0.000000 12.000000-38,0.000000 13.000000-37,-2.000000 9.000000-22,-3.000000 6.000000-2,-3.000000 7.000000-4,-2.000000 6.000000-3,-3.000000-5.000000-3,1.000000-16.000000-2,-1.000000-15.000000-3,1.000000-15.000000-1,1.000000-20.000000-7,3.000000-21.000000-9,3.000000-22.000000-9,4.000000-22.000000-9,2.000000-19.000000-10,4.000000-16.000000-7,3.000000-15.000000-9,3.000000-15.000000-9,1.000000-7.000000 1,1.000000 3.000000 7,-1.000000 3.000000 8,1.000000 4.000000 8</inkml:trace>
</inkml:ink>
</file>

<file path=ppt/ink/ink3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1"/>
    </inkml:context>
    <inkml:brush xml:id="br0">
      <inkml:brushProperty name="width" value="0.0282693952322006" units="cm"/>
      <inkml:brushProperty name="height" value="0.0282693952322006" units="cm"/>
      <inkml:brushProperty name="color" value="#000000"/>
      <inkml:brushProperty name="ignorePressure" value="0"/>
    </inkml:brush>
  </inkml:definitions>
  <inkml:trace contextRef="#ctx0" brushRef="#br0">43750.000000 37800.000000 518,'34.000000'50.000000'119,"19.000000"0.000000"-29 ,19.000000 0.000000-28,19.000000 0.000000-28,13.000000 1.000000-16,10.000000 4.000000-4,10.000000 3.000000-2,9.000000 3.000000-5,4.000000-1.000000-2,1.000000-2.000000-1,-1.000000-3.000000-1,1.000000-3.000000-2,-9.000000-6.000000-2,-15.000000-5.000000 0,-15.000000-7.000000-2,-16.000000-5.000000-1,-21.000000-4.000000 0,-24.000000 0.000000 5,-26.000000 0.000000 2,-24.000000 0.000000 5,-20.000000 4.000000 2,-11.000000 10.000000 1,-14.000000 10.000000 3,-11.000000 9.000000 1,-12.000000 7.000000 1,-9.000000 7.000000-1,-10.000000 6.000000-2,-8.000000 7.000000-1,-4.000000 2.000000-4,3.000000 1.000000-9,3.000000-1.000000-8,4.000000 1.000000-8,7.000000-7.000000-7,13.000000-12.000000-9,12.000000-13.000000-6,13.000000-12.000000-9</inkml:trace>
</inkml:ink>
</file>

<file path=ppt/ink/ink3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3"/>
    </inkml:context>
    <inkml:brush xml:id="br0">
      <inkml:brushProperty name="width" value="0.0343632623553276" units="cm"/>
      <inkml:brushProperty name="height" value="0.0343632623553276" units="cm"/>
      <inkml:brushProperty name="color" value="#000000"/>
      <inkml:brushProperty name="ignorePressure" value="0"/>
    </inkml:brush>
  </inkml:definitions>
  <inkml:trace contextRef="#ctx0" brushRef="#br0">52950.000000 38050.000000 426,'-46.000000'-24.000000'20,"10.000000"4.000000"0 ,10.000000 3.000000 2,9.000000 3.000000 2,2.000000 1.000000-1,-2.000000 1.000000-2,-3.000000-1.000000-1,-3.000000 1.000000-3,-6.000000 2.000000 0,-5.000000 7.000000-1,-7.000000 6.000000 1,-5.000000 7.000000-1,-3.000000 8.000000-1,4.000000 14.000000-2,3.000000 11.000000-2,3.000000 14.000000-3,1.000000 13.000000-2,1.000000 16.000000-1,-1.000000 15.000000-3,1.000000 17.000000-1,1.000000 13.000000-1,3.000000 13.000000 1,3.000000 12.000000 0,4.000000 13.000000 1,4.000000 4.000000 0,6.000000-3.000000 0,7.000000-3.000000 1,6.000000-2.000000-1,6.000000-9.000000 1,6.000000-12.000000-2,7.000000-13.000000-1,6.000000-12.000000-2,7.000000-12.000000 1,10.000000-8.000000-1,10.000000-10.000000 1,9.000000-9.000000 0,6.000000-9.000000 1,3.000000-5.000000 0,3.000000-7.000000 0,4.000000-5.000000 2,5.000000-8.000000-1,10.000000-5.000000 1,10.000000-7.000000 1,9.000000-5.000000 0,6.000000-6.000000 1,3.000000-3.000000-1,3.000000-3.000000 1,4.000000-2.000000 0,-1.000000-8.000000 1,-3.000000-8.000000-1,-3.000000-10.000000 1,-2.000000-9.000000-1,-8.000000-10.000000 1,-8.000000-9.000000 1,-10.000000-10.000000-1,-9.000000-8.000000 1,-7.000000-8.000000-1,-3.000000-2.000000-1,-3.000000-3.000000-1,-2.000000-3.000000-3,-6.000000-4.000000 0,-6.000000-3.000000 0,-6.000000-3.000000-1,-6.000000-2.000000-1,-4.000000-6.000000 0,1.000000-6.000000 1,-1.000000-6.000000-1,1.000000-6.000000 0,-4.000000-2.000000 1,-6.000000 3.000000 0,-6.000000 3.000000 1,-6.000000 4.000000 1,-6.000000 1.000000 1,-2.000000 0.000000 0,-3.000000 0.000000 1,-3.000000 0.000000 1,-4.000000 3.000000 0,-3.000000 6.000000 2,-3.000000 7.000000 1,-2.000000 6.000000 2,-6.000000-1.000000 1,-6.000000-5.000000 2,-6.000000-7.000000 2,-6.000000-5.000000 1,-6.000000 2.000000 1,-2.000000 13.000000-2,-3.000000 12.000000-1,-3.000000 13.000000-1,-2.000000 6.000000-2,0.000000 0.000000-1,0.000000 0.000000-2,0.000000 0.000000-2,-4.000000 0.000000 1,-5.000000 0.000000-1,-7.000000 0.000000 2,-5.000000 0.000000 0,-4.000000 1.000000-4,0.000000 4.000000-8,0.000000 3.000000-8,0.000000 3.000000-10,-4.000000 6.000000-3,-5.000000 9.000000-1,-7.000000 10.000000 1,-5.000000 10.000000-1,-8.000000 7.000000 1,-5.000000 6.000000 0,-7.000000 7.000000 0,-5.000000 6.000000 1,0.000000 9.000000-1,10.000000 13.000000 0,10.000000 12.000000-1,9.000000 13.000000 0,12.000000 1.000000 0,16.000000-9.000000 1,15.000000-10.000000 3,17.000000-8.000000 0,8.000000-8.000000 0,4.000000-2.000000-3,3.000000-3.000000-5,3.000000-3.000000-3</inkml:trace>
</inkml:ink>
</file>

<file path=ppt/ink/ink3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04"/>
    </inkml:context>
    <inkml:brush xml:id="br0">
      <inkml:brushProperty name="width" value="0.0275242161005735" units="cm"/>
      <inkml:brushProperty name="height" value="0.0275242161005735" units="cm"/>
      <inkml:brushProperty name="color" value="#000000"/>
      <inkml:brushProperty name="ignorePressure" value="0"/>
    </inkml:brush>
  </inkml:definitions>
  <inkml:trace contextRef="#ctx0" brushRef="#br0">53400.000000 38950.000000 532,'-38.000000'4.000000'62,"26.000000"10.000000"-4 ,24.000000 10.000000-4,26.000000 9.000000-4,13.000000 6.000000-7,4.000000 3.000000-10,3.000000 3.000000-9,3.000000 4.000000-11,3.000000-1.000000-6,3.000000-3.000000-2,3.000000-3.000000-3,4.000000-2.000000-3,-3.000000-5.000000 0,-5.000000-2.000000 0,-7.000000-3.000000 0,-5.000000-3.000000 0,-6.000000-4.000000 2,-3.000000-3.000000-1,-3.000000-3.000000 1,-2.000000-2.000000 1,-9.000000-1.000000 1,-12.000000 3.000000 5,-13.000000 3.000000 5,-12.000000 4.000000 4,-13.000000 2.000000 0,-12.000000 4.000000-1,-13.000000 3.000000-3,-12.000000 3.000000-3,-9.000000 3.000000-1,-2.000000 3.000000-3,-3.000000 3.000000-2,-3.000000 4.000000-2,1.000000-1.000000-4,6.000000-3.000000-4,7.000000-3.000000-3,6.000000-2.000000-5,4.000000-5.000000-3,4.000000-2.000000-1,3.000000-3.000000-1,3.000000-3.000000-2,6.000000-2.000000-8,9.000000 0.000000-18,10.000000 0.000000-17,10.000000 0.000000-17</inkml:trace>
</inkml:ink>
</file>

<file path=ppt/ink/ink3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30"/>
    </inkml:context>
    <inkml:brush xml:id="br0">
      <inkml:brushProperty name="width" value="0.0350304655730724" units="cm"/>
      <inkml:brushProperty name="height" value="0.0350304655730724" units="cm"/>
      <inkml:brushProperty name="color" value="#000000"/>
      <inkml:brushProperty name="ignorePressure" value="0"/>
    </inkml:brush>
  </inkml:definitions>
  <inkml:trace contextRef="#ctx0" brushRef="#br0">64100.000000 12100.000000 418,'-22.000000'26.000000'-1,"6.000000"4.000000"11 ,7.000000 3.000000 11,6.000000 3.000000 11,6.000000 7.000000 4,6.000000 14.000000-3,7.000000 11.000000-4,6.000000 14.000000-2,-1.000000 13.000000-4,-5.000000 16.000000-4,-7.000000 15.000000-2,-5.000000 17.000000-5,-4.000000 11.000000-2,0.000000 10.000000-2,0.000000 10.000000-1,0.000000 9.000000-2,0.000000 6.000000-1,0.000000 3.000000 0,0.000000 3.000000 1,0.000000 4.000000-1,-2.000000 1.000000 1,-3.000000 0.000000-1,-3.000000 0.000000 0,-2.000000 0.000000 1,-1.000000-5.000000-1,3.000000-9.000000 1,3.000000-10.000000 0,4.000000-8.000000 1,1.000000-6.000000-1,0.000000 1.000000-2,0.000000-1.000000-1,0.000000 1.000000-2,0.000000 1.000000 0,0.000000 3.000000 1,0.000000 3.000000 0,0.000000 4.000000 2,0.000000 1.000000-1,0.000000 0.000000 0,0.000000 0.000000-2,0.000000 0.000000 0,0.000000-2.000000 0,0.000000-3.000000 0,0.000000-3.000000 1,0.000000-2.000000 2,0.000000-1.000000-1,0.000000 3.000000 1,0.000000 3.000000 0,0.000000 4.000000 1,0.000000 2.000000 0,0.000000 4.000000 0,0.000000 3.000000 1,0.000000 3.000000 0,1.000000-2.000000 1,4.000000-6.000000 0,3.000000-6.000000 0,3.000000-6.000000 0,-1.000000-1.000000 0,-2.000000 7.000000 0,-3.000000 6.000000-1,-3.000000 7.000000 0,-1.000000 2.000000 0,4.000000 1.000000 0,3.000000-1.000000-1,3.000000 1.000000 1,1.000000-4.000000-1,1.000000-6.000000 0,-1.000000-6.000000-1,1.000000-6.000000 0,-3.000000-2.000000-1,-2.000000 3.000000 0,-3.000000 3.000000-1,-3.000000 4.000000-1,-2.000000 1.000000 0,0.000000 0.000000 1,0.000000 0.000000 1,0.000000 0.000000 0,1.000000 0.000000 1,4.000000 0.000000-1,3.000000 0.000000 0,3.000000 0.000000-1,-1.000000 0.000000 1,-2.000000 0.000000-1,-3.000000 0.000000 0,-3.000000 0.000000 0,-2.000000-2.000000 0,0.000000-3.000000 0,0.000000-3.000000 0,0.000000-2.000000 0,-2.000000-5.000000 1,-3.000000-2.000000 0,-3.000000-3.000000 0,-2.000000-3.000000 1,-3.000000-4.000000-1,1.000000-3.000000 1,-1.000000-3.000000-2,1.000000-2.000000 0,-1.000000-1.000000 0,1.000000 3.000000-1,-1.000000 3.000000 1,1.000000 4.000000-1,-1.000000 1.000000 0,1.000000 0.000000 0,-1.000000 0.000000 0,1.000000 0.000000 1,-1.000000 0.000000-1,1.000000 0.000000-2,-1.000000 0.000000 0,1.000000 0.000000-1,-1.000000 0.000000 0,1.000000 0.000000 0,-1.000000 0.000000 0,1.000000 0.000000 1,-1.000000 0.000000 1,1.000000 0.000000 0,-1.000000 0.000000 1,1.000000 0.000000-1,-1.000000 7.000000 2,1.000000 17.000000-1,-1.000000 15.000000 0,1.000000 16.000000 0,1.000000-2.000000 1,3.000000-19.000000 0,3.000000-18.000000 2,4.000000-19.000000-1,1.000000-8.000000 1,0.000000 3.000000 0,0.000000 3.000000-1,0.000000 4.000000-1,0.000000-1.000000 0,0.000000-3.000000 0,0.000000-3.000000 0,0.000000-2.000000 0,1.000000-6.000000-1,4.000000-6.000000 1,3.000000-6.000000 0,3.000000-6.000000-1,1.000000-2.000000 0,1.000000 3.000000 0,-1.000000 3.000000 0,1.000000 4.000000 0,-3.000000 4.000000 1,-2.000000 6.000000-1,-3.000000 7.000000 1,-3.000000 6.000000 0,-1.000000-1.000000 0,4.000000-5.000000-1,3.000000-7.000000 0,3.000000-5.000000-1,1.000000-6.000000-1,1.000000-3.000000 1,-1.000000-3.000000 0,1.000000-2.000000 0,-3.000000-1.000000-1,-2.000000 3.000000 2,-3.000000 3.000000 0,-3.000000 4.000000 1,-1.000000 2.000000 1,4.000000 4.000000-1,3.000000 3.000000 0,3.000000 3.000000 1,-1.000000-1.000000-1,-2.000000-2.000000 1,-3.000000-3.000000 1,-3.000000-3.000000 0,-2.000000-7.000000 1,0.000000-9.000000 0,0.000000-10.000000 1,0.000000-8.000000 0,-2.000000-11.000000 0,-3.000000-8.000000 0,-3.000000-10.000000 0,-2.000000-9.000000 0,-1.000000-4.000000-1,3.000000 4.000000-1,3.000000 3.000000-2,4.000000 3.000000-1,1.000000 1.000000 0,0.000000 1.000000-1,0.000000-1.000000 0,0.000000 1.000000-1,-2.000000 1.000000 0,-3.000000 3.000000-2,-3.000000 3.000000 0,-2.000000 4.000000-2,-3.000000 2.000000-2,1.000000 4.000000-1,-1.000000 3.000000-3,1.000000 3.000000-1,-1.000000-2.000000-5,1.000000-6.000000-6,-1.000000-6.000000-6,1.000000-6.000000-7,1.000000-9.000000-1,3.000000-8.000000 2,3.000000-10.000000 2,4.000000-9.000000 2</inkml:trace>
</inkml:ink>
</file>

<file path=ppt/ink/ink3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31"/>
    </inkml:context>
    <inkml:brush xml:id="br0">
      <inkml:brushProperty name="width" value="0.0292748957872391" units="cm"/>
      <inkml:brushProperty name="height" value="0.0292748957872391" units="cm"/>
      <inkml:brushProperty name="color" value="#000000"/>
      <inkml:brushProperty name="ignorePressure" value="0"/>
    </inkml:brush>
  </inkml:definitions>
  <inkml:trace contextRef="#ctx0" brushRef="#br0">65350.000000 11700.000000 500,'-69.000000'0.000000'-4,"13.000000"0.000000"0 ,12.000000 0.000000-1,13.000000 0.000000 0,7.000000 0.000000 1,4.000000 0.000000 2,3.000000 0.000000 2,3.000000 0.000000 2,3.000000 1.000000 2,3.000000 4.000000 2,3.000000 3.000000 1,4.000000 3.000000 2,2.000000 1.000000 3,4.000000 1.000000 1,3.000000-1.000000 3,3.000000 1.000000 3,6.000000-1.000000 1,9.000000 1.000000 1,10.000000-1.000000 1,10.000000 1.000000 1,8.000000-1.000000-1,10.000000 1.000000-2,10.000000-1.000000-2,9.000000 1.000000-2,7.000000-3.000000-2,7.000000-2.000000 0,6.000000-3.000000-1,7.000000-3.000000 0,13.000000-2.000000-1,22.000000 0.000000 0,22.000000 0.000000 0,23.000000 0.000000-1,11.000000 0.000000-1,4.000000 0.000000-2,3.000000 0.000000-3,3.000000 0.000000-1,-5.000000 0.000000-2,-12.000000 0.000000-3,-13.000000 0.000000-1,-12.000000 0.000000-2,10.000000 1.000000-1,35.000000 4.000000 1,35.000000 3.000000 1,34.000000 3.000000 1,6.000000 1.000000 0,-22.000000 1.000000 0,-22.000000-1.000000 0,-21.000000 1.000000 1,-9.000000-1.000000-1,7.000000 1.000000 1,6.000000-1.000000-2,7.000000 1.000000 1,0.000000-3.000000 0,-2.000000-2.000000 1,-3.000000-3.000000 1,-3.000000-3.000000 1,-2.000000-1.000000 0,0.000000 4.000000 0,0.000000 3.000000 1,0.000000 3.000000-1,0.000000-1.000000 0,0.000000-2.000000-1,0.000000-3.000000-1,0.000000-3.000000 0,-5.000000-2.000000 0,-9.000000 0.000000 0,-10.000000 0.000000-1,-8.000000 0.000000 1,-11.000000-4.000000-1,-8.000000-5.000000 0,-10.000000-7.000000 1,-9.000000-5.000000-1,2.000000-4.000000 0,17.000000 0.000000 2,15.000000 0.000000 0,16.000000 0.000000 0,5.000000-2.000000 1,-2.000000-3.000000 0,-3.000000-3.000000-1,-3.000000-2.000000 0,-1.000000-1.000000-1,4.000000 3.000000 2,3.000000 3.000000 0,3.000000 4.000000 1,-5.000000 2.000000 1,-12.000000 4.000000 0,-13.000000 3.000000 0,-12.000000 3.000000 1,-9.000000 3.000000-1,-2.000000 3.000000 0,-3.000000 3.000000 0,-3.000000 4.000000-1,4.000000-1.000000 0,13.000000-3.000000-1,12.000000-3.000000 0,13.000000-2.000000-1,2.000000-1.000000 1,-5.000000 3.000000-1,-7.000000 3.000000 0,-5.000000 4.000000 1,-8.000000 4.000000 0,-5.000000 6.000000 0,-7.000000 7.000000 2,-5.000000 6.000000 0,0.000000 1.000000-1,10.000000-3.000000 1,10.000000-3.000000-1,9.000000-2.000000-1,6.000000-5.000000 1,3.000000-2.000000-1,3.000000-3.000000 1,4.000000-3.000000 0,-9.000000-1.000000 0,-18.000000 4.000000-1,-19.000000 3.000000 0,-18.000000 3.000000-1,5.000000-1.000000 0,32.000000-2.000000 1,31.000000-3.000000-1,32.000000-3.000000 2,8.000000-2.000000-1,-11.000000 0.000000 0,-14.000000 0.000000-1,-11.000000 0.000000 1,-9.000000 0.000000 0,-3.000000 0.000000 1,-3.000000 0.000000 0,-2.000000 0.000000 2,3.000000 0.000000 0,14.000000 0.000000 1,11.000000 0.000000-1,14.000000 0.000000 1,-1.000000 0.000000 0,-12.000000 0.000000 0,-13.000000 0.000000-1,-12.000000 0.000000 0,-5.000000 0.000000-1,3.000000 0.000000 1,3.000000 0.000000-1,4.000000 0.000000 1,-3.000000 0.000000-1,-5.000000 0.000000-1,-7.000000 0.000000-1,-5.000000 0.000000 0,2.000000 0.000000-1,13.000000 0.000000 1,12.000000 0.000000 0,13.000000 0.000000 0,1.000000 0.000000 1,-9.000000 0.000000 0,-10.000000 0.000000 0,-8.000000 0.000000-1,-3.000000 0.000000 1,7.000000 0.000000 0,6.000000 0.000000 1,7.000000 0.000000-1,-7.000000 0.000000 0,-19.000000 0.000000-2,-18.000000 0.000000-1,-19.000000 0.000000-1,-7.000000 0.000000 0,7.000000 0.000000 2,6.000000 0.000000 1,7.000000 0.000000 2,5.000000 1.000000 1,7.000000 4.000000-1,6.000000 3.000000-1,7.000000 3.000000-1,-7.000000-1.000000 0,-19.000000-2.000000-1,-18.000000-3.000000-1,-19.000000-3.000000-1,-8.000000-2.000000 0,3.000000 0.000000 1,3.000000 0.000000 2,4.000000 0.000000 0,5.000000 0.000000 1,10.000000 0.000000 1,10.000000 0.000000 0,9.000000 0.000000 0,2.000000 0.000000 0,-2.000000 0.000000-1,-3.000000 0.000000 0,-3.000000 0.000000-1,-6.000000 0.000000-1,-5.000000 0.000000 0,-7.000000 0.000000 1,-5.000000 0.000000-2,-4.000000 0.000000 1,0.000000 0.000000-1,0.000000 0.000000 0,0.000000 0.000000-1,3.000000 0.000000 0,6.000000 0.000000 0,7.000000 0.000000 1,6.000000 0.000000 1,4.000000 0.000000-1,4.000000 0.000000 1,3.000000 0.000000 0,3.000000 0.000000 1,-4.000000-2.000000 0,-8.000000-3.000000-1,-10.000000-3.000000 1,-9.000000-2.000000-1,-7.000000-1.000000 0,-3.000000 3.000000 0,-3.000000 3.000000-1,-2.000000 4.000000-1,-1.000000 1.000000 0,3.000000 0.000000 1,3.000000 0.000000 0,4.000000 0.000000 1,2.000000 0.000000 1,4.000000 0.000000 1,3.000000 0.000000 1,3.000000 0.000000 1,-4.000000 0.000000 0,-8.000000 0.000000-1,-10.000000 0.000000-1,-9.000000 0.000000-1,-7.000000 0.000000-1,-3.000000 0.000000 1,-3.000000 0.000000 0,-2.000000 0.000000 0,-1.000000 0.000000 1,3.000000 0.000000-2,3.000000 0.000000 0,4.000000 0.000000 0,1.000000 1.000000-1,0.000000 4.000000 0,0.000000 3.000000 0,0.000000 3.000000 0,3.000000 1.000000 0,6.000000 1.000000 0,7.000000-1.000000 0,6.000000 1.000000 0,3.000000-3.000000 0,0.000000-2.000000 0,0.000000-3.000000 1,0.000000-3.000000 0,-5.000000-2.000000-2,-9.000000 0.000000-2,-10.000000 0.000000-2,-8.000000 0.000000-3,-8.000000 0.000000-1,-2.000000 0.000000 3,-3.000000 0.000000 1,-3.000000 0.000000 3,1.000000 0.000000 1,6.000000 0.000000 1,7.000000 0.000000 1,6.000000 0.000000 1,-1.000000 0.000000 1,-5.000000 0.000000 0,-7.000000 0.000000 0,-5.000000 0.000000-1,-8.000000-2.000000 1,-5.000000-3.000000-2,-7.000000-3.000000 0,-5.000000-2.000000 0,-6.000000-1.000000-3,-3.000000 3.000000-2,-3.000000 3.000000-4,-2.000000 4.000000-3,-3.000000 1.000000-4,1.000000 0.000000-6,-1.000000 0.000000-5,1.000000 0.000000-5,1.000000 0.000000-4,3.000000 0.000000-3,3.000000 0.000000-3,4.000000 0.000000-1,-3.000000 0.000000-1,-5.000000 0.000000 1,-7.000000 0.000000 2,-5.000000 0.000000 1</inkml:trace>
</inkml:ink>
</file>

<file path=ppt/ink/ink3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33"/>
    </inkml:context>
    <inkml:brush xml:id="br0">
      <inkml:brushProperty name="width" value="0.0311077870428562" units="cm"/>
      <inkml:brushProperty name="height" value="0.0311077870428562" units="cm"/>
      <inkml:brushProperty name="color" value="#000000"/>
      <inkml:brushProperty name="ignorePressure" value="0"/>
    </inkml:brush>
  </inkml:definitions>
  <inkml:trace contextRef="#ctx0" brushRef="#br0">104050.000000 11750.000000 471,'46.000000'-22.000000'36,"-5.000000"6.000000"-4 ,-7.000000 7.000000-3,-5.000000 6.000000-4,-4.000000 3.000000-3,0.000000 0.000000-2,0.000000 0.000000-2,0.000000 0.000000-1,4.000000 0.000000-2,10.000000 0.000000-1,10.000000 0.000000-2,9.000000 0.000000-1,4.000000 1.000000-1,1.000000 4.000000 1,-1.000000 3.000000-1,1.000000 3.000000 1,4.000000-1.000000-1,9.000000-2.000000 0,10.000000-3.000000-1,10.000000-3.000000 0,5.000000-2.000000 0,4.000000 0.000000-2,3.000000 0.000000-1,3.000000 0.000000-2,6.000000 0.000000 0,9.000000 0.000000-1,10.000000 0.000000-1,10.000000 0.000000-1,2.000000-2.000000 0,-3.000000-3.000000 3,-3.000000-3.000000 1,-2.000000-2.000000 3,-6.000000-3.000000 0,-6.000000 1.000000 2,-6.000000-1.000000 1,-6.000000 1.000000 0,-2.000000-3.000000 1,3.000000-2.000000-1,3.000000-3.000000 1,4.000000-3.000000 0,5.000000-4.000000 0,10.000000-3.000000-3,10.000000-3.000000-1,9.000000-2.000000-1,4.000000-1.000000-2,1.000000 3.000000 0,-1.000000 3.000000 0,1.000000 4.000000-1,-6.000000 4.000000-3,-8.000000 6.000000-2,-10.000000 7.000000-5,-9.000000 6.000000-3,-1.000000 3.000000-2,10.000000 0.000000 2,10.000000 0.000000 1,9.000000 0.000000 1,9.000000 3.000000 1,9.000000 6.000000 0,10.000000 7.000000 1,10.000000 6.000000 1,-1.000000 3.000000-1,-9.000000 0.000000 1,-10.000000 0.000000 0,-8.000000 0.000000 0,-4.000000 0.000000 0,3.000000 0.000000 0,3.000000 0.000000-1,4.000000 0.000000 1,7.000000 0.000000-1,13.000000 0.000000 0,12.000000 0.000000 0,13.000000 0.000000-1,1.000000-4.000000 0,-9.000000-5.000000 1,-10.000000-7.000000-1,-8.000000-5.000000 1,-1.000000-4.000000 1,9.000000 0.000000 2,10.000000 0.000000 3,10.000000 0.000000 1,5.000000-2.000000 1,4.000000-3.000000 0,3.000000-3.000000-2,3.000000-2.000000 0,-19.000000-1.000000-1,-41.000000 3.000000-1,-40.000000 3.000000-2,-40.000000 4.000000-1,-26.000000-1.000000-13,-9.000000-3.000000-22,-10.000000-3.000000-23,-8.000000-2.000000-22</inkml:trace>
</inkml:ink>
</file>

<file path=ppt/ink/ink3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34"/>
    </inkml:context>
    <inkml:brush xml:id="br0">
      <inkml:brushProperty name="width" value="0.0187937617301941" units="cm"/>
      <inkml:brushProperty name="height" value="0.0187937617301941" units="cm"/>
      <inkml:brushProperty name="color" value="#000000"/>
      <inkml:brushProperty name="ignorePressure" value="0"/>
    </inkml:brush>
  </inkml:definitions>
  <inkml:trace contextRef="#ctx0" brushRef="#br0">64150.000000 38600.000000 780,'-22.000000'25.000000'49,"6.000000"0.000000"-9 ,7.000000 0.000000-9,6.000000 0.000000-8,3.000000 3.000000-6,0.000000 6.000000-1,0.000000 7.000000-1,0.000000 6.000000-2,0.000000 6.000000-2,0.000000 6.000000-7,0.000000 7.000000-4,0.000000 6.000000-6,0.000000 3.000000-2,0.000000 0.000000 3,0.000000 0.000000 2,0.000000 0.000000 2,0.000000-2.000000 1,0.000000-3.000000 0,0.000000-3.000000 0,0.000000-2.000000-1,0.000000-5.000000 1,0.000000-2.000000 1,0.000000-3.000000 1,0.000000-3.000000 1,0.000000-4.000000 0,0.000000-3.000000 0,0.000000-3.000000-1,0.000000-2.000000 0,1.000000-3.000000-1,4.000000 1.000000-1,3.000000-1.000000-1,3.000000 1.000000 0,1.000000-3.000000-4,1.000000-2.000000-7,-1.000000-3.000000-7,1.000000-3.000000-6,-1.000000-2.000000-7,1.000000 0.000000-7,-1.000000 0.000000-7,1.000000 0.000000-7</inkml:trace>
</inkml:ink>
</file>

<file path=ppt/ink/ink3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36"/>
    </inkml:context>
    <inkml:brush xml:id="br0">
      <inkml:brushProperty name="width" value="0.031178941950202" units="cm"/>
      <inkml:brushProperty name="height" value="0.031178941950202" units="cm"/>
      <inkml:brushProperty name="color" value="#000000"/>
      <inkml:brushProperty name="ignorePressure" value="0"/>
    </inkml:brush>
  </inkml:definitions>
  <inkml:trace contextRef="#ctx0" brushRef="#br0">63900.000000 41100.000000 470,'-13.000000'23.000000'67,"26.000000"-3.000000"-9 ,24.000000-3.000000-9,26.000000-2.000000-9,15.000000-3.000000-8,6.000000 1.000000-6,7.000000-1.000000-7,6.000000 1.000000-6,7.000000-1.000000-4,10.000000 1.000000-2,10.000000-1.000000-2,9.000000 1.000000-1,2.000000-1.000000-2,-2.000000 1.000000 0,-3.000000-1.000000 0,-3.000000 1.000000-1,-4.000000-3.000000 1,-3.000000-2.000000 1,-3.000000-3.000000 2,-2.000000-3.000000 2,2.000000-2.000000-1,9.000000 0.000000 1,10.000000 0.000000-1,10.000000 0.000000 1,7.000000 0.000000-2,6.000000 0.000000 1,7.000000 0.000000 0,6.000000 0.000000 0,-1.000000 0.000000 0,-5.000000 0.000000 0,-7.000000 0.000000 0,-5.000000 0.000000 0,-1.000000-4.000000-1,6.000000-5.000000-1,7.000000-7.000000-3,6.000000-5.000000-1,6.000000-3.000000-1,6.000000 4.000000-1,7.000000 3.000000 0,6.000000 3.000000-1,-1.000000 1.000000 1,-5.000000 1.000000 0,-7.000000-1.000000 2,-5.000000 1.000000 1,-4.000000-3.000000 0,0.000000-2.000000 0,0.000000-3.000000 0,0.000000-3.000000 0,6.000000-1.000000 0,13.000000 4.000000 0,12.000000 3.000000 0,13.000000 3.000000 1,-1.000000 1.000000-1,-11.000000 1.000000-1,-14.000000-1.000000 1,-11.000000 1.000000-2,-4.000000-3.000000 1,6.000000-2.000000 0,7.000000-3.000000 1,6.000000-3.000000 1,6.000000-2.000000 0,6.000000 0.000000 2,7.000000 0.000000-1,6.000000 0.000000 2,-5.000000-2.000000-1,-16.000000-3.000000-1,-15.000000-3.000000-2,-15.000000-2.000000 0,-4.000000-3.000000-1,9.000000 1.000000 2,10.000000-1.000000 2,10.000000 1.000000 2,2.000000-1.000000-1,-3.000000 1.000000-2,-3.000000-1.000000-1,-2.000000 1.000000-3,-6.000000 1.000000 0,-6.000000 3.000000 2,-6.000000 3.000000 1,-6.000000 4.000000 1,1.000000 2.000000 0,9.000000 4.000000 1,10.000000 3.000000-1,10.000000 3.000000-1,4.000000 1.000000 1,0.000000 1.000000-1,0.000000-1.000000 0,0.000000 1.000000 1,-5.000000-1.000000-1,-9.000000 1.000000-1,-10.000000-1.000000 0,-8.000000 1.000000-1,0.000000-1.000000-1,14.000000 1.000000 0,11.000000-1.000000-2,14.000000 1.000000-1,-3.000000 1.000000 1,-15.000000 3.000000 0,-15.000000 3.000000 0,-16.000000 4.000000 2,1.000000 1.000000-1,19.000000 0.000000 1,19.000000 0.000000 0,19.000000 0.000000 0,10.000000 1.000000 0,4.000000 4.000000-1,3.000000 3.000000 0,3.000000 3.000000 0,-4.000000-1.000000 1,-8.000000-2.000000 2,-10.000000-3.000000 2,-9.000000-3.000000 1,1.000000-1.000000 1,13.000000 4.000000-1,12.000000 3.000000-1,13.000000 3.000000-2,2.000000 1.000000 1,-5.000000 1.000000-1,-7.000000-1.000000 0,-5.000000 1.000000 0,-3.000000-1.000000 0,4.000000 1.000000 0,3.000000-1.000000-1,3.000000 1.000000 0,4.000000 1.000000 0,7.000000 3.000000 0,6.000000 3.000000 0,7.000000 4.000000-1,-12.000000-1.000000 1,-28.000000-3.000000-2,-28.000000-3.000000 0,-27.000000-2.000000 0,8.000000-1.000000 0,47.000000 3.000000 2,47.000000 3.000000 2,48.000000 4.000000 1,10.000000-1.000000 1,-25.000000-3.000000 0,-25.000000-3.000000-1,-25.000000-2.000000-1,-8.000000-5.000000 0,9.000000-2.000000-1,10.000000-3.000000 1,10.000000-3.000000-1,0.000000-1.000000 0,-5.000000 4.000000 0,-7.000000 3.000000 0,-5.000000 3.000000 1,0.000000 1.000000-2,10.000000 1.000000 1,10.000000-1.000000-2,9.000000 1.000000 0,-2.000000-1.000000-1,-12.000000 1.000000 0,-13.000000-1.000000-1,-12.000000 1.000000 0,-1.000000 1.000000-1,14.000000 3.000000 1,11.000000 3.000000 1,14.000000 4.000000 1,0.000000 1.000000 0,-8.000000 0.000000 1,-10.000000 0.000000 0,-9.000000 0.000000 1,-1.000000 0.000000 1,10.000000 0.000000-1,10.000000 0.000000 0,9.000000 0.000000 0,-1.000000 0.000000 0,-8.000000 0.000000 1,-10.000000 0.000000-1,-9.000000 0.000000-1,1.000000-4.000000 1,13.000000-5.000000-1,12.000000-7.000000-1,13.000000-5.000000-1,-4.000000-3.000000 0,-18.000000 4.000000 0,-19.000000 3.000000 1,-18.000000 3.000000 0,-6.000000 1.000000 0,10.000000 1.000000 1,10.000000-1.000000 0,9.000000 1.000000 1,4.000000-3.000000 1,1.000000-2.000000-1,-1.000000-3.000000 0,1.000000-3.000000 0,-4.000000-2.000000 0,-6.000000 0.000000 0,-6.000000 0.000000 1,-6.000000 0.000000-1,1.000000 0.000000 1,9.000000 0.000000-3,10.000000 0.000000 0,10.000000 0.000000-1,-3.000000 0.000000-1,-11.000000 0.000000 1,-14.000000 0.000000 0,-11.000000 0.000000 2,-3.000000 0.000000-1,10.000000 0.000000 0,10.000000 0.000000 0,9.000000 0.000000-1,-4.000000-2.000000 0,-15.000000-3.000000 2,-15.000000-3.000000 1,-16.000000-2.000000 2,-2.000000-1.000000 1,13.000000 3.000000-2,12.000000 3.000000 0,13.000000 4.000000-2,-4.000000 1.000000-1,-18.000000 0.000000 1,-19.000000 0.000000-1,-18.000000 0.000000 0,-12.000000 1.000000-1,-3.000000 4.000000 1,-3.000000 3.000000 0,-2.000000 3.000000 0,2.000000 1.000000 1,9.000000 1.000000 0,10.000000-1.000000 1,10.000000 1.000000 0,-3.000000-3.000000 0,-11.000000-2.000000 0,-14.000000-3.000000 0,-11.000000-3.000000-1,-11.000000-1.000000 1,-5.000000 4.000000-2,-7.000000 3.000000 0,-5.000000 3.000000-1,-1.000000 1.000000-1,6.000000 1.000000 2,7.000000-1.000000-1,6.000000 1.000000 2,3.000000-1.000000-1,0.000000 1.000000 1,0.000000-1.000000-1,0.000000 1.000000 0,-5.000000-1.000000 0,-9.000000 1.000000 1,-10.000000-1.000000 0,-8.000000 1.000000-1,-8.000000-1.000000 1,-2.000000 1.000000 0,-3.000000-1.000000 0,-3.000000 1.000000 0,-2.000000-1.000000-1,0.000000 1.000000-1,0.000000-1.000000 0,0.000000 1.000000-2,3.000000-3.000000 1,6.000000-2.000000 1,7.000000-3.000000 1,6.000000-3.000000 1,3.000000-2.000000 0,0.000000 0.000000 1,0.000000 0.000000 0,0.000000 0.000000 0,-5.000000 0.000000 0,-9.000000 0.000000 1,-10.000000 0.000000-1,-8.000000 0.000000 1,-9.000000 0.000000-1,-6.000000 0.000000 0,-6.000000 0.000000 1,-6.000000 0.000000-1,-6.000000 0.000000 1,-2.000000 0.000000-1,-3.000000 0.000000 0,-3.000000 0.000000 1,-6.000000-2.000000-1,-5.000000-3.000000-1,-7.000000-3.000000 0,-5.000000-2.000000-1,-4.000000-3.000000-1,0.000000 1.000000-2,0.000000-1.000000-1,0.000000 1.000000-2</inkml:trace>
</inkml:ink>
</file>

<file path=ppt/ink/ink3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1:40"/>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2550.000000 43350.000000,'2821.000000'87.000000,"0.000000"1.000000,0.000000-1.000000,0.000000 1.000000,1.000000-1.000000,-1.000000 1.000000,0.000000-1.000000,0.000000 1.000000,1.000000-1.000000,-1.000000 1.000000,0.000000-1.000000,1.000000 1.000000,-1.000000-1.000000,0.000000 1.000000,0.000000-1.000000,1.000000 1.000000,-1.000000-1.000000,0.000000 1.000000,0.000000-1.000000,1.000000 1.000000,-1.000000-1.000000,0.000000 1.000000,0.000000-1.000000,0.000000 1.000000,1.000000-1.000000,-1.000000 1.000000,0.000000-1.000000,0.000000 1.000000,1.000000-1.000000,-1.000000 1.000000,0.000000-1.000000,1.000000 1.000000,-1.000000-1.000000,0.000000 1.000000,0.000000-1.000000,1.000000 1.000000,-1.000000-1.000000,0.000000 1.000000,0.000000-1.000000,1.000000 1.000000</inkml:trace>
</inkml:ink>
</file>

<file path=ppt/ink/ink3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4"/>
    </inkml:context>
    <inkml:brush xml:id="br0">
      <inkml:brushProperty name="width" value="0.0328564755618572" units="cm"/>
      <inkml:brushProperty name="height" value="0.0328564755618572" units="cm"/>
      <inkml:brushProperty name="color" value="#000000"/>
      <inkml:brushProperty name="ignorePressure" value="0"/>
    </inkml:brush>
  </inkml:definitions>
  <inkml:trace contextRef="#ctx0" brushRef="#br0">65250.000000 22200.000000 446,'-47.000000'0.000000'1,"6.000000"0.000000"4 ,7.000000 0.000000 2,6.000000 0.000000 2,7.000000 3.000000 6,10.000000 6.000000 8,10.000000 7.000000 7,9.000000 6.000000 8,9.000000-1.000000 1,9.000000-5.000000-6,10.000000-7.000000-5,10.000000-5.000000-6,7.000000-4.000000-3,6.000000 0.000000-4,7.000000 0.000000-2,6.000000 0.000000-2,4.000000 1.000000-3,4.000000 4.000000 0,3.000000 3.000000 0,3.000000 3.000000-1,9.000000-1.000000-1,16.000000-2.000000 0,15.000000-3.000000-1,17.000000-3.000000 0,10.000000-1.000000 0,6.000000 4.000000 0,7.000000 3.000000 1,6.000000 3.000000 0,-2.000000-1.000000 0,-9.000000-2.000000 0,-10.000000-3.000000-1,-8.000000-3.000000 0,-9.000000-2.000000-1,-6.000000 0.000000 0,-6.000000 0.000000 0,-6.000000 0.000000 0,-1.000000 0.000000 0,7.000000 0.000000-2,6.000000 0.000000 0,7.000000 0.000000-2,5.000000 0.000000 0,7.000000 0.000000-1,6.000000 0.000000-2,7.000000 0.000000 0,0.000000 0.000000-1,-2.000000 0.000000 1,-3.000000 0.000000 0,-3.000000 0.000000 1,-4.000000-4.000000 1,-3.000000-5.000000-1,-3.000000-7.000000 1,-2.000000-5.000000 0,3.000000-3.000000 1,14.000000 4.000000 0,11.000000 3.000000 0,14.000000 3.000000 1,3.000000 1.000000 0,-2.000000 1.000000 1,-3.000000-1.000000-1,-3.000000 1.000000 1,-6.000000 1.000000-1,-5.000000 3.000000 1,-7.000000 3.000000-1,-5.000000 4.000000 0,3.000000 2.000000 0,17.000000 4.000000 0,15.000000 3.000000 0,16.000000 3.000000 0,7.000000 3.000000 0,1.000000 3.000000-1,-1.000000 3.000000 1,1.000000 4.000000-1,1.000000 2.000000 1,3.000000 4.000000 0,3.000000 3.000000 0,4.000000 3.000000 0,-3.000000-2.000000 1,-5.000000-6.000000-2,-7.000000-6.000000 0,-5.000000-6.000000-1,8.000000-1.000000 0,26.000000 7.000000 1,24.000000 6.000000 2,26.000000 7.000000 0,12.000000-3.000000 2,0.000000-8.000000-1,0.000000-10.000000 0,0.000000-9.000000-1,-7.000000-4.000000 1,-11.000000 4.000000-1,-14.000000 3.000000 0,-11.000000 3.000000 0,-1.000000-1.000000 0,13.000000-2.000000 0,12.000000-3.000000 1,13.000000-3.000000-1,1.000000-4.000000 0,-9.000000-3.000000 1,-10.000000-3.000000 0,-8.000000-2.000000 1,0.000000-5.000000-1,14.000000-2.000000-1,11.000000-3.000000-1,14.000000-3.000000-1,2.000000-2.000000-1,-6.000000 0.000000 1,-6.000000 0.000000 0,-6.000000 0.000000 1,1.000000 0.000000 1,9.000000 0.000000 0,10.000000 0.000000 0,10.000000 0.000000 2,0.000000 1.000000-1,-5.000000 4.000000 0,-7.000000 3.000000 0,-5.000000 3.000000 0,-4.000000 3.000000-1,0.000000 3.000000 0,0.000000 3.000000-2,0.000000 4.000000 0,4.000000 1.000000 1,10.000000 0.000000 0,10.000000 0.000000 1,9.000000 0.000000 1,1.000000 0.000000 0,-6.000000 0.000000 0,-6.000000 0.000000-2,-6.000000 0.000000 1,2.000000 0.000000-1,14.000000 0.000000 1,11.000000 0.000000 0,14.000000 0.000000 0,5.000000 0.000000 1,1.000000 0.000000-1,-1.000000 0.000000 0,1.000000 0.000000 0,-7.000000 1.000000-1,-12.000000 4.000000 0,-13.000000 3.000000 0,-12.000000 3.000000-1,1.000000 3.000000 0,16.000000 3.000000-1,15.000000 3.000000 1,17.000000 4.000000-2,5.000000-1.000000 1,-3.000000-3.000000 2,-3.000000-3.000000 0,-2.000000-2.000000 2,-14.000000-3.000000 0,-21.000000 1.000000-1,-22.000000-1.000000 0,-22.000000 1.000000-1,14.000000-1.000000-1,50.000000 1.000000 1,50.000000-1.000000 0,50.000000 1.000000 0,14.000000-3.000000 0,-22.000000-2.000000-1,-22.000000-3.000000 1,-21.000000-3.000000-2,-17.000000-1.000000 1,-8.000000 4.000000-1,-10.000000 3.000000-1,-9.000000 3.000000 0,-1.000000 1.000000 0,10.000000 1.000000 1,10.000000-1.000000 1,9.000000 1.000000 0,4.000000-3.000000 1,1.000000-2.000000 0,-1.000000-3.000000-1,1.000000-3.000000 0,-6.000000-1.000000 0,-8.000000 4.000000-1,-10.000000 3.000000-1,-9.000000 3.000000-1,-2.000000-1.000000 1,6.000000-2.000000 1,7.000000-3.000000 0,6.000000-3.000000 2,3.000000 1.000000 1,0.000000 6.000000-2,0.000000 7.000000-1,0.000000 6.000000 0,-8.000000 1.000000-1,-16.000000-3.000000 0,-15.000000-3.000000 1,-15.000000-2.000000-1,-3.000000-3.000000 2,14.000000 1.000000 0,11.000000-1.000000 1,14.000000 1.000000 1,-1.000000-1.000000 1,-12.000000 1.000000-1,-13.000000-1.000000 0,-12.000000 1.000000-1,-10.000000 2.000000 0,-6.000000 7.000000-2,-6.000000 6.000000-1,-6.000000 7.000000-1,-34.000000-1.000000 0,-58.000000-6.000000 0,-60.000000-6.000000 1,-59.000000-6.000000 1,-32.000000-4.000000-16,-3.000000 1.000000-31,-3.000000-1.000000-32,-2.000000 1.000000-31</inkml:trace>
</inkml:ink>
</file>

<file path=ppt/ink/ink3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5"/>
    </inkml:context>
    <inkml:brush xml:id="br0">
      <inkml:brushProperty name="width" value="0.0259479098021984" units="cm"/>
      <inkml:brushProperty name="height" value="0.0259479098021984" units="cm"/>
      <inkml:brushProperty name="color" value="#000000"/>
      <inkml:brushProperty name="ignorePressure" value="0"/>
    </inkml:brush>
  </inkml:definitions>
  <inkml:trace contextRef="#ctx0" brushRef="#br0">79000.000000 16000.000000 565,'-44.000000'-10.000000'28,"13.000000"32.000000"-4 ,12.000000 31.000000-6,13.000000 32.000000-4,6.000000 22.000000 2,0.000000 17.000000 12,0.000000 15.000000 11,0.000000 16.000000 12,0.000000 13.000000 1,0.000000 14.000000-8,0.000000 11.000000-9,0.000000 14.000000-7,-2.000000-3.000000-7,-3.000000-15.000000-5,-3.000000-15.000000-5,-2.000000-16.000000-4,-1.000000-15.000000-4,3.000000-11.000000-5,3.000000-14.000000-3,4.000000-11.000000-4,2.000000-25.000000-9,4.000000-33.000000-18,3.000000-35.000000-16,3.000000-34.000000-17,1.000000-18.000000-4,1.000000 1.000000 8,-1.000000-1.000000 8,1.000000 1.000000 7</inkml:trace>
</inkml:ink>
</file>

<file path=ppt/ink/ink3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5"/>
    </inkml:context>
    <inkml:brush xml:id="br0">
      <inkml:brushProperty name="width" value="0.0284155830740929" units="cm"/>
      <inkml:brushProperty name="height" value="0.0284155830740929" units="cm"/>
      <inkml:brushProperty name="color" value="#000000"/>
      <inkml:brushProperty name="ignorePressure" value="0"/>
    </inkml:brush>
  </inkml:definitions>
  <inkml:trace contextRef="#ctx0" brushRef="#br0">79100.000000 15850.000000 516,'54.000000'-68.000000'84,"10.000000"17.000000"-14 ,10.000000 15.000000-16,9.000000 16.000000-15,9.000000 9.000000-10,9.000000 3.000000-4,10.000000 3.000000-4,10.000000 4.000000-4,2.000000 5.000000-3,-3.000000 10.000000 0,-3.000000 10.000000 0,-2.000000 9.000000-1,-12.000000 7.000000-1,-19.000000 7.000000-1,-18.000000 6.000000-2,-19.000000 7.000000-1,-21.000000 8.000000 0,-21.000000 14.000000 0,-22.000000 11.000000-1,-22.000000 14.000000 1,-26.000000 7.000000 0,-27.000000 3.000000-3,-28.000000 3.000000-1,-28.000000 4.000000-2,-9.000000-9.000000-5,14.000000-18.000000-7,11.000000-19.000000-6,14.000000-18.000000-8,19.000000-20.000000-7,29.000000-18.000000-10,28.000000-19.000000-8,28.000000-18.000000-10,15.000000-10.000000-3,4.000000 0.000000 4,3.000000 0.000000 3,3.000000 0.000000 4</inkml:trace>
</inkml:ink>
</file>

<file path=ppt/ink/ink3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6"/>
    </inkml:context>
    <inkml:brush xml:id="br0">
      <inkml:brushProperty name="width" value="0.028525035828352" units="cm"/>
      <inkml:brushProperty name="height" value="0.028525035828352" units="cm"/>
      <inkml:brushProperty name="color" value="#000000"/>
      <inkml:brushProperty name="ignorePressure" value="0"/>
    </inkml:brush>
  </inkml:definitions>
  <inkml:trace contextRef="#ctx0" brushRef="#br0">82100.000000 15400.000000 514,'117.000000'26.000000'203,"-16.000000"4.000000"-55 ,-15.000000 3.000000-55,-15.000000 3.000000-55,-9.000000 1.000000-35,1.000000 1.000000-11,-1.000000-1.000000-13,1.000000 1.000000-12,-4.000000 1.000000-9,-6.000000 3.000000-3,-6.000000 3.000000-4,-6.000000 4.000000-3,-7.000000-3.000000-2,-6.000000-5.000000 1,-6.000000-7.000000 1,-6.000000-5.000000 2</inkml:trace>
</inkml:ink>
</file>

<file path=ppt/ink/ink3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6"/>
    </inkml:context>
    <inkml:brush xml:id="br0">
      <inkml:brushProperty name="width" value="0.0302894618362188" units="cm"/>
      <inkml:brushProperty name="height" value="0.0302894618362188" units="cm"/>
      <inkml:brushProperty name="color" value="#000000"/>
      <inkml:brushProperty name="ignorePressure" value="0"/>
    </inkml:brush>
  </inkml:definitions>
  <inkml:trace contextRef="#ctx0" brushRef="#br0">82650.000000 16750.000000 484,'-44.000000'28.000000'31,"13.000000"6.000000"13 ,12.000000 7.000000 14,13.000000 6.000000 12,4.000000 7.000000 2,-3.000000 10.000000-11,-3.000000 10.000000-10,-2.000000 9.000000-10,-1.000000 4.000000-10,3.000000 1.000000-7,3.000000-1.000000-7,4.000000 1.000000-8,-1.000000-1.000000-5,-3.000000 1.000000-2,-3.000000-1.000000-1,-2.000000 1.000000-3,-1.000000-6.000000-7,3.000000-8.000000-11,3.000000-10.000000-12,4.000000-9.000000-13</inkml:trace>
</inkml:ink>
</file>

<file path=ppt/ink/ink3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6"/>
    </inkml:context>
    <inkml:brush xml:id="br0">
      <inkml:brushProperty name="width" value="0.0293846074491739" units="cm"/>
      <inkml:brushProperty name="height" value="0.0293846074491739" units="cm"/>
      <inkml:brushProperty name="color" value="#000000"/>
      <inkml:brushProperty name="ignorePressure" value="0"/>
    </inkml:brush>
  </inkml:definitions>
  <inkml:trace contextRef="#ctx0" brushRef="#br0">85250.000000 16750.000000 499,'-69.000000'-49.000000'0,"13.000000"4.000000"0 ,12.000000 3.000000 0,13.000000 3.000000 0,7.000000 1.000000 5,4.000000 1.000000 12,3.000000-1.000000 11,3.000000 1.000000 11,-4.000000 4.000000 8,-8.000000 9.000000 3,-10.000000 10.000000 5,-9.000000 10.000000 3,-9.000000 8.000000-3,-5.000000 10.000000-10,-7.000000 10.000000-11,-5.000000 9.000000-10,-4.000000 15.000000-8,0.000000 22.000000-3,0.000000 22.000000-5,0.000000 23.000000-3,4.000000 10.000000-3,10.000000 0.000000-3,10.000000 0.000000-1,9.000000 0.000000-1,15.000000-5.000000-3,22.000000-9.000000-3,22.000000-10.000000-2,23.000000-8.000000-3,24.000000-17.000000-5,28.000000-21.000000-7,28.000000-22.000000-7,29.000000-22.000000-7,5.000000-15.000000-3,-15.000000-5.000000 1,-15.000000-7.000000 2,-16.000000-5.000000 2,-15.000000-3.000000 0,-11.000000 4.000000-2,-14.000000 3.000000-1,-11.000000 3.000000-3</inkml:trace>
</inkml:ink>
</file>

<file path=ppt/ink/ink3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6"/>
    </inkml:context>
    <inkml:brush xml:id="br0">
      <inkml:brushProperty name="width" value="0.0284516736865044" units="cm"/>
      <inkml:brushProperty name="height" value="0.0284516736865044" units="cm"/>
      <inkml:brushProperty name="color" value="#000000"/>
      <inkml:brushProperty name="ignorePressure" value="0"/>
    </inkml:brush>
  </inkml:definitions>
  <inkml:trace contextRef="#ctx0" brushRef="#br0">86050.000000 16650.000000 515,'-141.000000'43.000000'54,"69.000000"-11.000000"0 ,69.000000-14.000000 1,69.000000-11.000000 1,38.000000-9.000000-3,10.000000-3.000000-4,10.000000-3.000000-6,9.000000-2.000000-5,2.000000-5.000000-6,-2.000000-2.000000-7,-3.000000-3.000000-9,-3.000000-3.000000-7,-9.000000-1.000000-9,-11.000000 4.000000-11,-14.000000 3.000000-12,-11.000000 3.000000-10,-12.000000 1.000000-9,-9.000000 1.000000-6,-10.000000-1.000000-6,-8.000000 1.000000-5,-12.000000 2.000000-1,-12.000000 7.000000 5,-13.000000 6.000000 5,-12.000000 7.000000 5</inkml:trace>
</inkml:ink>
</file>

<file path=ppt/ink/ink3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7"/>
    </inkml:context>
    <inkml:brush xml:id="br0">
      <inkml:brushProperty name="width" value="0.0295229945331812" units="cm"/>
      <inkml:brushProperty name="height" value="0.0295229945331812" units="cm"/>
      <inkml:brushProperty name="color" value="#000000"/>
      <inkml:brushProperty name="ignorePressure" value="0"/>
    </inkml:brush>
  </inkml:definitions>
  <inkml:trace contextRef="#ctx0" brushRef="#br0">87100.000000 16250.000000 496,'-2.000000'-54.000000'32,"-3.000000"45.000000"15 ,-3.000000 43.000000 15,-2.000000 45.000000 15,-5.000000 25.000000 0,-2.000000 10.000000-14,-3.000000 10.000000-14,-3.000000 9.000000-16,-1.000000 6.000000-9,4.000000 3.000000-6,3.000000 3.000000-6,3.000000 4.000000-6,3.000000-9.000000-4,3.000000-18.000000 0,3.000000-19.000000-3,4.000000-18.000000-1,8.000000-17.000000-6,17.000000-11.000000-9,15.000000-14.000000-10,16.000000-11.000000-9,9.000000-18.000000-7,3.000000-22.000000-5,3.000000-22.000000-4,4.000000-21.000000-5,2.000000-18.000000 0,4.000000-12.000000 5,3.000000-13.000000 4,3.000000-12.000000 5,-2.000000-7.000000 5,-6.000000 1.000000 9,-6.000000-1.000000 7,-6.000000 1.000000 8,-7.000000 5.000000 6,-6.000000 14.000000 2,-6.000000 11.000000 3,-6.000000 14.000000 4,-9.000000 11.000000 4,-8.000000 14.000000 7,-10.000000 11.000000 6,-9.000000 14.000000 7,-10.000000 18.000000 9,-9.000000 25.000000 10,-10.000000 25.000000 10,-8.000000 25.000000 10,-3.000000 14.000000 0,7.000000 3.000000-13,6.000000 3.000000-11,7.000000 4.000000-12,4.000000-1.000000-7,3.000000-3.000000-4,3.000000-3.000000-2,4.000000-2.000000-4,7.000000-9.000000-4,13.000000-12.000000-5,12.000000-13.000000-5,13.000000-12.000000-6,10.000000-16.000000-3,10.000000-19.000000-4,10.000000-18.000000-3,9.000000-19.000000-3,7.000000-19.000000-2,7.000000-19.000000-2,6.000000-18.000000-1,7.000000-19.000000-1,-3.000000-10.000000 0,-8.000000 1.000000 2,-10.000000-1.000000 3,-9.000000 1.000000 3,-13.000000 7.000000 4,-16.000000 16.000000 6,-15.000000 15.000000 8,-15.000000 17.000000 5,-15.000000 21.000000 12,-12.000000 28.000000 13,-13.000000 28.000000 14,-12.000000 29.000000 14,-4.000000 16.000000 1,7.000000 7.000000-11,6.000000 6.000000-12,7.000000 7.000000-12,4.000000-1.000000-9,3.000000-6.000000-9,3.000000-6.000000-9,4.000000-6.000000-8,5.000000-7.000000-4,10.000000-6.000000 2,10.000000-6.000000 3,9.000000-6.000000 1,4.000000-9.000000-8,1.000000-8.000000-20,-1.000000-10.000000-20,1.000000-9.000000-20</inkml:trace>
</inkml:ink>
</file>

<file path=ppt/ink/ink3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7"/>
    </inkml:context>
    <inkml:brush xml:id="br0">
      <inkml:brushProperty name="width" value="0.0292909517884254" units="cm"/>
      <inkml:brushProperty name="height" value="0.0292909517884254" units="cm"/>
      <inkml:brushProperty name="color" value="#000000"/>
      <inkml:brushProperty name="ignorePressure" value="0"/>
    </inkml:brush>
  </inkml:definitions>
  <inkml:trace contextRef="#ctx0" brushRef="#br0">89900.000000 16600.000000 500,'-41.000000'-18.000000'78,"19.000000"17.000000"-7 ,19.000000 15.000000-7,19.000000 16.000000-8,9.000000 13.000000-8,0.000000 14.000000-11,0.000000 11.000000-11,0.000000 14.000000-10,-4.000000 7.000000-8,-5.000000 3.000000-2,-7.000000 3.000000-3,-5.000000 4.000000-3,-4.000000-4.000000 0,0.000000-9.000000 1,0.000000-10.000000 2,0.000000-8.000000 2,0.000000-11.000000 1,0.000000-8.000000 2,0.000000-10.000000 1,0.000000-9.000000 1,0.000000-13.000000 1,0.000000-16.000000-1,0.000000-15.000000 0,0.000000-15.000000-1,9.000000-21.000000-5,19.000000-25.000000-6,19.000000-25.000000-7,19.000000-25.000000-8,12.000000-11.000000-8,6.000000 3.000000-10,7.000000 3.000000-8,6.000000 4.000000-10,-7.000000 15.000000 0,-18.000000 28.000000 10,-19.000000 28.000000 10,-18.000000 29.000000 9,-9.000000 11.000000 2,4.000000-2.000000-9,3.000000-3.000000-6,3.000000-3.000000-9</inkml:trace>
</inkml:ink>
</file>

<file path=ppt/ink/ink3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47"/>
    </inkml:context>
    <inkml:brush xml:id="br0">
      <inkml:brushProperty name="width" value="0.0299735553562641" units="cm"/>
      <inkml:brushProperty name="height" value="0.0299735553562641" units="cm"/>
      <inkml:brushProperty name="color" value="#000000"/>
      <inkml:brushProperty name="ignorePressure" value="0"/>
    </inkml:brush>
  </inkml:definitions>
  <inkml:trace contextRef="#ctx0" brushRef="#br0">91300.000000 17250.000000 489,'1.000000'68.000000'2,"4.000000"-11.000000"3 ,3.000000-14.000000 3,3.000000-11.000000 4,4.000000-11.000000 6,7.000000-5.000000 9,6.000000-7.000000 8,7.000000-5.000000 8,7.000000-15.000000 3,9.000000-22.000000-4,10.000000-22.000000-4,10.000000-21.000000-4,5.000000-15.000000-4,4.000000-6.000000-4,3.000000-6.000000-5,3.000000-6.000000-4,-5.000000 1.000000-3,-12.000000 9.000000-1,-13.000000 10.000000 0,-12.000000 10.000000-1,-12.000000 7.000000-1,-8.000000 6.000000 0,-10.000000 7.000000-2,-9.000000 6.000000 0,-13.000000 9.000000-3,-16.000000 13.000000-1,-15.000000 12.000000-2,-15.000000 13.000000-2,-11.000000 13.000000-3,-2.000000 17.000000-3,-3.000000 15.000000-3,-3.000000 16.000000-2,1.000000 12.000000-2,6.000000 9.000000 1,7.000000 10.000000 0,6.000000 10.000000 2,9.000000 5.000000 1,13.000000 4.000000 3,12.000000 3.000000 5,13.000000 3.000000 2,13.000000-1.000000 2,17.000000-2.000000-2,15.000000-3.000000-1,16.000000-3.000000-1,21.000000-13.000000-6,29.000000-22.000000-6,28.000000-22.000000-9,28.000000-21.000000-7,-2.000000-15.000000-11,-31.000000-6.000000-13,-31.000000-6.000000-14,-31.000000-6.000000-12</inkml:trace>
</inkml:ink>
</file>

<file path=ppt/ink/ink3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0"/>
    </inkml:context>
    <inkml:brush xml:id="br0">
      <inkml:brushProperty name="width" value="0.0269369594752789" units="cm"/>
      <inkml:brushProperty name="height" value="0.0269369594752789" units="cm"/>
      <inkml:brushProperty name="color" value="#000000"/>
      <inkml:brushProperty name="ignorePressure" value="0"/>
    </inkml:brush>
  </inkml:definitions>
  <inkml:trace contextRef="#ctx0" brushRef="#br0">66639.000000 23839.000000 544,'-48.000000'-34.000000'6,"24.000000"11.000000"13 ,23.000000 11.000000 12,24.000000 11.000000 12,15.000000 7.000000 2,4.000000 1.000000-8,6.000000 1.000000-9,4.000000 2.000000-8,2.000000-1.000000-5,-2.000000-1.000000-2,-4.000000-1.000000-2,-2.000000-1.000000-1,-1.000000-2.000000-3,-2.000000-1.000000-2,-1.000000-1.000000-3,-2.000000-2.000000-3,-2.000000 0.000000-3,-5.000000 0.000000-1,-6.000000 0.000000-2,-4.000000 0.000000-1,-6.000000 2.000000 0,-5.000000 4.000000 2,-4.000000 3.000000 2,-5.000000 4.000000 3,-7.000000 8.000000 5,-7.000000 9.000000 5,-8.000000 10.000000 8,-8.000000 10.000000 5,-3.000000 10.000000 3,1.000000 9.000000-2,-1.000000 12.000000-1,-1.000000 9.000000-2,3.000000 3.000000-2,2.000000-4.000000-2,2.000000-3.000000-3,2.000000-4.000000-1,4.000000-5.000000-6,2.000000-4.000000-6,2.000000-6.000000-7,3.000000-5.000000-7,2.000000-3.000000-9,3.000000-3.000000-8,2.000000-2.000000-10,2.000000-2.000000-9,4.000000-6.000000-3,1.000000-5.000000-1,4.000000-7.000000 2,2.000000-5.000000 0,-1.000000-6.000000 5,-1.000000-4.000000 7,-4.000000-3.000000 7,-1.000000-4.000000 8</inkml:trace>
</inkml:ink>
</file>

<file path=ppt/ink/ink3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0"/>
    </inkml:context>
    <inkml:brush xml:id="br0">
      <inkml:brushProperty name="width" value="0.0240028221160173" units="cm"/>
      <inkml:brushProperty name="height" value="0.0240028221160173" units="cm"/>
      <inkml:brushProperty name="color" value="#000000"/>
      <inkml:brushProperty name="ignorePressure" value="0"/>
    </inkml:brush>
  </inkml:definitions>
  <inkml:trace contextRef="#ctx0" brushRef="#br0">66560.000000 25419.000000 611,'-20.000000'9.000000'51,"22.000000"-2.000000"7 ,21.000000-4.000000 7,22.000000-2.000000 5,12.000000-1.000000-5,6.000000-2.000000-19,4.000000-1.000000-20,5.000000-1.000000-18,2.000000-2.000000-14,-3.000000-1.000000-7,-2.000000-1.000000-7,-2.000000-1.000000-8,-7.000000 0.000000-9,-8.000000 2.000000-13,-9.000000 4.000000-13,-9.000000 2.000000-12</inkml:trace>
</inkml:ink>
</file>

<file path=ppt/ink/ink3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0"/>
    </inkml:context>
    <inkml:brush xml:id="br0">
      <inkml:brushProperty name="width" value="0.0235622618347406" units="cm"/>
      <inkml:brushProperty name="height" value="0.0235622618347406" units="cm"/>
      <inkml:brushProperty name="color" value="#000000"/>
      <inkml:brushProperty name="ignorePressure" value="0"/>
    </inkml:brush>
  </inkml:definitions>
  <inkml:trace contextRef="#ctx0" brushRef="#br0">67839.000000 24900.000000 622,'-26.000000'-1.000000'4,"5.000000"-1.000000"8 ,7.000000-1.000000 8,5.000000-2.000000 8,6.000000 2.000000 5,2.000000 4.000000 3,2.000000 3.000000 2,2.000000 5.000000 3,2.000000 4.000000-2,-2.000000 6.000000-6,-1.000000 7.000000-6,-1.000000 5.000000-6,-1.000000 6.000000-6,0.000000 1.000000-2,0.000000 4.000000-4,0.000000 2.000000-2,0.000000-1.000000-5,0.000000-4.000000-6,0.000000-3.000000-4,0.000000-4.000000-6,1.000000-11.000000-5,5.000000-15.000000-4,3.000000-17.000000-5,5.000000-16.000000-4,3.000000-10.000000-2,6.000000-5.000000 1,4.000000-6.000000 2,6.000000-4.000000 1,1.000000-1.000000 4,-1.000000 5.000000 6,-1.000000 6.000000 7,-2.000000 5.000000 7,0.000000 5.000000 6,-2.000000 6.000000 6,-1.000000 7.000000 5,-1.000000 5.000000 5,-3.000000 9.000000 4,-2.000000 8.000000 2,-2.000000 9.000000 1,-2.000000 8.000000 1,-4.000000 9.000000 1,-4.000000 5.000000-3,-3.000000 7.000000-1,-4.000000 5.000000-2,-2.000000 4.000000-6,2.000000 0.000000-12,1.000000 0.000000-11,1.000000 0.000000-12,2.000000-5.000000-4,-2.000000-9.000000 2,2.000000-12.000000 2,-2.000000-9.000000 1,2.000000-4.000000-2,-1.000000-2.000000-10,0.000000 2.000000-7,0.000000-1.000000-9</inkml:trace>
</inkml:ink>
</file>

<file path=ppt/ink/ink3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0"/>
    </inkml:context>
    <inkml:brush xml:id="br0">
      <inkml:brushProperty name="width" value="0.0260330513119698" units="cm"/>
      <inkml:brushProperty name="height" value="0.0260330513119698" units="cm"/>
      <inkml:brushProperty name="color" value="#000000"/>
      <inkml:brushProperty name="ignorePressure" value="0"/>
    </inkml:brush>
  </inkml:definitions>
  <inkml:trace contextRef="#ctx0" brushRef="#br0">68619.000000 24839.000000 563,'-24.000000'19.000000'31,"11.000000"-5.000000"5 ,11.000000-3.000000 3,11.000000-5.000000 4,10.000000-1.000000 2,8.000000-2.000000-4,6.000000-1.000000-2,9.000000-1.000000-3,3.000000-2.000000-4,2.000000-1.000000-3,1.000000-1.000000-5,2.000000-2.000000-4,1.000000 0.000000-6,5.000000-2.000000-7,3.000000-1.000000-7,5.000000-1.000000-6,-1.000000-1.000000-10,-4.000000 2.000000-11,-3.000000 1.000000-9,-4.000000 2.000000-12,-7.000000 0.000000 0,-10.000000 2.000000 6,-10.000000 1.000000 9,-10.000000 1.000000 7</inkml:trace>
</inkml:ink>
</file>

<file path=ppt/ink/ink3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1"/>
    </inkml:context>
    <inkml:brush xml:id="br0">
      <inkml:brushProperty name="width" value="0.0261341668665409" units="cm"/>
      <inkml:brushProperty name="height" value="0.0261341668665409" units="cm"/>
      <inkml:brushProperty name="color" value="#000000"/>
      <inkml:brushProperty name="ignorePressure" value="0"/>
    </inkml:brush>
  </inkml:definitions>
  <inkml:trace contextRef="#ctx0" brushRef="#br0">69160.000000 24400.000000 561,'-19.000000'3.000000'12,"3.000000"6.000000"5 ,2.000000 7.000000 4,3.000000 6.000000 5,0.000000 9.000000 3,-1.000000 13.000000 3,-1.000000 12.000000 4,-1.000000 13.000000 2,-2.000000 9.000000 1,2.000000 8.000000-2,-2.000000 8.000000-2,1.000000 8.000000-2,3.000000-4.000000-4,4.000000-12.000000-6,6.000000-12.000000-6,4.000000-12.000000-5,10.000000-14.000000-9,11.000000-14.000000-13,14.000000-13.000000-10,11.000000-15.000000-13,8.000000-10.000000-4,1.000000-9.000000 5,1.000000-9.000000 5,1.000000-9.000000 3,-4.000000-2.000000-3,-10.000000 4.000000-12,-10.000000 3.000000-13,-9.000000 5.000000-12</inkml:trace>
</inkml:ink>
</file>

<file path=ppt/ink/ink3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1"/>
    </inkml:context>
    <inkml:brush xml:id="br0">
      <inkml:brushProperty name="width" value="0.0244549829512835" units="cm"/>
      <inkml:brushProperty name="height" value="0.0244549829512835" units="cm"/>
      <inkml:brushProperty name="color" value="#000000"/>
      <inkml:brushProperty name="ignorePressure" value="0"/>
    </inkml:brush>
  </inkml:definitions>
  <inkml:trace contextRef="#ctx0" brushRef="#br0">69719.000000 24760.000000 599,'11.000000'10.000000'114,"1.000000"2.000000"-27 ,1.000000 1.000000-25,1.000000 2.000000-26,1.000000 1.000000-14,-2.000000 5.000000-3,-1.000000 3.000000-2,-2.000000 5.000000-4,-1.000000 2.000000-3,-2.000000 2.000000-4,-4.000000 4.000000-4,-2.000000 1.000000-5,-1.000000 4.000000-2,0.000000 2.000000-1,0.000000 2.000000-1,0.000000 2.000000 0,2.000000-7.000000-1,4.000000-22.000000-1,3.000000-18.000000 0,4.000000-21.000000 0,7.000000-15.000000-2,11.000000-8.000000-1,9.000000-9.000000-2,10.000000-9.000000-1,5.000000 0.000000-5,-1.000000 8.000000-9,2.000000 6.000000-10,-1.000000 8.000000-8,-3.000000 8.000000-3,-5.000000 7.000000 4,-4.000000 8.000000 4,-5.000000 7.000000 4,-6.000000 8.000000 6,-4.000000 5.000000 7,-6.000000 7.000000 7,-4.000000 5.000000 7,-5.000000 5.000000 5,-4.000000 1.000000 3,-3.000000 1.000000 2,-5.000000 2.000000 2,-1.000000 0.000000 5,-2.000000 2.000000 8,-1.000000 1.000000 6,-1.000000 1.000000 7,-1.000000 0.000000 5,2.000000-2.000000 1,1.000000-4.000000 1,1.000000-2.000000 2,2.000000 1.000000 0,1.000000 4.000000 0,1.000000 3.000000-1,2.000000 5.000000 1,2.000000-3.000000-5,6.000000-7.000000-5,4.000000-8.000000-7,5.000000-7.000000-6,5.000000-9.000000-2,4.000000-10.000000 0,3.000000-11.000000 2,4.000000-8.000000 0,2.000000-9.000000 0,-2.000000-5.000000-3,-1.000000-4.000000-3,-2.000000-6.000000-2,-2.000000 0.000000-1,-5.000000 4.000000-2,-6.000000 3.000000 0,-5.000000 5.000000 0,-7.000000 3.000000-1,-9.000000 6.000000 1,-12.000000 4.000000 0,-8.000000 6.000000-1,-8.000000 5.000000-2,-4.000000 6.000000-8,-3.000000 7.000000-8,-5.000000 6.000000-6,2.000000 4.000000-5,5.000000 5.000000-2,4.000000 3.000000-1,6.000000 5.000000-1,3.000000 0.000000-5,5.000000-1.000000-7,3.000000-1.000000-7,5.000000-1.000000-7</inkml:trace>
</inkml:ink>
</file>

<file path=ppt/ink/ink3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2"/>
    </inkml:context>
    <inkml:brush xml:id="br0">
      <inkml:brushProperty name="width" value="0.0269348174333572" units="cm"/>
      <inkml:brushProperty name="height" value="0.0269348174333572" units="cm"/>
      <inkml:brushProperty name="color" value="#000000"/>
      <inkml:brushProperty name="ignorePressure" value="0"/>
    </inkml:brush>
  </inkml:definitions>
  <inkml:trace contextRef="#ctx0" brushRef="#br0">72360.000000 24739.000000 544,'7.000000'-36.000000'3,"-4.000000"5.000000"5 ,-6.000000 7.000000 5,-4.000000 6.000000 5,-7.000000 3.000000 4,-7.000000 2.000000 1,-8.000000 1.000000 2,-7.000000 2.000000 1,-6.000000 1.000000-2,-4.000000 2.000000-3,-3.000000 4.000000-3,-5.000000 2.000000-4,0.000000 4.000000-3,1.000000 9.000000-3,1.000000 6.000000-4,2.000000 8.000000-2,3.000000 9.000000-3,6.000000 8.000000-2,7.000000 9.000000-2,6.000000 9.000000-3,8.000000 2.000000-2,12.000000-1.000000 0,11.000000-4.000000-2,12.000000-1.000000-1,10.000000-7.000000 0,10.000000-11.000000 2,9.000000-9.000000 3,12.000000-10.000000 1,5.000000-11.000000 2,3.000000-15.000000 2,2.000000-13.000000 1,2.000000-15.000000 1,-1.000000-10.000000 0,-6.000000-9.000000-1,-7.000000-9.000000-1,-5.000000-8.000000-1,-6.000000-7.000000-2,-4.000000-1.000000-1,-3.000000-4.000000-1,-4.000000-2.000000-2,-6.000000 0.000000 1,-5.000000 1.000000 4,-7.000000 1.000000 3,-6.000000 2.000000 4,-3.000000 4.000000 2,-2.000000 9.000000 2,-1.000000 9.000000 2,-1.000000 9.000000 2,-1.000000 8.000000 2,0.000000 9.000000 2,0.000000 9.000000 3,0.000000 9.000000 2,-2.000000 7.000000 3,-1.000000 8.000000 7,-4.000000 8.000000 6,-1.000000 7.000000 7,-4.000000 11.000000-2,-1.000000 12.000000-7,-4.000000 12.000000-7,-1.000000 13.000000-8,-2.000000 8.000000-5,0.000000 6.000000-1,-1.000000 4.000000-2,1.000000 5.000000-2,1.000000 5.000000-3,1.000000 2.000000-6,1.000000 2.000000-6,2.000000 3.000000-4,1.000000-3.000000-4,5.000000-7.000000 0,3.000000-8.000000-1,4.000000-8.000000 0,4.000000-9.000000-10,2.000000-12.000000-20,2.000000-14.000000-20,2.000000-12.000000-19</inkml:trace>
</inkml:ink>
</file>

<file path=ppt/ink/ink3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2"/>
    </inkml:context>
    <inkml:brush xml:id="br0">
      <inkml:brushProperty name="width" value="0.0262865461409092" units="cm"/>
      <inkml:brushProperty name="height" value="0.0262865461409092" units="cm"/>
      <inkml:brushProperty name="color" value="#000000"/>
      <inkml:brushProperty name="ignorePressure" value="0"/>
    </inkml:brush>
  </inkml:definitions>
  <inkml:trace contextRef="#ctx0" brushRef="#br0">72919.000000 24660.000000 557,'-10.000000'-17.000000'26,"1.000000"9.000000"0 ,-2.000000 6.000000 2,2.000000 8.000000 0,-1.000000 8.000000 3,0.000000 5.000000 4,0.000000 7.000000 3,-1.000000 6.000000 5,1.000000 6.000000-2,0.000000 6.000000-5,1.000000 7.000000-7,-1.000000 5.000000-5,1.000000 3.000000-5,2.000000-2.000000-4,4.000000-4.000000-3,2.000000-2.000000-4,4.000000-5.000000-4,9.000000-9.000000-5,6.000000-9.000000-4,8.000000-9.000000-5,6.000000-8.000000-2,4.000000-9.000000-4,3.000000-9.000000-2,4.000000-8.000000-2,2.000000-11.000000-1,1.000000-11.000000 2,-1.000000-11.000000 0,-1.000000-12.000000 2,-1.000000-3.000000 1,-5.000000 4.000000 2,-6.000000 3.000000 2,-4.000000 5.000000 2,-5.000000 3.000000 3,-4.000000 6.000000 5,-3.000000 4.000000 5,-4.000000 6.000000 4,-6.000000 5.000000 4,-5.000000 8.000000 3,-7.000000 8.000000 3,-6.000000 7.000000 4,-3.000000 9.000000 0,-2.000000 8.000000-1,-1.000000 9.000000-2,-1.000000 9.000000-1,0.000000 6.000000-2,2.000000 5.000000-5,4.000000 6.000000-3,1.000000 4.000000-5,4.000000 4.000000-6,4.000000 1.000000-11,3.000000 1.000000-10,5.000000 1.000000-9,1.000000-4.000000-11,2.000000-12.000000-8,1.000000-11.000000-10,2.000000-12.000000-10</inkml:trace>
</inkml:ink>
</file>

<file path=ppt/ink/ink3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2"/>
    </inkml:context>
    <inkml:brush xml:id="br0">
      <inkml:brushProperty name="width" value="0.0263367760926485" units="cm"/>
      <inkml:brushProperty name="height" value="0.0263367760926485" units="cm"/>
      <inkml:brushProperty name="color" value="#000000"/>
      <inkml:brushProperty name="ignorePressure" value="0"/>
    </inkml:brush>
  </inkml:definitions>
  <inkml:trace contextRef="#ctx0" brushRef="#br0">74119.000000 24839.000000 556,'-26.000000'-18.000000'23,"5.000000"2.000000"1 ,7.000000 2.000000 2,6.000000 3.000000 1,2.000000 1.000000 2,1.000000 2.000000 1,1.000000 1.000000 1,-1.000000 2.000000 1,-1.000000-1.000000 0,-1.000000 1.000000-2,-1.000000 0.000000-1,-1.000000 1.000000-2,-2.000000 2.000000-3,-1.000000 6.000000-6,-1.000000 7.000000-7,-1.000000 6.000000-4,-2.000000 6.000000-4,-1.000000 8.000000-1,-1.000000 8.000000-1,-1.000000 8.000000 0,0.000000 4.000000-1,5.000000 3.000000-1,3.000000 2.000000-1,5.000000 2.000000-1,3.000000 0.000000-3,6.000000-5.000000-6,4.000000-6.000000-6,6.000000-5.000000-5,5.000000-5.000000-5,6.000000-8.000000 0,7.000000-8.000000-2,6.000000-8.000000-2,3.000000-6.000000-2,2.000000-6.000000-1,1.000000-7.000000-3,2.000000-5.000000-2,-1.000000-6.000000 1,-1.000000-1.000000 3,-1.000000-4.000000 5,-1.000000-1.000000 3,-5.000000-2.000000 5,-5.000000 2.000000 5,-7.000000 1.000000 5,-5.000000 1.000000 5,-6.000000 3.000000 3,-1.000000 4.000000 2,-4.000000 3.000000 0,-1.000000 4.000000 1,-4.000000 4.000000 2,-4.000000 2.000000-1,-3.000000 2.000000 0,-5.000000 2.000000 1,0.000000 2.000000 6,1.000000 1.000000 11,1.000000-1.000000 13,2.000000 0.000000 11,1.000000 0.000000 7,5.000000-1.000000 2,3.000000 2.000000 2,4.000000-1.000000 2,6.000000-2.000000-3,5.000000-4.000000-6,7.000000-3.000000-7,6.000000-5.000000-7,3.000000-3.000000-5,0.000000-6.000000-4,-1.000000-4.000000-4,2.000000-6.000000-3,-3.000000-3.000000-5,-1.000000-2.000000-2,-4.000000-4.000000-3,-2.000000-1.000000-3,-3.000000 0.000000-1,-6.000000 6.000000-1,-4.000000 4.000000 1,-5.000000 6.000000-1,-7.000000 1.000000 1,-5.000000 1.000000 0,-7.000000 0.000000 0,-5.000000 1.000000 1,-9.000000 2.000000-1,-8.000000 6.000000-1,-9.000000 7.000000-2,-8.000000 5.000000-1,-4.000000 10.000000-3,2.000000 9.000000-3,4.000000 10.000000-2,2.000000 9.000000-2,4.000000 8.000000-1,9.000000 4.000000 4,6.000000 3.000000 1,9.000000 5.000000 3,8.000000-1.000000 2,12.000000-2.000000 1,11.000000-2.000000-1,12.000000-2.000000 2,11.000000-6.000000-2,15.000000-7.000000-3,13.000000-8.000000-3,14.000000-8.000000-3,4.000000-6.000000-2,-9.000000-6.000000 2,-6.000000-7.000000 1,-9.000000-6.000000 1,-7.000000-2.000000-8,-9.000000-1.000000-16,-9.000000 0.000000-16,-9.000000 0.000000-16</inkml:trace>
</inkml:ink>
</file>

<file path=ppt/ink/ink3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4"/>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66039.000000 26700.000000 999,'-28.000000'-27.000000'-6,"4.000000"8.000000"-12 ,3.000000 8.000000-12,5.000000 7.000000-12,2.000000 4.000000-2,3.000000 0.000000 10,2.000000 0.000000 10,3.000000 0.000000 9,0.000000 0.000000 6,2.000000-2.000000 3,-2.000000-1.000000 1,1.000000-2.000000 2</inkml:trace>
</inkml:ink>
</file>

<file path=ppt/ink/ink3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4"/>
    </inkml:context>
    <inkml:brush xml:id="br0">
      <inkml:brushProperty name="width" value="0.0260346382856369" units="cm"/>
      <inkml:brushProperty name="height" value="0.0260346382856369" units="cm"/>
      <inkml:brushProperty name="color" value="#000000"/>
      <inkml:brushProperty name="ignorePressure" value="0"/>
    </inkml:brush>
  </inkml:definitions>
  <inkml:trace contextRef="#ctx0" brushRef="#br0">65439.000000 26720.000000 563,'41.000000'-9.000000'54,"1.000000"5.000000"-12 ,1.000000 3.000000-10,2.000000 5.000000-12,3.000000 2.000000-6,6.000000 3.000000 0,7.000000 2.000000-2,5.000000 3.000000-1,5.000000-1.000000 0,1.000000-1.000000 0,1.000000-4.000000-1,2.000000-2.000000 1,0.000000-1.000000-1,2.000000 1.000000 0,1.000000-1.000000-1,1.000000 0.000000 0,4.000000-2.000000 0,5.000000-2.000000 1,4.000000-2.000000 0,6.000000-2.000000 0,-4.000000-2.000000-1,-11.000000 2.000000-1,-11.000000 1.000000-2,-11.000000 2.000000-1,-1.000000 0.000000-2,12.000000 0.000000-2,11.000000 0.000000 0,11.000000 0.000000-1,5.000000 0.000000 0,-3.000000 0.000000 1,-2.000000 0.000000 2,-2.000000 0.000000 1,-5.000000 0.000000-1,-5.000000 0.000000-1,-4.000000 0.000000-2,-6.000000 0.000000-1,1.000000 0.000000-2,5.000000 0.000000 2,4.000000 0.000000 1,5.000000 0.000000 2,2.000000 1.000000-1,-5.000000 2.000000 1,-3.000000 4.000000 0,-5.000000 2.000000 0,0.000000-1.000000 0,1.000000-1.000000 0,1.000000-4.000000 1,2.000000-2.000000 0,2.000000-1.000000 0,6.000000 0.000000-1,4.000000 0.000000-1,5.000000 0.000000-1,0.000000-1.000000 0,-9.000000-3.000000 2,-6.000000-2.000000 0,-8.000000-2.000000 1,-1.000000-2.000000 1,6.000000 0.000000-1,7.000000-1.000000-1,6.000000 1.000000 0,2.000000 0.000000 0,-1.000000-2.000000 0,-1.000000-1.000000 0,-1.000000-2.000000 0,-3.000000 1.000000 1,-1.000000 1.000000 0,-4.000000 1.000000 0,-2.000000 1.000000 0,1.000000 2.000000 1,4.000000 1.000000-2,3.000000 1.000000 0,4.000000 2.000000-1,-1.000000 0.000000-1,-6.000000 2.000000 1,-7.000000 1.000000 0,-5.000000 1.000000 1,-1.000000 1.000000-2,6.000000-2.000000 0,7.000000-1.000000-1,6.000000-2.000000-2,1.000000 1.000000-1,-2.000000 1.000000 2,-2.000000 1.000000 0,-3.000000 2.000000 0,-2.000000 0.000000 1,-5.000000 0.000000 2,-3.000000 0.000000-1,-4.000000 0.000000 2,1.000000-1.000000 0,6.000000-1.000000 0,7.000000-1.000000-1,6.000000-1.000000 0,-2.000000-1.000000 0,-8.000000 2.000000-1,-9.000000 1.000000 1,-9.000000 2.000000 0,0.000000-2.000000-1,8.000000-1.000000 0,6.000000-4.000000 0,8.000000-2.000000-2,4.000000 0.000000 1,0.000000 1.000000 0,1.000000 1.000000 0,-1.000000 2.000000 0,-4.000000-1.000000 0,-8.000000-1.000000 1,-6.000000-1.000000 0,-8.000000-1.000000 1,-5.000000-1.000000-1,2.000000 0.000000-1,-2.000000-1.000000-1,1.000000 1.000000-2,1.000000 1.000000-1,1.000000-1.000000 0,1.000000 0.000000-2,1.000000-1.000000 0,0.000000 3.000000-2,-5.000000 2.000000-4,-3.000000 2.000000-3,-5.000000 3.000000-3,-3.000000 1.000000-5,-6.000000 0.000000-3,-4.000000 0.000000-3,-5.000000 0.000000-5,-7.000000 0.000000-4,-5.000000 2.000000-5,-7.000000 1.000000-6,-5.000000 1.000000-4</inkml:trace>
</inkml:ink>
</file>

<file path=ppt/ink/ink3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1:59"/>
    </inkml:context>
    <inkml:brush xml:id="br0">
      <inkml:brushProperty name="width" value="0.0313994064927101" units="cm"/>
      <inkml:brushProperty name="height" value="0.0313994064927101" units="cm"/>
      <inkml:brushProperty name="color" value="#000000"/>
      <inkml:brushProperty name="ignorePressure" value="0"/>
    </inkml:brush>
  </inkml:definitions>
  <inkml:trace contextRef="#ctx0" brushRef="#br0">65739.000000 29360.000000 467,'-8.000000'10.000000'-2,"2.000000"-1.000000"-2 ,2.000000 1.000000-3,2.000000 1.000000-2,3.000000-3.000000 6,1.000000-1.000000 14,1.000000-4.000000 16,2.000000-1.000000 14,1.000000-2.000000 5,2.000000 0.000000-5,4.000000 0.000000-5,1.000000 0.000000-6,3.000000-3.000000-3,1.000000-4.000000-3,1.000000-6.000000-2,1.000000-5.000000-2,2.000000-5.000000-3,1.000000-6.000000-3,1.000000-7.000000-4,2.000000-5.000000-2,0.000000-7.000000-2,2.000000-4.000000-2,1.000000-6.000000-1,1.000000-5.000000-1,0.000000-3.000000-1,-5.000000-2.000000-2,-3.000000-4.000000-1,-4.000000-1.000000 0,-4.000000-1.000000-1,-1.000000 2.000000-1,-4.000000 4.000000 0,-2.000000 2.000000 0,-1.000000 6.000000 0,-2.000000 10.000000 0,-1.000000 9.000000 0,-1.000000 11.000000 0,0.000000 10.000000 1,3.000000 8.000000-1,2.000000 9.000000-1,3.000000 9.000000 0,1.000000 5.000000 1,2.000000 5.000000 2,1.000000 3.000000 3,2.000000 4.000000 2,-1.000000 6.000000 2,-1.000000 5.000000 1,-1.000000 7.000000-1,-1.000000 5.000000 2,-2.000000 6.000000 0,2.000000 4.000000 0,-2.000000 3.000000 2,1.000000 5.000000 0,1.000000 2.000000 0,1.000000 5.000000 0,1.000000 3.000000 0,1.000000 5.000000 0,3.000000 1.000000-1,2.000000 0.000000-2,2.000000 0.000000-1,2.000000 0.000000-2,2.000000-3.000000-1,0.000000-4.000000-1,0.000000-6.000000-1,0.000000-4.000000 0,0.000000-7.000000-1,-2.000000-8.000000 1,-1.000000-6.000000 0,-1.000000-9.000000 1,-9.000000-11.000000 1,-15.000000-16.000000 2,-14.000000-17.000000 4,-16.000000-15.000000 2,-7.000000-11.000000-3,-2.000000-1.000000-6,-1.000000-4.000000-8,-1.000000-1.000000-8,-3.000000-3.000000-5,-1.000000-1.000000-4,-4.000000-1.000000-5,-1.000000-1.000000-5,-3.000000 0.000000 1,1.000000 3.000000 5,1.000000 2.000000 3,-1.000000 2.000000 6,-6.000000 1.000000 2,-11.000000-5.000000 2,-11.000000-3.000000 1,-12.000000-4.000000 2,4.000000 3.000000 1,15.000000 10.000000 2,17.000000 9.000000 1,16.000000 12.000000 2,13.000000 5.000000 5,12.000000 2.000000 7,11.000000 4.000000 8,12.000000 2.000000 7,8.000000 1.000000 2,6.000000 2.000000-4,7.000000 1.000000-6,5.000000 2.000000-4,10.000000-2.000000-4,8.000000-4.000000 1,12.000000-3.000000-2,9.000000-5.000000 0,6.000000 0.000000 0,3.000000-1.000000-2,2.000000 0.000000-1,3.000000 0.000000-1,-3.000000 1.000000-1,-5.000000 3.000000 0,-7.000000 2.000000 0,-6.000000 2.000000-1,3.000000 2.000000 0,11.000000-2.000000 1,11.000000-1.000000-1,12.000000-1.000000 1,-3.000000 0.000000-1,-14.000000 2.000000 0,-16.000000 4.000000 0,-14.000000 1.000000-1,-12.000000 2.000000 0,-7.000000 0.000000-1,-8.000000 0.000000-1,-8.000000 0.000000-1,-6.000000 2.000000 1,-6.000000 1.000000 2,-7.000000 4.000000 2,-5.000000 2.000000 3,-8.000000 3.000000 3,-5.000000 5.000000 4,-7.000000 6.000000 4,-6.000000 4.000000 5,-6.000000 5.000000 3,-6.000000 4.000000 4,-7.000000 3.000000 3,-5.000000 4.000000 3,-6.000000 4.000000 0,-4.000000 2.000000-3,-3.000000 2.000000-4,-4.000000 2.000000-4,-1.000000 2.000000-3,5.000000 0.000000-3,3.000000 1.000000-3,5.000000-1.000000-3,5.000000-4.000000-2,12.000000-7.000000-2,9.000000-8.000000-2,10.000000-7.000000-2</inkml:trace>
</inkml:ink>
</file>

<file path=ppt/ink/ink3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2"/>
    </inkml:context>
    <inkml:brush xml:id="br0">
      <inkml:brushProperty name="width" value="0.0238549057394266" units="cm"/>
      <inkml:brushProperty name="height" value="0.0238549057394266" units="cm"/>
      <inkml:brushProperty name="color" value="#000000"/>
      <inkml:brushProperty name="ignorePressure" value="0"/>
    </inkml:brush>
  </inkml:definitions>
  <inkml:trace contextRef="#ctx0" brushRef="#br0">67960.000000 28879.000000 614,'-10.000000'-8.000000'-22,"2.000000"1.000000"6 ,1.000000 4.000000 6,2.000000 2.000000 6,2.000000 1.000000 8,6.000000 0.000000 14,4.000000 0.000000 12,6.000000 0.000000 13,2.000000 0.000000 4,2.000000 0.000000-8,1.000000 0.000000-5,1.000000 0.000000-8,1.000000 1.000000-3,1.000000 5.000000-3,-1.000000 3.000000-1,0.000000 4.000000-3,-2.000000 4.000000-1,-1.000000 4.000000-2,-4.000000 3.000000-2,-1.000000 4.000000-1,-4.000000 6.000000-2,-1.000000 7.000000-3,-4.000000 8.000000-3,-1.000000 8.000000-3,-4.000000 4.000000-3,-4.000000 2.000000 0,-3.000000 4.000000-1,-4.000000 2.000000-2,-2.000000-5.000000 2,2.000000-11.000000 3,1.000000-11.000000 3,2.000000-11.000000 5,2.000000-16.000000 2,5.000000-20.000000 3,6.000000-20.000000 2,5.000000-20.000000 3,5.000000-13.000000-1,9.000000-5.000000-6,6.000000-4.000000-5,9.000000-6.000000-6,4.000000 2.000000-12,5.000000 5.000000-16,3.000000 7.000000-16,4.000000 5.000000-18,-2.000000 10.000000-2,-11.000000 8.000000 10,-10.000000 12.000000 11,-10.000000 9.000000 11,-5.000000 5.000000 6,0.000000 2.000000 1,0.000000 1.000000 1,-1.000000 1.000000 2</inkml:trace>
</inkml:ink>
</file>

<file path=ppt/ink/ink3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2"/>
    </inkml:context>
    <inkml:brush xml:id="br0">
      <inkml:brushProperty name="width" value="0.0231971628963947" units="cm"/>
      <inkml:brushProperty name="height" value="0.0231971628963947" units="cm"/>
      <inkml:brushProperty name="color" value="#000000"/>
      <inkml:brushProperty name="ignorePressure" value="0"/>
    </inkml:brush>
  </inkml:definitions>
  <inkml:trace contextRef="#ctx0" brushRef="#br0">68780.000000 29360.000000 632,'1.000000'15.000000'9,"5.000000"-11.000000"17 ,3.000000-8.000000 18,5.000000-11.000000 17,1.000000-7.000000 1,2.000000-4.000000-16,1.000000-3.000000-16,2.000000-4.000000-17,-1.000000-3.000000-9,-1.000000 1.000000-3,-1.000000 1.000000-2,-1.000000-1.000000-3,-3.000000 1.000000-2,-1.000000 3.000000 0,-4.000000 2.000000 0,-2.000000 2.000000 1,-2.000000 4.000000 0,-5.000000 4.000000 2,-3.000000 3.000000 2,-4.000000 5.000000 2,-5.000000 5.000000 0,-4.000000 9.000000-2,-6.000000 9.000000-1,-4.000000 9.000000-1,-3.000000 6.000000 1,2.000000 6.000000 5,1.000000 4.000000 5,1.000000 5.000000 4,4.000000 4.000000 3,4.000000-2.000000 0,6.000000 2.000000 2,5.000000-1.000000 0,3.000000-2.000000-2,5.000000-2.000000-6,3.000000-2.000000-6,4.000000-3.000000-5,8.000000-4.000000-5,11.000000-8.000000-4,11.000000-8.000000-3,11.000000-7.000000-4,6.000000-6.000000-5,-2.000000-4.000000-6,-1.000000-3.000000-7,-1.000000-4.000000-6,-5.000000-3.000000-4,-5.000000 1.000000-1,-7.000000 1.000000-1,-5.000000-1.000000-1</inkml:trace>
</inkml:ink>
</file>

<file path=ppt/ink/ink3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2"/>
    </inkml:context>
    <inkml:brush xml:id="br0">
      <inkml:brushProperty name="width" value="0.0258604381233454" units="cm"/>
      <inkml:brushProperty name="height" value="0.0258604381233454" units="cm"/>
      <inkml:brushProperty name="color" value="#000000"/>
      <inkml:brushProperty name="ignorePressure" value="0"/>
    </inkml:brush>
  </inkml:definitions>
  <inkml:trace contextRef="#ctx0" brushRef="#br0">69880.000000 28920.000000 567,'-37.000000'-18.000000'55,"6.000000"5.000000"-5 ,7.000000 6.000000-6,5.000000 4.000000-4,4.000000 3.000000-5,-2.000000 0.000000 0,-1.000000 0.000000-2,-1.000000 0.000000 0,-1.000000 3.000000-5,0.000000 4.000000-7,-1.000000 6.000000-7,1.000000 5.000000-6,0.000000 3.000000-4,-2.000000 5.000000 1,-1.000000 3.000000 0,-1.000000 4.000000 2,0.000000 4.000000-1,5.000000 1.000000-1,3.000000 4.000000-2,5.000000 1.000000-2,2.000000 1.000000-2,5.000000-2.000000-4,3.000000-4.000000-4,5.000000-1.000000-4,4.000000-4.000000-5,6.000000-4.000000-3,7.000000-3.000000-5,5.000000-4.000000-3,7.000000-6.000000-4,4.000000-8.000000-2,6.000000-6.000000-3,5.000000-9.000000-3,2.000000-6.000000-1,2.000000-6.000000 1,1.000000-7.000000 1,1.000000-6.000000 0,-3.000000 1.000000 4,-11.000000 5.000000 7,-10.000000 7.000000 7,-10.000000 6.000000 7</inkml:trace>
</inkml:ink>
</file>

<file path=ppt/ink/ink3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3"/>
    </inkml:context>
    <inkml:brush xml:id="br0">
      <inkml:brushProperty name="width" value="0.0232779532670975" units="cm"/>
      <inkml:brushProperty name="height" value="0.0232779532670975" units="cm"/>
      <inkml:brushProperty name="color" value="#000000"/>
      <inkml:brushProperty name="ignorePressure" value="0"/>
    </inkml:brush>
  </inkml:definitions>
  <inkml:trace contextRef="#ctx0" brushRef="#br0">70260.000000 29239.000000 630,'19.000000'6.000000'113,"2.000000"-9.000000"-26 ,-2.000000-9.000000-28,1.000000-8.000000-25,0.000000-5.000000-17,1.000000 0.000000-3,-1.000000 0.000000-4,-1.000000 0.000000-3,0.000000 0.000000-4,-5.000000 0.000000-1,-3.000000 0.000000-2,-5.000000 0.000000-2,-2.000000 1.000000 0,-5.000000 3.000000 0,-3.000000 2.000000 0,-4.000000 2.000000 0,-5.000000 5.000000 0,-4.000000 5.000000 1,-6.000000 4.000000-1,-4.000000 6.000000 0,-3.000000 5.000000 1,0.000000 9.000000 2,-1.000000 6.000000 3,2.000000 8.000000 2,2.000000 6.000000 1,6.000000 4.000000-1,7.000000 3.000000 1,5.000000 5.000000-1,8.000000-2.000000-2,5.000000-4.000000-4,7.000000-6.000000-6,5.000000-4.000000-4,9.000000-7.000000-5,11.000000-5.000000-8,9.000000-7.000000-5,10.000000-6.000000-8,5.000000-8.000000-4,2.000000-10.000000-5,1.000000-10.000000-3,2.000000-10.000000-5,-7.000000-2.000000 3,-11.000000 5.000000 8,-14.000000 4.000000 8,-12.000000 5.000000 8</inkml:trace>
</inkml:ink>
</file>

<file path=ppt/ink/ink3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3"/>
    </inkml:context>
    <inkml:brush xml:id="br0">
      <inkml:brushProperty name="width" value="0.0254051461815834" units="cm"/>
      <inkml:brushProperty name="height" value="0.0254051461815834" units="cm"/>
      <inkml:brushProperty name="color" value="#000000"/>
      <inkml:brushProperty name="ignorePressure" value="0"/>
    </inkml:brush>
  </inkml:definitions>
  <inkml:trace contextRef="#ctx0" brushRef="#br0">71019.000000 28939.000000 577,'-25.000000'3.000000'20,"11.000000"5.000000"10 ,9.000000 4.000000 11,10.000000 5.000000 10,3.000000 5.000000 0,-2.000000 2.000000-8,-2.000000 2.000000-9,-2.000000 2.000000-9,-2.000000 3.000000-7,0.000000 1.000000-3,0.000000 1.000000-4,0.000000 2.000000-3,-2.000000-2.000000-3,-2.000000-4.000000-3,-2.000000-3.000000-2,-2.000000-4.000000-2,1.000000-9.000000-6,9.000000-14.000000-10,6.000000-13.000000-9,9.000000-15.000000-9,5.000000-8.000000-4,6.000000-5.000000 4,4.000000-6.000000 3,5.000000-4.000000 2,3.000000-2.000000 6,1.000000 5.000000 7,-2.000000 3.000000 7,2.000000 5.000000 8,-3.000000 4.000000 6,-4.000000 6.000000 8,-3.000000 7.000000 6,-4.000000 6.000000 7,-5.000000 7.000000 5,-4.000000 9.000000 0,-6.000000 9.000000 2,-5.000000 9.000000 2,-3.000000 7.000000-1,-2.000000 9.000000 1,-4.000000 6.000000-1,-2.000000 9.000000 0,-1.000000 2.000000-5,1.000000-1.000000-10,-1.000000-1.000000-10,0.000000-1.000000-10,1.000000-3.000000-12,5.000000-4.000000-14,3.000000-3.000000-13,5.000000-4.000000-14,0.000000-5.000000-6,-1.000000-4.000000 1,-1.000000-6.000000 1,-2.000000-5.000000 1</inkml:trace>
</inkml:ink>
</file>

<file path=ppt/ink/ink3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3"/>
    </inkml:context>
    <inkml:brush xml:id="br0">
      <inkml:brushProperty name="width" value="0.0281970277428627" units="cm"/>
      <inkml:brushProperty name="height" value="0.0281970277428627" units="cm"/>
      <inkml:brushProperty name="color" value="#000000"/>
      <inkml:brushProperty name="ignorePressure" value="0"/>
    </inkml:brush>
  </inkml:definitions>
  <inkml:trace contextRef="#ctx0" brushRef="#br0">71660.000000 29020.000000 520,'-14.000000'8.000000'26,"12.000000"-1.000000"10 ,14.000000-4.000000 10,12.000000-2.000000 10,10.000000-3.000000 3,9.000000-6.000000-6,9.000000-4.000000-6,8.000000-5.000000-6,4.000000-4.000000-6,-2.000000-1.000000-6,-4.000000-1.000000-8,-1.000000-1.000000-7,-4.000000-1.000000-4,-4.000000 2.000000-5,-3.000000 1.000000-3,-4.000000 2.000000-5,-9.000000 2.000000-15,-12.000000 5.000000-29,-12.000000 6.000000-29,-12.000000 4.000000-29</inkml:trace>
</inkml:ink>
</file>

<file path=ppt/ink/ink3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4"/>
    </inkml:context>
    <inkml:brush xml:id="br0">
      <inkml:brushProperty name="width" value="0.0298365596681833" units="cm"/>
      <inkml:brushProperty name="height" value="0.0298365596681833" units="cm"/>
      <inkml:brushProperty name="color" value="#000000"/>
      <inkml:brushProperty name="ignorePressure" value="0"/>
    </inkml:brush>
  </inkml:definitions>
  <inkml:trace contextRef="#ctx0" brushRef="#br0">72200.000000 28639.000000 491,'-1.000000'-16.000000'12,"-1.000000"8.000000"11 ,-1.000000 6.000000 10,-2.000000 9.000000 11,-1.000000 8.000000 3,-2.000000 10.000000-3,-4.000000 9.000000-3,-1.000000 11.000000-3,-3.000000 7.000000-4,2.000000 4.000000-2,-2.000000 3.000000-2,1.000000 5.000000-4,2.000000-2.000000-1,1.000000-5.000000-3,4.000000-4.000000-3,2.000000-6.000000-1,4.000000-5.000000-5,6.000000-6.000000-6,7.000000-7.000000-7,6.000000-5.000000-5,5.000000-7.000000-11,6.000000-4.000000-12,4.000000-6.000000-13,6.000000-4.000000-13,2.000000-7.000000-5,-1.000000-7.000000 5,2.000000-8.000000 5,-1.000000-7.000000 3,-4.000000-3.000000 4,-5.000000 5.000000 1,-7.000000 3.000000 1,-6.000000 5.000000 1</inkml:trace>
</inkml:ink>
</file>

<file path=ppt/ink/ink3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6"/>
    </inkml:context>
    <inkml:brush xml:id="br0">
      <inkml:brushProperty name="width" value="0.0215725190937519" units="cm"/>
      <inkml:brushProperty name="height" value="0.0215725190937519" units="cm"/>
      <inkml:brushProperty name="color" value="#000000"/>
      <inkml:brushProperty name="ignorePressure" value="0"/>
    </inkml:brush>
  </inkml:definitions>
  <inkml:trace contextRef="#ctx0" brushRef="#br0">75580.000000 28500.000000 679,'-17.000000'1.000000'71,"8.000000"2.000000"-7 ,8.000000 4.000000-9,8.000000 2.000000-6,3.000000 1.000000-11,2.000000-1.000000-11,1.000000 2.000000-13,2.000000-1.000000-11,-2.000000 0.000000-11,-1.000000 2.000000-7,-4.000000 1.000000-8,-1.000000 2.000000-7,-2.000000-1.000000-8,0.000000-1.000000-9,-1.000000-1.000000-9,1.000000-1.000000-8</inkml:trace>
</inkml:ink>
</file>

<file path=ppt/ink/ink3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6"/>
    </inkml:context>
    <inkml:brush xml:id="br0">
      <inkml:brushProperty name="width" value="0.0223998297005892" units="cm"/>
      <inkml:brushProperty name="height" value="0.0223998297005892" units="cm"/>
      <inkml:brushProperty name="color" value="#000000"/>
      <inkml:brushProperty name="ignorePressure" value="0"/>
    </inkml:brush>
  </inkml:definitions>
  <inkml:trace contextRef="#ctx0" brushRef="#br0">75600.000000 28939.000000 654,'0.000000'19.000000'72,"2.000000"-5.000000"-10 ,1.000000-3.000000-9,2.000000-5.000000-9,0.000000-1.000000-7,2.000000 1.000000-7,1.000000-1.000000-7,1.000000 0.000000-6,2.000000 0.000000-9,-2.000000 2.000000-12,2.000000 1.000000-11,-1.000000 1.000000-12,-1.000000 1.000000-12,-1.000000-2.000000-10,-1.000000-1.000000-13,-1.000000-1.000000-11</inkml:trace>
</inkml:ink>
</file>

<file path=ppt/ink/ink3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8"/>
    </inkml:context>
    <inkml:brush xml:id="br0">
      <inkml:brushProperty name="width" value="0.0241801030933857" units="cm"/>
      <inkml:brushProperty name="height" value="0.0241801030933857" units="cm"/>
      <inkml:brushProperty name="color" value="#000000"/>
      <inkml:brushProperty name="ignorePressure" value="0"/>
    </inkml:brush>
  </inkml:definitions>
  <inkml:trace contextRef="#ctx0" brushRef="#br0">77839.000000 28579.000000 606,'-18.000000'-19.000000'-1,"4.000000"1.000000"3 ,3.000000 1.000000 2,4.000000 2.000000 2,3.000000 0.000000 4,1.000000 2.000000 4,1.000000 1.000000 4,2.000000 2.000000 5,1.000000 1.000000 1,3.000000 3.000000 1,2.000000 2.000000-1,3.000000 2.000000 1,1.000000 5.000000-1,2.000000 5.000000-2,1.000000 4.000000-2,2.000000 5.000000-2,0.000000 7.000000-1,2.000000 8.000000-1,1.000000 6.000000-1,1.000000 9.000000 0,1.000000 3.000000-2,-2.000000 0.000000-2,-1.000000 0.000000-2,-2.000000 0.000000-1,1.000000-1.000000-2,1.000000-1.000000-1,1.000000-1.000000-3,2.000000-1.000000-2,-1.000000-3.000000-1,-1.000000-4.000000-1,-1.000000-3.000000-2,-1.000000-4.000000-1,-2.000000-6.000000 0,-1.000000-5.000000 3,-1.000000-7.000000 1,-1.000000-6.000000 2,0.000000-6.000000 2,5.000000-6.000000 2,3.000000-7.000000 2,5.000000-5.000000 2,1.000000-11.000000-1,2.000000-11.000000-3,1.000000-14.000000-4,2.000000-11.000000-4,0.000000-7.000000-8,-1.000000-1.000000-10,2.000000 1.000000-12,-1.000000 0.000000-12,0.000000 4.000000-4,-1.000000 5.000000 3,1.000000 7.000000 2,1.000000 6.000000 2,-4.000000 7.000000 3,-4.000000 9.000000 1,-6.000000 9.000000 2,-4.000000 9.000000 2</inkml:trace>
</inkml:ink>
</file>

<file path=ppt/ink/ink3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8"/>
    </inkml:context>
    <inkml:brush xml:id="br0">
      <inkml:brushProperty name="width" value="0.0232649687677622" units="cm"/>
      <inkml:brushProperty name="height" value="0.0232649687677622" units="cm"/>
      <inkml:brushProperty name="color" value="#000000"/>
      <inkml:brushProperty name="ignorePressure" value="0"/>
    </inkml:brush>
  </inkml:definitions>
  <inkml:trace contextRef="#ctx0" brushRef="#br0">78900.000000 28979.000000 630,'-8.000000'19.000000'2,"5.000000"-5.000000"4 ,6.000000-3.000000 3,5.000000-5.000000 5,4.000000-3.000000 6,6.000000-6.000000 8,4.000000-4.000000 8,6.000000-5.000000 9,2.000000-5.000000 2,-1.000000-4.000000-7,1.000000-3.000000-5,1.000000-4.000000-7,-3.000000-4.000000-5,-1.000000-2.000000-6,-4.000000-2.000000-6,-1.000000-3.000000-5,-4.000000 1.000000-4,-4.000000 1.000000-2,-3.000000 4.000000-2,-4.000000 1.000000-3,-5.000000 5.000000-3,-4.000000 4.000000-1,-6.000000 6.000000-4,-4.000000 5.000000-1,-7.000000 6.000000-2,-5.000000 9.000000 3,-7.000000 9.000000 0,-6.000000 8.000000 3,-1.000000 9.000000 1,1.000000 5.000000 3,4.000000 7.000000 2,2.000000 5.000000 2,2.000000 4.000000 3,5.000000 0.000000 2,3.000000 0.000000 3,4.000000 0.000000 2,7.000000-2.000000 1,8.000000-6.000000 0,9.000000-4.000000-1,9.000000-5.000000 0,8.000000-7.000000-3,9.000000-5.000000-6,9.000000-7.000000-6,9.000000-5.000000-6,5.000000-8.000000-7,2.000000-8.000000-7,4.000000-6.000000-8,1.000000-9.000000-7,-4.000000-1.000000 0,-13.000000 4.000000 8,-12.000000 3.000000 8,-12.000000 5.000000 7,-7.000000 0.000000 2,-1.000000-1.000000-4,2.000000-1.000000-4,-1.000000-1.000000-5</inkml:trace>
</inkml:ink>
</file>

<file path=ppt/ink/ink3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8"/>
    </inkml:context>
    <inkml:brush xml:id="br0">
      <inkml:brushProperty name="width" value="0.0286824367940426" units="cm"/>
      <inkml:brushProperty name="height" value="0.0286824367940426" units="cm"/>
      <inkml:brushProperty name="color" value="#000000"/>
      <inkml:brushProperty name="ignorePressure" value="0"/>
    </inkml:brush>
  </inkml:definitions>
  <inkml:trace contextRef="#ctx0" brushRef="#br0">79560.000000 28679.000000 511,'-25.000000'18.000000'7,"12.000000"-5.000000"14 ,11.000000-6.000000 14,12.000000-4.000000 14,6.000000-3.000000 3,5.000000 0.000000-9,3.000000 0.000000-9,4.000000 0.000000-8,1.000000 0.000000-6,-2.000000 2.000000-3,-4.000000 1.000000-5,-2.000000 1.000000-3,-2.000000 4.000000-4,-2.000000 5.000000-4,-4.000000 4.000000-5,-1.000000 5.000000-4,-4.000000 6.000000-3,-4.000000 5.000000 0,-3.000000 4.000000-1,-5.000000 5.000000 0,-2.000000 1.000000 1,-2.000000-5.000000 2,-4.000000-6.000000 2,-1.000000-4.000000 3,-1.000000-5.000000 2,3.000000-4.000000 0,2.000000-3.000000 0,3.000000-5.000000 1,4.000000-6.000000-3,6.000000-12.000000-4,7.000000-11.000000-6,5.000000-12.000000-5,7.000000-6.000000-2,4.000000-2.000000-2,6.000000-4.000000-1,5.000000-2.000000-1,2.000000 0.000000-1,2.000000 1.000000-1,1.000000 1.000000 0,2.000000 2.000000-2,-3.000000 2.000000 3,-4.000000 5.000000 4,-6.000000 6.000000 4,-5.000000 4.000000 5,-5.000000 7.000000 3,-6.000000 8.000000 2,-7.000000 6.000000 3,-6.000000 9.000000 2,-3.000000 5.000000 4,0.000000 6.000000 9,0.000000 4.000000 8,0.000000 6.000000 7,0.000000 3.000000 5,-2.000000 2.000000 2,-1.000000 4.000000 0,-1.000000 1.000000 2,-1.000000 1.000000-1,2.000000-2.000000-3,1.000000-4.000000-2,2.000000-2.000000-3,0.000000-2.000000-3,0.000000-3.000000-4,0.000000-2.000000-3,0.000000-3.000000-3,1.000000-3.000000-2,3.000000-5.000000-1,2.000000-6.000000 0,2.000000-4.000000 0,4.000000-7.000000-1,1.000000-5.000000 0,4.000000-7.000000-1,2.000000-5.000000-1,1.000000-6.000000-3,2.000000-4.000000-7,1.000000-3.000000-7,1.000000-5.000000-8,1.000000-2.000000-3,0.000000-3.000000 0,0.000000-2.000000-1,0.000000-2.000000 0,-1.000000 1.000000 2,-5.000000 6.000000 4,-3.000000 7.000000 5,-5.000000 6.000000 4,-2.000000 13.000000 4,-5.000000 22.000000 4,-3.000000 21.000000 5,-4.000000 21.000000 4,-3.000000 12.000000 3,1.000000-1.000000 0,1.000000 0.000000 2,-1.000000 0.000000 1,0.000000 0.000000 1,2.000000-1.000000 1,1.000000 2.000000 1,1.000000-1.000000 2,2.000000-2.000000 1,1.000000-1.000000 2,1.000000-4.000000 0,2.000000-2.000000 2,-1.000000-2.000000-1,-1.000000-2.000000-3,-1.000000-4.000000-3,-2.000000-1.000000-3,-2.000000-5.000000-3,-6.000000-5.000000-1,-4.000000-4.000000-1,-5.000000-6.000000-2,-5.000000-3.000000-2,-4.000000-3.000000-4,-3.000000-2.000000-2,-5.000000-3.000000-3,-1.000000-2.000000-6,0.000000-3.000000-7,1.000000-2.000000-8,-1.000000-2.000000-8,2.000000-4.000000-10,5.000000-1.000000-15,6.000000-4.000000-13,5.000000-2.000000-15</inkml:trace>
</inkml:ink>
</file>

<file path=ppt/ink/ink3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9"/>
    </inkml:context>
    <inkml:brush xml:id="br0">
      <inkml:brushProperty name="width" value="0.0250571817159653" units="cm"/>
      <inkml:brushProperty name="height" value="0.0250571817159653" units="cm"/>
      <inkml:brushProperty name="color" value="#000000"/>
      <inkml:brushProperty name="ignorePressure" value="0"/>
    </inkml:brush>
  </inkml:definitions>
  <inkml:trace contextRef="#ctx0" brushRef="#br0">82280.000000 28820.000000 585,'-1.000000'-29.000000'2,"-1.000000"3.000000"3 ,-1.000000 2.000000 4,-2.000000 3.000000 4,0.000000 1.000000 4,-2.000000-1.000000 3,-1.000000 1.000000 5,-2.000000 0.000000 3,-1.000000 2.000000 1,-3.000000 1.000000-4,-2.000000 4.000000-3,-2.000000 1.000000-4,-2.000000 4.000000-2,-1.000000 4.000000-4,1.000000 3.000000-3,1.000000 5.000000-3,-2.000000 5.000000-2,-1.000000 9.000000-1,-1.000000 9.000000-1,-1.000000 9.000000-1,1.000000 4.000000-1,6.000000 0.000000-1,4.000000-1.000000 0,6.000000 2.000000-2,2.000000-3.000000 1,2.000000-4.000000 0,1.000000-3.000000 1,1.000000-4.000000 0,4.000000-5.000000-1,4.000000-5.000000-3,6.000000-4.000000-3,5.000000-5.000000-3,3.000000-7.000000-2,3.000000-8.000000 0,2.000000-6.000000-2,3.000000-8.000000 0,1.000000-5.000000-1,-1.000000-1.000000 0,1.000000-1.000000 1,1.000000-1.000000 0,-3.000000-1.000000 1,-4.000000 2.000000 1,-3.000000 1.000000 1,-5.000000 2.000000 1,-2.000000 2.000000 4,-3.000000 6.000000 7,-2.000000 4.000000 6,-2.000000 5.000000 6,-4.000000 7.000000 5,-2.000000 5.000000-1,-2.000000 7.000000 2,-2.000000 6.000000 0,-2.000000 6.000000 0,0.000000 9.000000 0,-1.000000 6.000000 0,2.000000 9.000000-1,-2.000000 3.000000 0,2.000000 0.000000 0,-2.000000 0.000000 0,1.000000 0.000000 0,0.000000 1.000000 0,1.000000 3.000000-1,-1.000000 2.000000 1,-1.000000 2.000000 0,0.000000 0.000000-1,-2.000000-6.000000 0,-4.000000-4.000000-2,-1.000000-6.000000 0,-3.000000-6.000000-6,-1.000000-9.000000-10,-1.000000-9.000000-10,-1.000000-8.000000-10,-1.000000-10.000000-9,2.000000-8.000000-7,1.000000-9.000000-7,1.000000-8.000000-7,3.000000-4.000000-4,1.000000 5.000000 3,4.000000 3.000000 2,2.000000 4.000000 1</inkml:trace>
</inkml:ink>
</file>

<file path=ppt/ink/ink3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09"/>
    </inkml:context>
    <inkml:brush xml:id="br0">
      <inkml:brushProperty name="width" value="0.0234685875475407" units="cm"/>
      <inkml:brushProperty name="height" value="0.0234685875475407" units="cm"/>
      <inkml:brushProperty name="color" value="#000000"/>
      <inkml:brushProperty name="ignorePressure" value="0"/>
    </inkml:brush>
  </inkml:definitions>
  <inkml:trace contextRef="#ctx0" brushRef="#br0">82619.000000 28760.000000 624,'19.000000'20.000000'133,"-5.000000"2.000000"-31 ,-3.000000 1.000000-31,-5.000000 2.000000-30,1.000000-1.000000-22,2.000000-1.000000-10,2.000000-1.000000-10,3.000000-2.000000-11,2.000000-1.000000-5,3.000000-2.000000 1,2.000000-4.000000 0,2.000000-1.000000 1,2.000000-6.000000 0,0.000000-8.000000-1,0.000000-6.000000-1,0.000000-9.000000-1,0.000000-5.000000 2,-2.000000-6.000000 4,-1.000000-4.000000 4,-1.000000-5.000000 4,-4.000000-2.000000 2,-4.000000 2.000000 1,-6.000000 4.000000 1,-5.000000 2.000000 1,-5.000000 3.000000-1,-6.000000 6.000000 1,-7.000000 4.000000-2,-6.000000 5.000000 1,-3.000000 6.000000-3,-2.000000 5.000000-4,-1.000000 4.000000-3,-1.000000 5.000000-4,1.000000 5.000000-4,5.000000 4.000000-6,6.000000 3.000000-4,5.000000 5.000000-5,2.000000-1.000000-2,2.000000-4.000000 3,1.000000-3.000000 2,2.000000-5.000000 2</inkml:trace>
</inkml:ink>
</file>

<file path=ppt/ink/ink3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0"/>
    </inkml:context>
    <inkml:brush xml:id="br0">
      <inkml:brushProperty name="width" value="0.0232889018952847" units="cm"/>
      <inkml:brushProperty name="height" value="0.0232889018952847" units="cm"/>
      <inkml:brushProperty name="color" value="#000000"/>
      <inkml:brushProperty name="ignorePressure" value="0"/>
    </inkml:brush>
  </inkml:definitions>
  <inkml:trace contextRef="#ctx0" brushRef="#br0">83319.000000 28679.000000 629,'34.000000'-24.000000'10,"-12.000000"11.000000"14 ,-14.000000 11.000000 13,-11.000000 12.000000 14,-8.000000 6.000000 3,-1.000000 5.000000-9,-1.000000 3.000000-9,-1.000000 4.000000-9,0.000000 2.000000-6,2.000000-2.000000-2,4.000000-1.000000-4,1.000000-1.000000-2,4.000000-2.000000-3,2.000000-1.000000-4,2.000000-1.000000-4,2.000000-2.000000-2,5.000000-2.000000-5,5.000000-5.000000-5,4.000000-6.000000-5,6.000000-5.000000-4,3.000000-3.000000-2,3.000000-5.000000 4,2.000000-3.000000 3,2.000000-4.000000 3,1.000000-5.000000 2,-5.000000-4.000000 2,-3.000000-6.000000 2,-4.000000-4.000000 1,-4.000000-4.000000 2,-2.000000 1.000000 2,-2.000000 1.000000 2,-3.000000-1.000000 2,-2.000000 1.000000 0,-5.000000 5.000000 1,-3.000000 3.000000-1,-4.000000 5.000000 1,-5.000000 2.000000-4,-5.000000 5.000000-4,-4.000000 3.000000-4,-6.000000 5.000000-6,0.000000 2.000000-5,1.000000 5.000000-6,4.000000 3.000000-8,2.000000 5.000000-5,2.000000 1.000000-4,3.000000-1.000000 1,2.000000 1.000000 1,2.000000 1.000000 0</inkml:trace>
</inkml:ink>
</file>

<file path=ppt/ink/ink3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0"/>
    </inkml:context>
    <inkml:brush xml:id="br0">
      <inkml:brushProperty name="width" value="0.0225074831396341" units="cm"/>
      <inkml:brushProperty name="height" value="0.0225074831396341" units="cm"/>
      <inkml:brushProperty name="color" value="#000000"/>
      <inkml:brushProperty name="ignorePressure" value="0"/>
    </inkml:brush>
  </inkml:definitions>
  <inkml:trace contextRef="#ctx0" brushRef="#br0">84139.000000 28739.000000 651,'-8.000000'-28.000000'-2,"2.000000"4.000000"-4 ,2.000000 3.000000-4,2.000000 5.000000-5,2.000000 0.000000 1,-2.000000-1.000000 5,-1.000000-1.000000 6,-1.000000-2.000000 4,-2.000000 1.000000 3,-1.000000 1.000000-1,-1.000000 1.000000-1,-1.000000 2.000000-1,-4.000000 3.000000 0,-4.000000 6.000000 2,-6.000000 7.000000 2,-4.000000 6.000000 2,-4.000000 8.000000 1,1.000000 10.000000 1,1.000000 10.000000 0,-1.000000 10.000000 1,2.000000 5.000000 0,6.000000 2.000000 2,4.000000 1.000000 0,6.000000 1.000000 2,3.000000-2.000000-1,5.000000-6.000000 1,3.000000-7.000000-1,4.000000-5.000000 0,7.000000-8.000000-1,8.000000-7.000000-1,9.000000-8.000000 0,9.000000-7.000000-2,5.000000-10.000000 0,2.000000-8.000000-1,4.000000-12.000000 0,2.000000-9.000000-1,-1.000000-8.000000-3,-1.000000-6.000000-5,-4.000000-7.000000-4,-2.000000-5.000000-5,-2.000000-6.000000-3,-5.000000-4.000000 1,-3.000000-3.000000 0,-5.000000-5.000000 1,-3.000000 2.000000 0,-6.000000 4.000000-1,-4.000000 6.000000-1,-5.000000 5.000000 0,-4.000000 5.000000 0,-1.000000 9.000000 0,-1.000000 6.000000 1,-2.000000 9.000000-1,0.000000 6.000000 1,-2.000000 6.000000-1,-1.000000 7.000000 1,-1.000000 6.000000 0,-3.000000 6.000000 1,-2.000000 8.000000 2,-2.000000 8.000000 2,-3.000000 7.000000 2,0.000000 8.000000 5,-2.000000 7.000000 7,2.000000 8.000000 7,-1.000000 8.000000 7,0.000000 4.000000 8,2.000000 5.000000 8,1.000000 3.000000 8,2.000000 5.000000 8,0.000000 0.000000 0,2.000000-1.000000-6,1.000000-1.000000-6,2.000000-1.000000-6,0.000000-7.000000-12,2.000000-9.000000-18,1.000000-9.000000-19,1.000000-11.000000-17,3.000000-7.000000-14,1.000000-4.000000-9,4.000000-3.000000-9,2.000000-4.000000-8</inkml:trace>
</inkml:ink>
</file>

<file path=ppt/ink/ink3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1"/>
    </inkml:context>
    <inkml:brush xml:id="br0">
      <inkml:brushProperty name="width" value="0.0259954463690519" units="cm"/>
      <inkml:brushProperty name="height" value="0.0259954463690519" units="cm"/>
      <inkml:brushProperty name="color" value="#000000"/>
      <inkml:brushProperty name="ignorePressure" value="0"/>
    </inkml:brush>
  </inkml:definitions>
  <inkml:trace contextRef="#ctx0" brushRef="#br0">85780.000000 28000.000000 564,'-37.000000'-9.000000'35,"6.000000"2.000000"0 ,7.000000 4.000000 1,5.000000 1.000000 0,4.000000 7.000000-1,-2.000000 8.000000-2,-1.000000 9.000000-2,-1.000000 9.000000-2,-2.000000 10.000000-2,-1.000000 13.000000-2,-1.000000 12.000000-2,-1.000000 12.000000-1,0.000000 10.000000-4,5.000000 5.000000-1,3.000000 4.000000-4,4.000000 6.000000-2,6.000000-4.000000-4,8.000000-11.000000-5,6.000000-11.000000-3,9.000000-11.000000-5,7.000000-11.000000-11,9.000000-10.000000-17,9.000000-10.000000-17,9.000000-10.000000-17,-1.000000-7.000000-5,-8.000000-4.000000 7,-9.000000-3.000000 7,-8.000000-4.000000 7</inkml:trace>
</inkml:ink>
</file>

<file path=ppt/ink/ink3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1"/>
    </inkml:context>
    <inkml:brush xml:id="br0">
      <inkml:brushProperty name="width" value="0.0232546851038933" units="cm"/>
      <inkml:brushProperty name="height" value="0.0232546851038933" units="cm"/>
      <inkml:brushProperty name="color" value="#000000"/>
      <inkml:brushProperty name="ignorePressure" value="0"/>
    </inkml:brush>
  </inkml:definitions>
  <inkml:trace contextRef="#ctx0" brushRef="#br0">86600.000000 28100.000000 630,'49.000000'19.000000'67,"-1.000000"-1.000000"-8 ,-1.000000-1.000000-7,-2.000000-1.000000-8,-1.000000 0.000000-7,-2.000000 2.000000-7,-4.000000 4.000000-6,-1.000000 2.000000-7,-7.000000 2.000000-4,-8.000000 5.000000-4,-9.000000 3.000000-4,-9.000000 4.000000-2,-9.000000 4.000000-5,-12.000000 1.000000-6,-11.000000 4.000000-6,-11.000000 2.000000-6,-7.000000-2.000000-2,-1.000000-4.000000 0,-1.000000-6.000000 0,-2.000000-4.000000 0,4.000000-7.000000 1,5.000000-5.000000 0,7.000000-7.000000-1,5.000000-6.000000 1,12.000000-1.000000 0,14.000000 4.000000 3,16.000000 3.000000 3,15.000000 4.000000 2,8.000000 2.000000 2,3.000000-2.000000 2,2.000000-1.000000 2,2.000000-1.000000 2,2.000000-3.000000 4,-2.000000-1.000000 6,-1.000000-4.000000 7,-2.000000-1.000000 5,-3.000000-2.000000 3,-6.000000 2.000000 0,-7.000000 1.000000 0,-5.000000 1.000000-1,-6.000000 2.000000 1,-4.000000-1.000000 0,-3.000000 0.000000 0,-4.000000 0.000000 1,-7.000000 3.000000 1,-8.000000 6.000000 0,-9.000000 7.000000 0,-8.000000 6.000000 0,-7.000000 2.000000-2,-4.000000-1.000000-6,-3.000000-1.000000-6,-5.000000-2.000000-6,0.000000-1.000000-4,1.000000-5.000000-7,1.000000-3.000000-4,2.000000-5.000000-6,3.000000-2.000000-2,9.000000-5.000000 1,6.000000-3.000000 1,9.000000-4.000000 2</inkml:trace>
</inkml:ink>
</file>

<file path=ppt/ink/ink3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1"/>
    </inkml:context>
    <inkml:brush xml:id="br0">
      <inkml:brushProperty name="width" value="0.0223654229193926" units="cm"/>
      <inkml:brushProperty name="height" value="0.0223654229193926" units="cm"/>
      <inkml:brushProperty name="color" value="#000000"/>
      <inkml:brushProperty name="ignorePressure" value="0"/>
    </inkml:brush>
  </inkml:definitions>
  <inkml:trace contextRef="#ctx0" brushRef="#br0">87380.000000 29160.000000 655,'0.000000'18.000000'33,"2.000000"-1.000000"4 ,1.000000-4.000000 2,1.000000-1.000000 4,1.000000-1.000000 0,-2.000000 5.000000-3,-1.000000 3.000000-3,-1.000000 4.000000-2,-3.000000 3.000000-9,-2.000000 1.000000-15,-2.000000 1.000000-14,-2.000000 2.000000-16,-2.000000-2.000000-14,2.000000-4.000000-16,1.000000-3.000000-14,2.000000-5.000000-15</inkml:trace>
</inkml:ink>
</file>

<file path=ppt/ink/ink3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2"/>
    </inkml:context>
    <inkml:brush xml:id="br0">
      <inkml:brushProperty name="width" value="0.0288092773407698" units="cm"/>
      <inkml:brushProperty name="height" value="0.0288092773407698" units="cm"/>
      <inkml:brushProperty name="color" value="#000000"/>
      <inkml:brushProperty name="ignorePressure" value="0"/>
    </inkml:brush>
  </inkml:definitions>
  <inkml:trace contextRef="#ctx0" brushRef="#br0">88239.000000 28379.000000 509,'9.000000'-3.000000'94,"-3.000000"12.000000"-14 ,-2.000000 12.000000-15,-2.000000 12.000000-16,-3.000000 12.000000-8,-1.000000 8.000000-3,-1.000000 9.000000-4,-1.000000 9.000000-3,-2.000000 4.000000-5,-1.000000 0.000000-8,-1.000000 0.000000-7,-2.000000 0.000000-8,0.000000-4.000000-6,1.000000-5.000000-8,-2.000000-7.000000-7,2.000000-5.000000-7,0.000000-8.000000-6,2.000000-7.000000-7,4.000000-8.000000-6,2.000000-7.000000-7,1.000000-8.000000 1,2.000000-5.000000 5,1.000000-7.000000 6,1.000000-6.000000 7,2.000000-3.000000 2,1.000000-2.000000-1,1.000000-1.000000-1,2.000000-1.000000-1</inkml:trace>
</inkml:ink>
</file>

<file path=ppt/ink/ink3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2"/>
    </inkml:context>
    <inkml:brush xml:id="br0">
      <inkml:brushProperty name="width" value="0.0250626094639301" units="cm"/>
      <inkml:brushProperty name="height" value="0.0250626094639301" units="cm"/>
      <inkml:brushProperty name="color" value="#000000"/>
      <inkml:brushProperty name="ignorePressure" value="0"/>
    </inkml:brush>
  </inkml:definitions>
  <inkml:trace contextRef="#ctx0" brushRef="#br0">88980.000000 28679.000000 585,'18.000000'-39.000000'4,"-2.000000"1.000000"4 ,-2.000000 1.000000 2,-3.000000 1.000000 4,0.000000 1.000000 2,-2.000000-2.000000 1,2.000000-1.000000 2,-1.000000-2.000000 2,0.000000 1.000000 0,0.000000 1.000000-2,0.000000 1.000000-2,-1.000000 1.000000-1,0.000000 4.000000-2,-5.000000 5.000000-1,-3.000000 4.000000-1,-4.000000 5.000000-1,-6.000000 6.000000-2,-5.000000 5.000000-3,-7.000000 4.000000-4,-5.000000 6.000000-3,-5.000000 6.000000-2,2.000000 9.000000 0,-2.000000 9.000000-1,1.000000 9.000000 0,1.000000 4.000000-2,1.000000 2.000000 0,1.000000 1.000000-1,2.000000 2.000000-1,2.000000-1.000000-1,6.000000-1.000000-1,4.000000-1.000000 1,5.000000-2.000000-1,5.000000-2.000000 0,4.000000-5.000000-1,3.000000-6.000000 0,5.000000-4.000000-1,3.000000-6.000000 2,6.000000-5.000000 2,4.000000-4.000000 3,6.000000-5.000000 2,2.000000-5.000000 2,2.000000-1.000000 1,1.000000-4.000000 0,1.000000-2.000000 0,0.000000 0.000000 1,-3.000000 1.000000-2,-2.000000 1.000000-1,-2.000000 2.000000-1,-5.000000 3.000000 1,-4.000000 6.000000 2,-6.000000 7.000000 2,-5.000000 5.000000 2,-3.000000 8.000000 4,-5.000000 8.000000 6,-3.000000 6.000000 6,-4.000000 9.000000 7,-4.000000 4.000000 4,-1.000000 3.000000 4,-4.000000 2.000000 4,-1.000000 2.000000 4,-2.000000 1.000000-3,2.000000-3.000000-10,1.000000-2.000000-10,2.000000-2.000000-10,1.000000-6.000000-12,2.000000-7.000000-16,4.000000-8.000000-16,1.000000-7.000000-16,4.000000-8.000000-7,2.000000-5.000000 5,2.000000-7.000000 3,2.000000-6.000000 4,3.000000-3.000000 3,-1.000000-2.000000 2,0.000000-1.000000 4,0.000000-1.000000 2</inkml:trace>
</inkml:ink>
</file>

<file path=ppt/ink/ink3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3"/>
    </inkml:context>
    <inkml:brush xml:id="br0">
      <inkml:brushProperty name="width" value="0.024349007755518" units="cm"/>
      <inkml:brushProperty name="height" value="0.024349007755518" units="cm"/>
      <inkml:brushProperty name="color" value="#000000"/>
      <inkml:brushProperty name="ignorePressure" value="0"/>
    </inkml:brush>
  </inkml:definitions>
  <inkml:trace contextRef="#ctx0" brushRef="#br0">89680.000000 28320.000000 602,'-28.000000'30.000000'132,"6.000000"-1.000000"-31 ,4.000000 1.000000-30,6.000000 0.000000-31,3.000000 0.000000-18,2.000000 1.000000-5,4.000000-1.000000-7,2.000000 0.000000-6,3.000000-1.000000-4,6.000000-1.000000-4,4.000000-1.000000-5,5.000000-1.000000-3,5.000000-3.000000-2,4.000000-1.000000-1,3.000000-4.000000-1,5.000000-1.000000 0,1.000000-4.000000 1,0.000000-1.000000 1,0.000000-4.000000 3,-1.000000-2.000000 1,1.000000-1.000000 3,-2.000000 1.000000 1,-1.000000-1.000000 3,-1.000000 0.000000 1,-3.000000-1.000000 3,-1.000000 2.000000 1,-4.000000-1.000000 3,-1.000000-1.000000 0,-5.000000 3.000000 3,-5.000000 2.000000 0,-4.000000 2.000000 1,-6.000000 3.000000 0,-3.000000 0.000000 1,-3.000000 2.000000 0,-2.000000-2.000000-1,-3.000000 1.000000-1,-3.000000 0.000000-1,-6.000000 1.000000-6,-4.000000-1.000000-3,-6.000000-1.000000-5,-3.000000 0.000000-8,-2.000000-2.000000-12,-4.000000-4.000000-12,-1.000000-2.000000-11,1.000000-1.000000-2,9.000000-2.000000 9,6.000000-1.000000 9,9.000000-2.000000 9,3.000000 0.000000 4,-1.000000-2.000000-2,2.000000-1.000000-3,-1.000000-2.000000-3</inkml:trace>
</inkml:ink>
</file>

<file path=ppt/ink/ink3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3"/>
    </inkml:context>
    <inkml:brush xml:id="br0">
      <inkml:brushProperty name="width" value="0.0210729837417603" units="cm"/>
      <inkml:brushProperty name="height" value="0.0210729837417603" units="cm"/>
      <inkml:brushProperty name="color" value="#000000"/>
      <inkml:brushProperty name="ignorePressure" value="0"/>
    </inkml:brush>
  </inkml:definitions>
  <inkml:trace contextRef="#ctx0" brushRef="#br0">89500.000000 28460.000000 695,'66.000000'-38.000000'7,"-7.000000"5.000000"13 ,-8.000000 6.000000 14,-8.000000 4.000000 13,-3.000000 5.000000 3,1.000000 1.000000-10,-2.000000 4.000000-8,2.000000 1.000000-9,-1.000000 3.000000-6,0.000000 1.000000-3,0.000000 1.000000-3,-1.000000 2.000000-2,0.000000-1.000000-8,-3.000000 1.000000-14,-2.000000 0.000000-12,-2.000000 0.000000-14,-5.000000 1.000000-8,-5.000000 1.000000-5,-4.000000 1.000000-3,-5.000000 2.000000-4</inkml:trace>
</inkml:ink>
</file>

<file path=ppt/ink/ink3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3"/>
    </inkml:context>
    <inkml:brush xml:id="br0">
      <inkml:brushProperty name="width" value="0.0205221436917782" units="cm"/>
      <inkml:brushProperty name="height" value="0.0205221436917782" units="cm"/>
      <inkml:brushProperty name="color" value="#000000"/>
      <inkml:brushProperty name="ignorePressure" value="0"/>
    </inkml:brush>
  </inkml:definitions>
  <inkml:trace contextRef="#ctx0" brushRef="#br0">91019.000000 28379.000000 714,'31.000000'0.000000'95,"-2.000000"0.000000"-22 ,2.000000 0.000000-20,-2.000000 0.000000-22,3.000000 2.000000-13,4.000000 4.000000-7,3.000000 3.000000-7,4.000000 5.000000-5,1.000000 3.000000-4,-5.000000 6.000000-1,-3.000000 4.000000 1,-5.000000 6.000000-1,-4.000000 4.000000 0,-6.000000 5.000000 2,-7.000000 6.000000 2,-5.000000 4.000000 2,-7.000000 3.000000-2,-4.000000 1.000000-4,-6.000000-1.000000-3,-5.000000 0.000000-5,-7.000000 1.000000-2,-12.000000 3.000000 1,-11.000000 2.000000 0,-12.000000 3.000000 0,0.000000-5.000000-5,10.000000-11.000000-11,11.000000-11.000000-12,9.000000-11.000000-12</inkml:trace>
</inkml:ink>
</file>

<file path=ppt/ink/ink3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6"/>
    </inkml:context>
    <inkml:brush xml:id="br0">
      <inkml:brushProperty name="width" value="0.0278842821717262" units="cm"/>
      <inkml:brushProperty name="height" value="0.0278842821717262" units="cm"/>
      <inkml:brushProperty name="color" value="#000000"/>
      <inkml:brushProperty name="ignorePressure" value="0"/>
    </inkml:brush>
  </inkml:definitions>
  <inkml:trace contextRef="#ctx0" brushRef="#br0">65719.000000 31100.000000 525,'-36.000000'18.000000'-4,"8.000000"-4.000000"3 ,6.000000-3.000000 5,8.000000-4.000000 3,10.000000-4.000000 8,11.000000-2.000000 8,11.000000-2.000000 9,11.000000-2.000000 8,8.000000-5.000000 1,4.000000-5.000000-8,3.000000-4.000000-8,4.000000-6.000000-9,3.000000-3.000000-7,1.000000-5.000000-7,1.000000-3.000000-7,2.000000-4.000000-6,0.000000-2.000000-4,2.000000 2.000000-2,1.000000 1.000000 0,2.000000 2.000000-1,-3.000000 0.000000-1,-5.000000 2.000000 1,-4.000000 1.000000 1,-5.000000 1.000000 0,-6.000000 4.000000 1,-4.000000 4.000000 2,-6.000000 6.000000 2,-4.000000 5.000000 3,-8.000000 5.000000 4,-8.000000 6.000000 6,-9.000000 7.000000 6,-8.000000 6.000000 7,-5.000000 5.000000 3,0.000000 6.000000 0,-1.000000 4.000000 1,2.000000 6.000000 0,-2.000000 3.000000 0,2.000000 2.000000-1,-2.000000 4.000000-1,1.000000 2.000000-2,1.000000 4.000000 0,1.000000 6.000000-3,1.000000 7.000000-1,1.000000 6.000000-2,3.000000 2.000000-2,2.000000 1.000000-2,2.000000 0.000000-2,2.000000 0.000000-1,2.000000-1.000000-2,0.000000-5.000000 0,0.000000-3.000000-1,0.000000-5.000000 1,0.000000-3.000000-1,0.000000-6.000000 1,0.000000-4.000000 0,0.000000-5.000000 1,1.000000-5.000000 0,1.000000-4.000000 0,1.000000-3.000000 1,2.000000-4.000000 0,-2.000000-7.000000 3,-2.000000-10.000000 5,-2.000000-10.000000 3,-2.000000-10.000000 6,-4.000000-8.000000-1,-4.000000-4.000000-5,-3.000000-6.000000-6,-4.000000-4.000000-4,-3.000000-7.000000-3,-1.000000-5.000000-3,-1.000000-7.000000-2,-2.000000-6.000000-2,0.000000-4.000000-1,-2.000000-3.000000-1,-1.000000-2.000000-2,-1.000000-2.000000-1,-3.000000-6.000000 1,-2.000000-5.000000 1,-2.000000-7.000000 1,-3.000000-5.000000 2,-2.000000-1.000000 1,-3.000000 6.000000 2,-2.000000 7.000000 2,-2.000000 6.000000 1,-1.000000 9.000000 2,5.000000 13.000000 1,3.000000 12.000000 1,4.000000 13.000000 1,9.000000 12.000000 1,11.000000 13.000000 3,14.000000 12.000000 4,12.000000 13.000000 2,9.000000 6.000000-1,6.000000 2.000000-2,7.000000 1.000000-5,6.000000 2.000000-2,4.000000-1.000000-3,3.000000-1.000000 1,2.000000-1.000000 1,2.000000-2.000000-1,2.000000 0.000000 1,0.000000 0.000000-2,0.000000 0.000000 0,0.000000 0.000000-1,2.000000 0.000000-1,4.000000 0.000000 0,3.000000 0.000000-1,4.000000 0.000000 0,5.000000 0.000000 0,5.000000-2.000000 0,4.000000-1.000000 1,5.000000-1.000000 1,-1.000000-3.000000 0,-9.000000-2.000000 0,-9.000000-2.000000-1,-9.000000-3.000000-1,-8.000000-2.000000 0,-9.000000-2.000000 1,-9.000000-4.000000 1,-9.000000-1.000000 0,-11.000000-2.000000 5,-15.000000 2.000000 8,-16.000000 1.000000 9,-14.000000 2.000000 8,-10.000000 0.000000 3,-4.000000 2.000000-3,-3.000000 1.000000-4,-4.000000 1.000000-4,-6.000000 4.000000-2,-5.000000 5.000000-3,-7.000000 4.000000-4,-5.000000 6.000000-2,-5.000000 3.000000-5,2.000000 3.000000-8,-2.000000 2.000000-6,1.000000 3.000000-7,0.000000-2.000000-5,1.000000-5.000000-5,-2.000000-4.000000-4,2.000000-6.000000-4,5.000000-6.000000-3,13.000000-9.000000 2,12.000000-9.000000 0,12.000000-9.000000 0,12.000000-3.000000 4,8.000000 1.000000 5,9.000000 1.000000 5,8.000000 1.000000 5,6.000000 1.000000 0,1.000000 1.000000-8,1.000000-1.000000-6,2.000000 0.000000-6</inkml:trace>
</inkml:ink>
</file>

<file path=ppt/ink/ink3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7"/>
    </inkml:context>
    <inkml:brush xml:id="br0">
      <inkml:brushProperty name="width" value="0.0240826960653067" units="cm"/>
      <inkml:brushProperty name="height" value="0.0240826960653067" units="cm"/>
      <inkml:brushProperty name="color" value="#000000"/>
      <inkml:brushProperty name="ignorePressure" value="0"/>
    </inkml:brush>
  </inkml:definitions>
  <inkml:trace contextRef="#ctx0" brushRef="#br0">68339.000000 30779.000000 609,'10.000000'-10.000000'-15,"-2.000000"1.000000"1 ,-1.000000-1.000000-1,-2.000000-1.000000 0,0.000000 2.000000 5,-2.000000 1.000000 11,-1.000000 1.000000 11,-1.000000 2.000000 11,-1.000000 1.000000 9,0.000000 5.000000 5,0.000000 3.000000 6,0.000000 5.000000 6,-3.000000 6.000000 0,-4.000000 12.000000-8,-6.000000 11.000000-6,-5.000000 12.000000-8,-3.000000 8.000000-4,-5.000000 9.000000-3,-3.000000 6.000000-3,-4.000000 8.000000-3,-2.000000 5.000000-2,2.000000 1.000000-2,1.000000 1.000000-3,2.000000 1.000000-1,3.000000-5.000000-5,6.000000-12.000000-4,7.000000-14.000000-5,6.000000-12.000000-6,5.000000-14.000000-8,6.000000-18.000000-10,4.000000-18.000000-10,6.000000-17.000000-12,1.000000-8.000000-3,-1.000000 5.000000 1,-1.000000 3.000000 4,-1.000000 5.000000 1</inkml:trace>
</inkml:ink>
</file>

<file path=ppt/ink/ink3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7"/>
    </inkml:context>
    <inkml:brush xml:id="br0">
      <inkml:brushProperty name="width" value="0.0249946154654026" units="cm"/>
      <inkml:brushProperty name="height" value="0.0249946154654026" units="cm"/>
      <inkml:brushProperty name="color" value="#000000"/>
      <inkml:brushProperty name="ignorePressure" value="0"/>
    </inkml:brush>
  </inkml:definitions>
  <inkml:trace contextRef="#ctx0" brushRef="#br0">68380.000000 30679.000000 586,'10.000000'-16.000000'49,"0.000000"7.000000"-8 ,0.000000 8.000000-8,-1.000000 8.000000-7,3.000000 8.000000-3,1.000000 10.000000-1,4.000000 9.000000 1,2.000000 11.000000 0,1.000000 11.000000-1,0.000000 9.000000-2,-1.000000 10.000000-1,2.000000 10.000000-2,-2.000000 5.000000-2,2.000000 2.000000-2,-2.000000 1.000000-1,1.000000 1.000000-2,-1.000000-3.000000-2,-2.000000-9.000000 1,-4.000000-9.000000-1,-1.000000-9.000000 0,-3.000000-8.000000-2,-1.000000-12.000000-2,-1.000000-8.000000-2,-1.000000-11.000000-2,-5.000000-10.000000-5,-7.000000-8.000000-10,-8.000000-9.000000-9,-8.000000-8.000000-8,-4.000000-7.000000-4,-5.000000-4.000000 1,-3.000000-3.000000 2,-4.000000-4.000000 3,-3.000000-2.000000 1,-1.000000 0.000000 3,-1.000000-1.000000 2,-2.000000 2.000000 3,1.000000-2.000000 3,1.000000 1.000000 4,1.000000 0.000000 5,1.000000 0.000000 3,5.000000 3.000000 6,8.000000 4.000000 4,6.000000 6.000000 6,8.000000 5.000000 6,7.000000 2.000000 4,5.000000 2.000000 4,4.000000 1.000000 3,5.000000 2.000000 5,8.000000 0.000000 0,11.000000 0.000000-3,8.000000-1.000000-4,11.000000 2.000000-4,5.000000-2.000000-7,0.000000 1.000000-10,0.000000 0.000000-10,0.000000 0.000000-10,-3.000000 1.000000-12,-9.000000-1.000000-15,-6.000000 0.000000-14,-8.000000 0.000000-14</inkml:trace>
</inkml:ink>
</file>

<file path=ppt/ink/ink3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7"/>
    </inkml:context>
    <inkml:brush xml:id="br0">
      <inkml:brushProperty name="width" value="0.0256766602396965" units="cm"/>
      <inkml:brushProperty name="height" value="0.0256766602396965" units="cm"/>
      <inkml:brushProperty name="color" value="#000000"/>
      <inkml:brushProperty name="ignorePressure" value="0"/>
    </inkml:brush>
  </inkml:definitions>
  <inkml:trace contextRef="#ctx0" brushRef="#br0">69160.000000 30900.000000 571,'-27.000000'1.000000'58,"6.000000"2.000000"0 ,7.000000 4.000000-2,5.000000 2.000000 0,6.000000 4.000000-6,2.000000 6.000000-8,2.000000 7.000000-10,2.000000 6.000000-8,2.000000 4.000000-7,-2.000000 5.000000-3,-1.000000 3.000000-4,-1.000000 4.000000-3,-2.000000 2.000000-4,-1.000000 0.000000-2,-1.000000 0.000000-2,-2.000000 0.000000-3,1.000000-1.000000-4,1.000000-5.000000-8,1.000000-3.000000-8,2.000000-4.000000-7</inkml:trace>
</inkml:ink>
</file>

<file path=ppt/ink/ink3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8"/>
    </inkml:context>
    <inkml:brush xml:id="br0">
      <inkml:brushProperty name="width" value="0.0282211191952229" units="cm"/>
      <inkml:brushProperty name="height" value="0.0282211191952229" units="cm"/>
      <inkml:brushProperty name="color" value="#000000"/>
      <inkml:brushProperty name="ignorePressure" value="0"/>
    </inkml:brush>
  </inkml:definitions>
  <inkml:trace contextRef="#ctx0" brushRef="#br0">69460.000000 30620.000000 519,'10.000000'-18.000000'9,"0.000000"5.000000"3 ,-1.000000 6.000000 2,2.000000 4.000000 3,-2.000000 4.000000 4,-1.000000 1.000000 4,-1.000000 1.000000 5,-1.000000 1.000000 4,-2.000000 6.000000 2,-1.000000 8.000000-1,-1.000000 9.000000-1,-2.000000 8.000000 0,0.000000 10.000000-3,0.000000 8.000000-3,0.000000 9.000000-4,0.000000 9.000000-3,0.000000 8.000000-3,0.000000 9.000000 0,0.000000 9.000000-2,0.000000 8.000000-1,0.000000 6.000000-7,0.000000 1.000000-9,0.000000 1.000000-12,0.000000 1.000000-11,1.000000-10.000000-7,1.000000-23.000000-4,1.000000-22.000000-4,2.000000-22.000000-4,0.000000-12.000000-4,2.000000 0.000000-5,1.000000 0.000000-7,2.000000 0.000000-4</inkml:trace>
</inkml:ink>
</file>

<file path=ppt/ink/ink3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8"/>
    </inkml:context>
    <inkml:brush xml:id="br0">
      <inkml:brushProperty name="width" value="0.0148644531145692" units="cm"/>
      <inkml:brushProperty name="height" value="0.0148644531145692" units="cm"/>
      <inkml:brushProperty name="color" value="#000000"/>
      <inkml:brushProperty name="ignorePressure" value="0"/>
    </inkml:brush>
  </inkml:definitions>
  <inkml:trace contextRef="#ctx0" brushRef="#br0">76400.000000 31100.000000 986,'9.000000'18.000000'13,"-1.000000"-4.000000"-19 ,-1.000000-3.000000-21,-1.000000-4.000000-20</inkml:trace>
</inkml:ink>
</file>

<file path=ppt/ink/ink3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18"/>
    </inkml:context>
    <inkml:brush xml:id="br0">
      <inkml:brushProperty name="width" value="0.0187810827046633" units="cm"/>
      <inkml:brushProperty name="height" value="0.0187810827046633" units="cm"/>
      <inkml:brushProperty name="color" value="#000000"/>
      <inkml:brushProperty name="ignorePressure" value="0"/>
    </inkml:brush>
  </inkml:definitions>
  <inkml:trace contextRef="#ctx0" brushRef="#br0">76339.000000 31539.000000 780,'0.000000'28.000000'2,"0.000000"-5.000000"2 ,0.000000-6.000000 2,0.000000-4.000000 3,2.000000-4.000000 7,1.000000-1.000000 9,4.000000-1.000000 10,2.000000-1.000000 10,1.000000-1.000000-3,2.000000 0.000000-16,1.000000 0.000000-17,2.000000 0.000000-15,-1.000000-1.000000-16,-1.000000-1.000000-15,-1.000000-1.000000-15,-1.000000-2.000000-15</inkml:trace>
</inkml:ink>
</file>

<file path=ppt/ink/ink3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0"/>
    </inkml:context>
    <inkml:brush xml:id="br0">
      <inkml:brushProperty name="width" value="0.0247412491589785" units="cm"/>
      <inkml:brushProperty name="height" value="0.0247412491589785" units="cm"/>
      <inkml:brushProperty name="color" value="#000000"/>
      <inkml:brushProperty name="ignorePressure" value="0"/>
    </inkml:brush>
  </inkml:definitions>
  <inkml:trace contextRef="#ctx0" brushRef="#br0">77939.000000 30760.000000 592,'29.000000'21.000000'66,"-5.000000"5.000000"-12 ,-3.000000 3.000000-12,-4.000000 5.000000-12,-2.000000 4.000000-7,2.000000 6.000000-2,1.000000 7.000000-3,2.000000 6.000000-2,-1.000000 2.000000-1,-1.000000-1.000000-1,-1.000000-1.000000 1,-2.000000-2.000000 0,-1.000000-3.000000-1,-2.000000-8.000000-3,-4.000000-8.000000-4,-1.000000-7.000000-2,-1.000000-11.000000-1,3.000000-14.000000 3,2.000000-13.000000 3,3.000000-15.000000 3,2.000000-11.000000-5,2.000000-12.000000-13,4.000000-11.000000-12,2.000000-12.000000-11,1.000000-3.000000-11,0.000000 4.000000-5,0.000000 3.000000-7,0.000000 5.000000-6,-2.000000 6.000000-1,-1.000000 12.000000 6,-4.000000 11.000000 6,-1.000000 12.000000 5</inkml:trace>
</inkml:ink>
</file>

<file path=ppt/ink/ink3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0"/>
    </inkml:context>
    <inkml:brush xml:id="br0">
      <inkml:brushProperty name="width" value="0.0220286287367344" units="cm"/>
      <inkml:brushProperty name="height" value="0.0220286287367344" units="cm"/>
      <inkml:brushProperty name="color" value="#000000"/>
      <inkml:brushProperty name="ignorePressure" value="0"/>
    </inkml:brush>
  </inkml:definitions>
  <inkml:trace contextRef="#ctx0" brushRef="#br0">78719.000000 31179.000000 665,'-7.000000'27.000000'24,"5.000000"-6.000000"4 ,4.000000-7.000000 7,5.000000-5.000000 5,5.000000-6.000000 2,4.000000-4.000000-3,3.000000-3.000000-2,4.000000-5.000000-3,3.000000-4.000000-5,1.000000-8.000000-11,1.000000-8.000000-10,2.000000-8.000000-9,-1.000000-2.000000-5,-1.000000-2.000000-2,-1.000000 2.000000 0,-1.000000-2.000000-1,-4.000000 3.000000-2,-4.000000 4.000000 0,-6.000000 3.000000-2,-5.000000 5.000000-1,-5.000000 3.000000 0,-6.000000 6.000000 4,-7.000000 4.000000 2,-6.000000 5.000000 3,-5.000000 10.000000 2,-5.000000 11.000000 1,-6.000000 14.000000 1,-5.000000 12.000000 1,0.000000 7.000000 2,4.000000 5.000000 4,3.000000 3.000000 4,4.000000 4.000000 3,5.000000 1.000000 2,4.000000-2.000000-2,6.000000-4.000000-2,5.000000-1.000000-2,7.000000-6.000000-1,12.000000-7.000000 0,11.000000-8.000000 0,12.000000-8.000000 0,8.000000-7.000000-8,6.000000-9.000000-14,7.000000-9.000000-15,6.000000-8.000000-14,-1.000000-7.000000-6,-5.000000-4.000000 3,-7.000000-3.000000 3,-6.000000-4.000000 3,-6.000000 0.000000 3,-8.000000 5.000000 2,-8.000000 6.000000 3,-8.000000 4.000000 3</inkml:trace>
</inkml:ink>
</file>

<file path=ppt/ink/ink3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1"/>
    </inkml:context>
    <inkml:brush xml:id="br0">
      <inkml:brushProperty name="width" value="0.0244647078216076" units="cm"/>
      <inkml:brushProperty name="height" value="0.0244647078216076" units="cm"/>
      <inkml:brushProperty name="color" value="#000000"/>
      <inkml:brushProperty name="ignorePressure" value="0"/>
    </inkml:brush>
  </inkml:definitions>
  <inkml:trace contextRef="#ctx0" brushRef="#br0">79300.000000 31000.000000 599,'-10.000000'-11.000000'1,"2.000000"1.000000"0 ,1.000000 1.000000 2,1.000000-1.000000 1,3.000000 0.000000 6,4.000000 0.000000 11,3.000000-1.000000 11,5.000000 2.000000 11,1.000000-1.000000 1,2.000000 2.000000-9,1.000000 1.000000-10,2.000000 1.000000-9,0.000000 4.000000-5,0.000000 4.000000-4,0.000000 6.000000-1,-1.000000 5.000000-3,0.000000 5.000000-2,-3.000000 6.000000 0,-2.000000 7.000000-1,-2.000000 6.000000-1,-3.000000 4.000000 0,-1.000000 2.000000 2,-1.000000 4.000000 0,-2.000000 2.000000 0,-1.000000-2.000000 2,-3.000000-5.000000 2,-2.000000-4.000000 0,-3.000000-5.000000 2,1.000000-11.000000-1,4.000000-15.000000-3,3.000000-14.000000-3,5.000000-15.000000-3,4.000000-11.000000-8,6.000000-5.000000-11,7.000000-4.000000-13,6.000000-5.000000-12,4.000000-3.000000-4,5.000000 2.000000 1,3.000000 1.000000 4,5.000000 2.000000 1,-1.000000 3.000000 6,-2.000000 9.000000 9,-2.000000 6.000000 9,-3.000000 8.000000 8,-3.000000 6.000000 5,-5.000000 4.000000 3,-6.000000 3.000000 3,-5.000000 5.000000 2,-3.000000 3.000000 3,-5.000000 6.000000 5,-3.000000 4.000000 5,-5.000000 6.000000 5,-1.000000 2.000000 4,0.000000 2.000000 7,0.000000 1.000000 5,0.000000 1.000000 5,0.000000 4.000000 3,-2.000000 5.000000 1,-1.000000 4.000000 1,-1.000000 5.000000 0,-1.000000 2.000000-3,2.000000-5.000000-7,1.000000-3.000000-6,2.000000-5.000000-7,0.000000-3.000000-5,2.000000-6.000000-4,1.000000-4.000000-4,2.000000-5.000000-4,1.000000-6.000000-5,3.000000-5.000000-4,2.000000-4.000000-5,3.000000-5.000000-4,1.000000-8.000000-5,2.000000-8.000000-6,1.000000-9.000000-6,1.000000-8.000000-5,1.000000-6.000000-3,-2.000000-1.000000 4,-1.000000-1.000000 1,-2.000000-1.000000 3,0.000000 0.000000 4,-2.000000 5.000000 3,-1.000000 3.000000 5,-2.000000 4.000000 4,0.000000 6.000000 4,-2.000000 5.000000 3,-1.000000 7.000000 5,-2.000000 6.000000 3,0.000000 5.000000 3,-2.000000 5.000000 3,-1.000000 6.000000 1,-1.000000 5.000000 2,-1.000000 9.000000 3,2.000000 16.000000 5,1.000000 14.000000 3,1.000000 16.000000 5,2.000000 7.000000 3,-1.000000 2.000000-1,0.000000 1.000000 0,0.000000 2.000000 0,0.000000-1.000000-1,-1.000000-1.000000 0,2.000000-1.000000-2,-1.000000-2.000000 0,-1.000000-1.000000-2,-1.000000-5.000000-1,-1.000000-3.000000-1,-2.000000-5.000000 0,-3.000000-2.000000-5,-6.000000-5.000000-6,-7.000000-3.000000-6,-6.000000-5.000000-5,-4.000000-4.000000-8,-5.000000-6.000000-8,-3.000000-7.000000-8,-4.000000-6.000000-7,-1.000000-4.000000-4,3.000000-5.000000 2,2.000000-3.000000 1,2.000000-4.000000 2,4.000000-4.000000-2,4.000000-1.000000-5,3.000000-4.000000-4,5.000000-1.000000-6</inkml:trace>
</inkml:ink>
</file>

<file path=ppt/ink/ink3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1"/>
    </inkml:context>
    <inkml:brush xml:id="br0">
      <inkml:brushProperty name="width" value="0.0238681938499212" units="cm"/>
      <inkml:brushProperty name="height" value="0.0238681938499212" units="cm"/>
      <inkml:brushProperty name="color" value="#000000"/>
      <inkml:brushProperty name="ignorePressure" value="0"/>
    </inkml:brush>
  </inkml:definitions>
  <inkml:trace contextRef="#ctx0" brushRef="#br0">82219.000000 30839.000000 614,'-10.000000'-20.000000'-1,"1.000000"1.000000"0 ,-2.000000-2.000000-2,2.000000 2.000000-1,-1.000000-1.000000 5,2.000000 2.000000 8,1.000000 1.000000 9,2.000000 1.000000 10,-2.000000 2.000000 2,-1.000000-2.000000-3,-4.000000 2.000000-3,-1.000000-2.000000-3,-4.000000 3.000000-4,-1.000000 4.000000-2,-4.000000 3.000000-4,-1.000000 5.000000-3,-2.000000 4.000000-5,0.000000 8.000000-4,0.000000 8.000000-6,0.000000 8.000000-6,1.000000 6.000000-1,3.000000 6.000000 0,2.000000 7.000000 1,3.000000 5.000000 1,2.000000 4.000000 1,5.000000-2.000000 4,3.000000-1.000000 1,4.000000-2.000000 3,5.000000-4.000000 2,4.000000-9.000000-1,6.000000-9.000000 1,5.000000-8.000000 0,4.000000-10.000000 0,5.000000-8.000000-1,6.000000-9.000000-2,5.000000-8.000000-1,1.000000-9.000000-2,-1.000000-5.000000-2,-1.000000-7.000000-2,-1.000000-6.000000-3,-4.000000-1.000000 0,-5.000000 4.000000 3,-4.000000 3.000000 2,-5.000000 4.000000 4,-5.000000 4.000000 2,-1.000000 2.000000 5,-4.000000 2.000000 4,-2.000000 2.000000 4,-2.000000 6.000000 4,-5.000000 7.000000 4,-3.000000 8.000000 4,-4.000000 8.000000 5,-3.000000 7.000000 1,2.000000 9.000000-1,-2.000000 9.000000-2,1.000000 9.000000-1,0.000000 5.000000-1,1.000000 5.000000-1,-2.000000 3.000000-2,2.000000 4.000000 0,-1.000000 3.000000-2,2.000000 1.000000-2,1.000000 1.000000 0,2.000000 1.000000-3,-1.000000 0.000000-1,-1.000000-5.000000-3,-1.000000-3.000000-3,-2.000000-4.000000-2,0.000000-6.000000-2,-2.000000-5.000000-3,-1.000000-7.000000-2,-2.000000-5.000000-1,0.000000-8.000000-4,-2.000000-7.000000-6,-1.000000-8.000000-6,-1.000000-7.000000-4,0.000000-6.000000-6,5.000000-4.000000-5,3.000000-3.000000-5,5.000000-4.000000-5,0.000000-2.000000-1,1.000000 2.000000 0,1.000000 1.000000 1,-1.000000 1.000000 1</inkml:trace>
</inkml:ink>
</file>

<file path=ppt/ink/ink3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1"/>
    </inkml:context>
    <inkml:brush xml:id="br0">
      <inkml:brushProperty name="width" value="0.0230848863720894" units="cm"/>
      <inkml:brushProperty name="height" value="0.0230848863720894" units="cm"/>
      <inkml:brushProperty name="color" value="#000000"/>
      <inkml:brushProperty name="ignorePressure" value="0"/>
    </inkml:brush>
  </inkml:definitions>
  <inkml:trace contextRef="#ctx0" brushRef="#br0">82519.000000 30839.000000 635,'10.000000'57.000000'117,"0.000000"-8.000000"-26 ,1.000000-8.000000-28,-1.000000-7.000000-26,0.000000-6.000000-17,2.000000-1.000000-4,1.000000-4.000000-4,2.000000-1.000000-5,0.000000-6.000000-5,2.000000-5.000000-6,1.000000-7.000000-6,2.000000-5.000000-5,0.000000-8.000000-3,0.000000-7.000000-1,-1.000000-8.000000 0,2.000000-7.000000-1,-4.000000-5.000000 2,-5.000000 2.000000 3,-4.000000-2.000000 3,-5.000000 1.000000 3,-5.000000 3.000000 2,-2.000000 5.000000 1,-2.000000 4.000000-1,-2.000000 5.000000 1,-4.000000 5.000000-1,-1.000000 4.000000-4,-4.000000 3.000000-2,-2.000000 5.000000-3,1.000000 3.000000-4,2.000000 6.000000-7,2.000000 4.000000-5,3.000000 5.000000-7,1.000000 2.000000 1,2.000000-2.000000 5,1.000000-4.000000 7,2.000000-1.000000 6</inkml:trace>
</inkml:ink>
</file>

<file path=ppt/ink/ink3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2"/>
    </inkml:context>
    <inkml:brush xml:id="br0">
      <inkml:brushProperty name="width" value="0.0223475452512503" units="cm"/>
      <inkml:brushProperty name="height" value="0.0223475452512503" units="cm"/>
      <inkml:brushProperty name="color" value="#000000"/>
      <inkml:brushProperty name="ignorePressure" value="0"/>
    </inkml:brush>
  </inkml:definitions>
  <inkml:trace contextRef="#ctx0" brushRef="#br0">82880.000000 30939.000000 656,'27.000000'-27.000000'2,"-5.000000"4.000000"3 ,-4.000000 6.000000 4,-5.000000 5.000000 3,-4.000000 5.000000 7,-1.000000 8.000000 8,-1.000000 8.000000 9,-2.000000 7.000000 8,-1.000000 8.000000 1,-2.000000 5.000000-6,-4.000000 7.000000-8,-2.000000 6.000000-6,0.000000 1.000000-7,1.000000-1.000000-3,1.000000-4.000000-5,2.000000-1.000000-5,1.000000-6.000000-4,5.000000-5.000000-1,3.000000-7.000000-4,5.000000-5.000000-2,2.000000-7.000000-3,5.000000-5.000000 0,3.000000-4.000000-2,5.000000-5.000000-2,1.000000-9.000000 1,0.000000-8.000000 1,-1.000000-12.000000 3,1.000000-9.000000 1,-2.000000-3.000000 1,-6.000000 1.000000 0,-4.000000 4.000000 1,-5.000000 2.000000 1,-5.000000 2.000000 0,-4.000000 5.000000 1,-3.000000 3.000000 1,-4.000000 4.000000 1,-6.000000 5.000000 0,-5.000000 4.000000-3,-7.000000 6.000000-1,-6.000000 5.000000-3,-2.000000 3.000000-4,1.000000 5.000000-7,1.000000 3.000000-8,2.000000 4.000000-6,2.000000 2.000000 0,6.000000-2.000000 6,4.000000-1.000000 6,5.000000-1.000000 7,3.000000-1.000000 0,1.000000 2.000000-5,-1.000000 1.000000-5,0.000000 1.000000-4</inkml:trace>
</inkml:ink>
</file>

<file path=ppt/ink/ink3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2"/>
    </inkml:context>
    <inkml:brush xml:id="br0">
      <inkml:brushProperty name="width" value="0.0241065919399261" units="cm"/>
      <inkml:brushProperty name="height" value="0.0241065919399261" units="cm"/>
      <inkml:brushProperty name="color" value="#000000"/>
      <inkml:brushProperty name="ignorePressure" value="0"/>
    </inkml:brush>
  </inkml:definitions>
  <inkml:trace contextRef="#ctx0" brushRef="#br0">83780.000000 31020.000000 608,'-9.000000'-11.000000'19,"2.000000"-1.000000"-2 ,4.000000-1.000000-3,2.000000-1.000000-3,1.000000-2.000000-1,0.000000-1.000000 1,0.000000-1.000000 0,0.000000-1.000000 2,-1.000000-1.000000-1,-1.000000 0.000000 0,-1.000000 0.000000-1,-1.000000 0.000000 0,-3.000000 1.000000-2,-1.000000 5.000000-3,-4.000000 3.000000-2,-1.000000 5.000000-3,-3.000000 4.000000-2,-1.000000 6.000000-3,-1.000000 7.000000-2,-2.000000 6.000000-2,1.000000 7.000000-1,1.000000 9.000000 0,1.000000 9.000000 0,1.000000 9.000000-1,3.000000 3.000000 1,4.000000-1.000000 1,3.000000-1.000000 1,4.000000-1.000000 0,4.000000-5.000000 2,4.000000-7.000000 3,3.000000-8.000000 1,4.000000-7.000000 3,4.000000-10.000000 2,4.000000-8.000000 0,3.000000-12.000000 2,5.000000-8.000000 0,1.000000-11.000000 1,-1.000000-11.000000-2,2.000000-8.000000-1,-1.000000-12.000000 0,-2.000000-4.000000-3,-2.000000-2.000000-5,-2.000000-1.000000-3,-2.000000-2.000000-5,-3.000000 1.000000-1,-1.000000 1.000000 0,-1.000000 1.000000 1,-1.000000 1.000000 0,-3.000000 2.000000 1,-4.000000 1.000000 0,-3.000000 1.000000 0,-4.000000 2.000000 0,-2.000000 2.000000 3,2.000000 5.000000 3,1.000000 6.000000 6,1.000000 4.000000 3,-2.000000 12.000000 8,-6.000000 18.000000 10,-7.000000 16.000000 11,-5.000000 18.000000 10,-3.000000 14.000000 3,3.000000 8.000000-4,2.000000 9.000000-5,3.000000 8.000000-3,1.000000 6.000000-4,2.000000-2.000000-3,1.000000 2.000000-3,1.000000-1.000000-3,2.000000 0.000000-5,1.000000 2.000000-8,1.000000 1.000000-7,2.000000 2.000000-6,0.000000-7.000000-16,2.000000-14.000000-24,1.000000-13.000000-23,1.000000-14.000000-23</inkml:trace>
</inkml:ink>
</file>

<file path=ppt/ink/ink3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3"/>
    </inkml:context>
    <inkml:brush xml:id="br0">
      <inkml:brushProperty name="width" value="0.0262038018554449" units="cm"/>
      <inkml:brushProperty name="height" value="0.0262038018554449" units="cm"/>
      <inkml:brushProperty name="color" value="#000000"/>
      <inkml:brushProperty name="ignorePressure" value="0"/>
    </inkml:brush>
  </inkml:definitions>
  <inkml:trace contextRef="#ctx0" brushRef="#br0">85180.000000 30439.000000 559,'-47.000000'-6.000000'29,"9.000000"5.000000"2 ,6.000000 7.000000 1,8.000000 6.000000 2,3.000000 7.000000 1,-5.000000 12.000000-2,-3.000000 8.000000-2,-4.000000 11.000000 0,-2.000000 9.000000-3,0.000000 8.000000-1,0.000000 6.000000-2,-1.000000 9.000000-3,5.000000 3.000000-1,8.000000 2.000000-3,6.000000 1.000000-2,9.000000 2.000000-3,5.000000-4.000000-3,5.000000-5.000000-6,6.000000-7.000000-4,5.000000-6.000000-6,7.000000-7.000000-9,12.000000-9.000000-11,11.000000-9.000000-13,12.000000-8.000000-11,0.000000-9.000000-3,-11.000000-8.000000 3,-9.000000-6.000000 4,-10.000000-9.000000 4,-4.000000-3.000000 3,1.000000 0.000000 2,1.000000 0.000000 1,2.000000 0.000000 1</inkml:trace>
</inkml:ink>
</file>

<file path=ppt/ink/ink3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3"/>
    </inkml:context>
    <inkml:brush xml:id="br0">
      <inkml:brushProperty name="width" value="0.026536425575614" units="cm"/>
      <inkml:brushProperty name="height" value="0.026536425575614" units="cm"/>
      <inkml:brushProperty name="color" value="#000000"/>
      <inkml:brushProperty name="ignorePressure" value="0"/>
    </inkml:brush>
  </inkml:definitions>
  <inkml:trace contextRef="#ctx0" brushRef="#br0">85739.000000 30639.000000 552,'-34.000000'11.000000'0,"8.000000"-2.000000"0 ,12.000000 2.000000 0,9.000000-2.000000-1,8.000000 1.000000 3,9.000000-2.000000 4,6.000000-1.000000 5,8.000000-1.000000 5,7.000000-2.000000 0,4.000000 2.000000-2,6.000000-1.000000-3,5.000000-1.000000-3,2.000000 0.000000-2,0.000000-3.000000-3,0.000000-2.000000-1,0.000000-3.000000-3,-2.000000 0.000000 0,-4.000000-1.000000 0,-3.000000 0.000000 0,-4.000000 0.000000 2,-6.000000 0.000000-1,-7.000000 0.000000 2,-8.000000 0.000000-1,-7.000000-1.000000 1,-6.000000 5.000000 3,-2.000000 8.000000 4,-2.000000 6.000000 6,-2.000000 8.000000 5,-4.000000 9.000000 3,-2.000000 8.000000 3,-2.000000 9.000000 2,-3.000000 9.000000 2,0.000000 7.000000 0,-2.000000 6.000000-1,2.000000 7.000000-3,-1.000000 5.000000-2,0.000000 3.000000-2,2.000000-5.000000-4,1.000000-3.000000-4,2.000000-4.000000-3,1.000000-5.000000-3,2.000000-5.000000-1,4.000000-4.000000-3,2.000000-6.000000-1,1.000000-6.000000-6,0.000000-9.000000-8,0.000000-9.000000-7,0.000000-8.000000-9,1.000000-9.000000-9,5.000000-7.000000-11,3.000000-8.000000-12,4.000000-7.000000-11,2.000000-4.000000 1,-2.000000 2.000000 10,-1.000000 1.000000 10,-2.000000 2.000000 12</inkml:trace>
</inkml:ink>
</file>

<file path=ppt/ink/ink3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3"/>
    </inkml:context>
    <inkml:brush xml:id="br0">
      <inkml:brushProperty name="width" value="0.0210072696208954" units="cm"/>
      <inkml:brushProperty name="height" value="0.0210072696208954" units="cm"/>
      <inkml:brushProperty name="color" value="#000000"/>
      <inkml:brushProperty name="ignorePressure" value="0"/>
    </inkml:brush>
  </inkml:definitions>
  <inkml:trace contextRef="#ctx0" brushRef="#br0">86719.000000 30760.000000 698,'48.000000'19.000000'79,"-6.000000"-1.000000"-16 ,-4.000000-1.000000-17,-5.000000-2.000000-17,-4.000000 1.000000-10,-1.000000 1.000000-3,-1.000000 1.000000-2,-2.000000 2.000000-4,-1.000000 2.000000-1,-5.000000 6.000000-2,-3.000000 4.000000-2,-4.000000 6.000000-1,-6.000000 5.000000-4,-8.000000 6.000000-3,-6.000000 7.000000-3,-9.000000 5.000000-5,-4.000000 2.000000-3,-5.000000-5.000000-3,-3.000000-6.000000-2,-4.000000-4.000000-4,-1.000000-6.000000 0,2.000000-5.000000 1,4.000000-4.000000 1,2.000000-6.000000 1,5.000000-6.000000 3,12.000000-9.000000 4,9.000000-9.000000 5,9.000000-8.000000 4,10.000000-6.000000 2,8.000000 2.000000-3,6.000000-2.000000-2,9.000000 1.000000-3,1.000000-1.000000-1,-2.000000-3.000000 0,-2.000000-2.000000 0,-3.000000-2.000000-1,-2.000000-1.000000-2,-5.000000 5.000000-6,-3.000000 3.000000-4,-4.000000 5.000000-5</inkml:trace>
</inkml:ink>
</file>

<file path=ppt/ink/ink3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4"/>
    </inkml:context>
    <inkml:brush xml:id="br0">
      <inkml:brushProperty name="width" value="0.0191144347190857" units="cm"/>
      <inkml:brushProperty name="height" value="0.0191144347190857" units="cm"/>
      <inkml:brushProperty name="color" value="#000000"/>
      <inkml:brushProperty name="ignorePressure" value="0"/>
    </inkml:brush>
  </inkml:definitions>
  <inkml:trace contextRef="#ctx0" brushRef="#br0">87819.000000 31460.000000 767,'-18.000000'28.000000'126,"4.000000"-2.000000"-49 ,3.000000-2.000000-48,4.000000-2.000000-48,2.000000-4.000000-26,-2.000000-1.000000-6,-1.000000-4.000000-4,-2.000000-1.000000-5</inkml:trace>
</inkml:ink>
</file>

<file path=ppt/ink/ink3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5"/>
    </inkml:context>
    <inkml:brush xml:id="br0">
      <inkml:brushProperty name="width" value="0.0211053024977446" units="cm"/>
      <inkml:brushProperty name="height" value="0.0211053024977446" units="cm"/>
      <inkml:brushProperty name="color" value="#000000"/>
      <inkml:brushProperty name="ignorePressure" value="0"/>
    </inkml:brush>
  </inkml:definitions>
  <inkml:trace contextRef="#ctx0" brushRef="#br0">88239.000000 30779.000000 694,'-8.000000'-10.000000'0,"2.000000"-2.000000"0 ,2.000000-1.000000-1,2.000000-2.000000 0,4.000000 1.000000 7,4.000000 1.000000 13,3.000000 1.000000 13,5.000000 1.000000 13,2.000000 3.000000 1,2.000000 4.000000-8,4.000000 3.000000-11,2.000000 5.000000-8,1.000000 2.000000-6,0.000000 5.000000 0,0.000000 3.000000-1,0.000000 5.000000 0,-2.000000 2.000000-2,-4.000000 3.000000-2,-3.000000 2.000000-3,-4.000000 3.000000-2,-5.000000 2.000000-4,-4.000000 3.000000-4,-6.000000 2.000000-5,-4.000000 3.000000-3,-6.000000 2.000000-3,-5.000000 3.000000 0,-4.000000 2.000000 0,-6.000000 2.000000 1,-2.000000-1.000000-1,1.000000-6.000000 1,-1.000000-7.000000-1,0.000000-6.000000 0,2.000000-5.000000 0,6.000000-6.000000 1,4.000000-4.000000 1,5.000000-5.000000-1,8.000000-5.000000 1,11.000000-4.000000-1,9.000000-3.000000 0,10.000000-5.000000-1,6.000000 0.000000 2,3.000000 1.000000 4,2.000000 1.000000 5,3.000000 2.000000 4,1.000000 0.000000 1,-1.000000 0.000000 1,2.000000 0.000000-2,-1.000000-1.000000 0,-2.000000 2.000000 1,-1.000000 1.000000 2,-4.000000 1.000000 3,-1.000000 1.000000 2,-6.000000 3.000000 2,-5.000000 1.000000 0,-7.000000 4.000000 2,-6.000000 2.000000 0,-7.000000 4.000000 0,-9.000000 6.000000-1,-9.000000 7.000000-1,-9.000000 5.000000-1,-7.000000 6.000000 2,-8.000000 1.000000 6,-8.000000 4.000000 5,-8.000000 2.000000 5,-1.000000-2.000000-2,4.000000-5.000000-9,3.000000-4.000000-10,5.000000-6.000000-10,4.000000-5.000000-7,8.000000-6.000000-6,8.000000-7.000000-5,8.000000-6.000000-5,5.000000-3.000000-6,5.000000-2.000000-2,6.000000-1.000000-5,4.000000-2.000000-2</inkml:trace>
</inkml:ink>
</file>

<file path=ppt/ink/ink4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5"/>
    </inkml:context>
    <inkml:brush xml:id="br0">
      <inkml:brushProperty name="width" value="0.0206195171922445" units="cm"/>
      <inkml:brushProperty name="height" value="0.0206195171922445" units="cm"/>
      <inkml:brushProperty name="color" value="#000000"/>
      <inkml:brushProperty name="ignorePressure" value="0"/>
    </inkml:brush>
  </inkml:definitions>
  <inkml:trace contextRef="#ctx0" brushRef="#br0">89539.000000 30900.000000 711,'-17.000000'-2.000000'4,"5.000000"-1.000000"11 ,4.000000-4.000000 8,6.000000-2.000000 10,1.000000-1.000000 2,-1.000000-2.000000-4,-1.000000-1.000000-5,-2.000000-2.000000-4,0.000000 1.000000-4,-2.000000-1.000000 0,-1.000000 0.000000-2,-1.000000 0.000000-1,-3.000000 0.000000-2,-4.000000 2.000000-4,-3.000000 1.000000-4,-5.000000 2.000000-3,-2.000000 1.000000-4,-5.000000 2.000000-5,-3.000000 4.000000-3,-4.000000 2.000000-5,-1.000000 2.000000-2,3.000000 5.000000 0,2.000000 3.000000-1,2.000000 4.000000 0,4.000000 4.000000 2,4.000000 4.000000 2,3.000000 3.000000 4,5.000000 5.000000 3,4.000000 1.000000 2,6.000000 2.000000 2,7.000000 1.000000 1,5.000000 2.000000 3,8.000000-1.000000 1,8.000000-1.000000 0,6.000000-1.000000 1,8.000000-2.000000 1,5.000000 0.000000 1,1.000000 0.000000 3,1.000000 1.000000 2,1.000000-1.000000 3,0.000000-1.000000 2,-5.000000-1.000000-1,-3.000000-1.000000 0,-5.000000-1.000000 1,-4.000000-1.000000-2,-6.000000 2.000000-2,-7.000000 1.000000-1,-5.000000 2.000000-3,-10.000000 0.000000-1,-11.000000 2.000000-1,-11.000000 1.000000-2,-12.000000 2.000000 0,-5.000000-2.000000-3,-2.000000-4.000000-1,-1.000000-3.000000-2,-2.000000-4.000000-3,3.000000-6.000000-2,4.000000-5.000000-3,6.000000-7.000000-3,5.000000-6.000000-3,3.000000-6.000000 0,5.000000-6.000000 3,3.000000-7.000000 4,5.000000-5.000000 4,3.000000-6.000000 2,6.000000-4.000000 4,4.000000-3.000000 2,6.000000-4.000000 3,5.000000-2.000000 1,6.000000 2.000000-2,7.000000 1.000000-1,6.000000 2.000000-2,4.000000 0.000000-4,5.000000 0.000000-5,3.000000-1.000000-4,4.000000 1.000000-6,1.000000 2.000000-3,-3.000000 1.000000-1,-2.000000 4.000000-1,-2.000000 2.000000-1,-6.000000 3.000000-3,-5.000000 6.000000-2,-7.000000 4.000000-4,-5.000000 6.000000-4</inkml:trace>
</inkml:ink>
</file>

<file path=ppt/ink/ink4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6"/>
    </inkml:context>
    <inkml:brush xml:id="br0">
      <inkml:brushProperty name="width" value="0.0205771680921316" units="cm"/>
      <inkml:brushProperty name="height" value="0.0205771680921316" units="cm"/>
      <inkml:brushProperty name="color" value="#000000"/>
      <inkml:brushProperty name="ignorePressure" value="0"/>
    </inkml:brush>
  </inkml:definitions>
  <inkml:trace contextRef="#ctx0" brushRef="#br0">90060.000000 30860.000000 712,'-19.000000'2.000000'75,"3.000000"6.000000"-15 ,2.000000 4.000000-16,3.000000 6.000000-15,1.000000 4.000000-10,2.000000 6.000000-3,1.000000 4.000000-3,1.000000 6.000000-3,2.000000 2.000000-2,1.000000 2.000000-3,1.000000 1.000000-1,2.000000 1.000000-2,2.000000 0.000000-3,6.000000-2.000000-2,4.000000-4.000000-4,6.000000-1.000000-4,3.000000-4.000000-1,2.000000-1.000000-1,4.000000-4.000000 0,2.000000-1.000000-2,0.000000-4.000000 2,-1.000000-1.000000 3,-1.000000-4.000000 3,-1.000000-1.000000 4,-3.000000-3.000000 2,-1.000000-1.000000 4,-4.000000-1.000000 3,-2.000000-1.000000 4,-4.000000-1.000000 0,-6.000000 2.000000 0,-7.000000 1.000000-1,-5.000000 2.000000-1,-7.000000 0.000000 0,-5.000000 2.000000 1,-4.000000 1.000000 0,-6.000000 2.000000 1,-3.000000-1.000000-1,-5.000000-1.000000-3,-3.000000-1.000000-2,-5.000000-2.000000-4,2.000000-1.000000-6,4.000000-5.000000-11,6.000000-3.000000-11,5.000000-4.000000-11,3.000000-4.000000-7,3.000000-1.000000-3,2.000000-4.000000-3,3.000000-1.000000-3</inkml:trace>
</inkml:ink>
</file>

<file path=ppt/ink/ink4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6"/>
    </inkml:context>
    <inkml:brush xml:id="br0">
      <inkml:brushProperty name="width" value="0.0173068735748529" units="cm"/>
      <inkml:brushProperty name="height" value="0.0173068735748529" units="cm"/>
      <inkml:brushProperty name="color" value="#000000"/>
      <inkml:brushProperty name="ignorePressure" value="0"/>
    </inkml:brush>
  </inkml:definitions>
  <inkml:trace contextRef="#ctx0" brushRef="#br0">89919.000000 30920.000000 847,'22.000000'-11.000000'26,"2.000000"2.000000"-3 ,2.000000-2.000000-2,2.000000 1.000000-4,4.000000 1.000000-1,4.000000 1.000000-1,3.000000 1.000000-1,4.000000 2.000000 0,2.000000 0.000000-8,-2.000000 2.000000-11,-1.000000 1.000000-13,-2.000000 1.000000-13,-2.000000 2.000000-5,-5.000000 1.000000 1,-6.000000 1.000000 1,-4.000000 2.000000 1,-5.000000 0.000000 2,-2.000000 0.000000 3,-2.000000 0.000000 3,-3.000000 0.000000 4</inkml:trace>
</inkml:ink>
</file>

<file path=ppt/ink/ink4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26"/>
    </inkml:context>
    <inkml:brush xml:id="br0">
      <inkml:brushProperty name="width" value="0.0215309541672468" units="cm"/>
      <inkml:brushProperty name="height" value="0.0215309541672468" units="cm"/>
      <inkml:brushProperty name="color" value="#000000"/>
      <inkml:brushProperty name="ignorePressure" value="0"/>
    </inkml:brush>
  </inkml:definitions>
  <inkml:trace contextRef="#ctx0" brushRef="#br0">91360.000000 30739.000000 681,'37.000000'31.000000'110,"-4.000000"1.000000"-30 ,-6.000000 1.000000-31,-4.000000 2.000000-30,-3.000000 1.000000-14,2.000000 5.000000 1,1.000000 3.000000 2,1.000000 4.000000 1,-1.000000 2.000000 1,-6.000000 0.000000-2,-4.000000 0.000000-1,-5.000000 0.000000-2,-5.000000 0.000000-3,-4.000000 0.000000-4,-3.000000 0.000000-5,-5.000000 0.000000-4,-3.000000 0.000000-7,-6.000000-2.000000-8,-4.000000-1.000000-9,-6.000000-2.000000-8,-1.000000-3.000000-1,1.000000-6.000000 6,1.000000-7.000000 6,2.000000-5.000000 7,1.000000-6.000000 1,3.000000-1.000000-2,2.000000-4.000000-2,3.000000-1.000000-2</inkml:trace>
</inkml:ink>
</file>

<file path=ppt/ink/ink4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1"/>
    </inkml:context>
    <inkml:brush xml:id="br0">
      <inkml:brushProperty name="width" value="0.0260069947689772" units="cm"/>
      <inkml:brushProperty name="height" value="0.0260069947689772" units="cm"/>
      <inkml:brushProperty name="color" value="#000000"/>
      <inkml:brushProperty name="ignorePressure" value="0"/>
    </inkml:brush>
  </inkml:definitions>
  <inkml:trace contextRef="#ctx0" brushRef="#br0">66160.000000 33100.000000 563,'-10.000000'-19.000000'0,"2.000000"5.000000"-1 ,1.000000 3.000000 0,2.000000 5.000000-1,0.000000 2.000000 6,2.000000 5.000000 13,1.000000 3.000000 13,1.000000 5.000000 13,1.000000 5.000000 4,0.000000 9.000000-5,0.000000 9.000000-5,0.000000 9.000000-4,0.000000 6.000000-5,0.000000 6.000000-2,0.000000 4.000000-2,0.000000 5.000000-3,-1.000000 6.000000-2,-3.000000 5.000000-4,-2.000000 4.000000-2,-2.000000 5.000000-3,-2.000000-1.000000-2,2.000000-9.000000 0,1.000000-9.000000-1,1.000000-8.000000-1,2.000000-10.000000-4,1.000000-8.000000-5,1.000000-9.000000-7,2.000000-9.000000-6,0.000000-7.000000-8,0.000000-8.000000-7,0.000000-8.000000-9,0.000000-8.000000-7,1.000000-6.000000-5,3.000000-6.000000 2,2.000000-7.000000-1,3.000000-6.000000 2,-1.000000 0.000000 3,-2.000000 5.000000 8,-2.000000 4.000000 7,-2.000000 6.000000 7</inkml:trace>
</inkml:ink>
</file>

<file path=ppt/ink/ink4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1"/>
    </inkml:context>
    <inkml:brush xml:id="br0">
      <inkml:brushProperty name="width" value="0.0254661869257689" units="cm"/>
      <inkml:brushProperty name="height" value="0.0254661869257689" units="cm"/>
      <inkml:brushProperty name="color" value="#000000"/>
      <inkml:brushProperty name="ignorePressure" value="0"/>
    </inkml:brush>
  </inkml:definitions>
  <inkml:trace contextRef="#ctx0" brushRef="#br0">65960.000000 33060.000000 575,'-17.000000'-54.000000'-9,"6.000000"15.000000"10 ,7.000000 13.000000 11,6.000000 14.000000 10,7.000000 9.000000 5,9.000000 2.000000-2,9.000000 2.000000-3,8.000000 2.000000-2,7.000000 5.000000-1,2.000000 5.000000 0,2.000000 4.000000 0,3.000000 5.000000-1,2.000000 4.000000-1,3.000000 1.000000 0,2.000000 1.000000-2,2.000000 2.000000-1,2.000000 0.000000-1,0.000000 0.000000 0,1.000000 0.000000 1,-1.000000 0.000000-1,-5.000000-1.000000 0,-10.000000-1.000000-1,-11.000000-1.000000-1,-9.000000-2.000000 0,-10.000000 3.000000-2,-12.000000 4.000000-1,-11.000000 6.000000 0,-11.000000 5.000000-2,-11.000000 3.000000 0,-10.000000 3.000000 1,-10.000000 2.000000 1,-10.000000 3.000000 0,-2.000000-2.000000-2,8.000000-4.000000-6,8.000000-6.000000-5,8.000000-4.000000-6,4.000000-5.000000-10,2.000000-4.000000-12,4.000000-3.000000-13,2.000000-4.000000-13</inkml:trace>
</inkml:ink>
</file>

<file path=ppt/ink/ink4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1"/>
    </inkml:context>
    <inkml:brush xml:id="br0">
      <inkml:brushProperty name="width" value="0.0245293863117695" units="cm"/>
      <inkml:brushProperty name="height" value="0.0245293863117695" units="cm"/>
      <inkml:brushProperty name="color" value="#000000"/>
      <inkml:brushProperty name="ignorePressure" value="0"/>
    </inkml:brush>
  </inkml:definitions>
  <inkml:trace contextRef="#ctx0" brushRef="#br0">67300.000000 33679.000000 597,'-1.000000'-53.000000'0,"-1.000000"12.000000"13 ,-1.000000 12.000000 14,-2.000000 12.000000 13,-1.000000 8.000000 6,-5.000000 1.000000-2,-3.000000 1.000000-2,-5.000000 2.000000-3,0.000000 2.000000-2,-1.000000 5.000000-5,0.000000 6.000000-5,0.000000 4.000000-5,0.000000 7.000000-5,2.000000 8.000000-6,1.000000 6.000000-5,1.000000 9.000000-7,3.000000 2.000000-3,1.000000-1.000000 1,4.000000-1.000000 1,2.000000-1.000000 1,1.000000-3.000000-4,2.000000-4.000000-5,1.000000-3.000000-7,1.000000-4.000000-6,5.000000-6.000000-4,7.000000-5.000000 0,8.000000-7.000000 0,8.000000-5.000000-1,3.000000-7.000000 0,2.000000-5.000000 2,1.000000-4.000000 0,2.000000-5.000000 2,-2.000000-6.000000 0,-2.000000-4.000000 1,-2.000000-6.000000 0,-2.000000-5.000000 2,-4.000000 1.000000 0,-4.000000 5.000000 0,-3.000000 4.000000 1,-5.000000 6.000000 0,-1.000000 3.000000 2,-2.000000 5.000000 5,-1.000000 3.000000 5,-1.000000 5.000000 4,-3.000000 6.000000 9,-4.000000 9.000000 15,-3.000000 12.000000 14,-5.000000 8.000000 15,1.000000 7.000000 2,2.000000-1.000000-8,2.000000 0.000000-10,2.000000 0.000000-9,4.000000-4.000000-12,2.000000-5.000000-12,2.000000-7.000000-12,2.000000-5.000000-14,3.000000-4.000000-7,-2.000000-1.000000-4,2.000000 1.000000-3,-1.000000 1.000000-3</inkml:trace>
</inkml:ink>
</file>

<file path=ppt/ink/ink4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1"/>
    </inkml:context>
    <inkml:brush xml:id="br0">
      <inkml:brushProperty name="width" value="0.0282520428299904" units="cm"/>
      <inkml:brushProperty name="height" value="0.0282520428299904" units="cm"/>
      <inkml:brushProperty name="color" value="#000000"/>
      <inkml:brushProperty name="ignorePressure" value="0"/>
    </inkml:brush>
  </inkml:definitions>
  <inkml:trace contextRef="#ctx0" brushRef="#br0">67639.000000 33400.000000 519,'-18.000000'18.000000'0,"4.000000"-4.000000"3 ,3.000000-3.000000 1,4.000000-4.000000 1,5.000000-2.000000 8,4.000000 0.000000 12,6.000000 0.000000 13,5.000000 0.000000 13,5.000000-1.000000 3,6.000000-1.000000-4,7.000000-1.000000-5,5.000000-2.000000-5,4.000000 0.000000-4,1.000000-2.000000-6,-2.000000-1.000000-4,2.000000-1.000000-6,-1.000000-2.000000-4,2.000000-1.000000-4,1.000000-1.000000-4,2.000000-2.000000-3,-2.000000 1.000000-6,-4.000000 1.000000-6,-3.000000 1.000000-6,-4.000000 2.000000-7,-5.000000 1.000000-9,-4.000000 5.000000-13,-6.000000 3.000000-11,-4.000000 5.000000-13,-4.000000 0.000000-3,-1.000000-1.000000 7,-1.000000-1.000000 6,-1.000000-1.000000 6</inkml:trace>
</inkml:ink>
</file>

<file path=ppt/ink/ink4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2"/>
    </inkml:context>
    <inkml:brush xml:id="br0">
      <inkml:brushProperty name="width" value="0.0259798560291529" units="cm"/>
      <inkml:brushProperty name="height" value="0.0259798560291529" units="cm"/>
      <inkml:brushProperty name="color" value="#000000"/>
      <inkml:brushProperty name="ignorePressure" value="0"/>
    </inkml:brush>
  </inkml:definitions>
  <inkml:trace contextRef="#ctx0" brushRef="#br0">68080.000000 33239.000000 564,'-19.000000'14.000000'102,"5.000000"8.000000"-17 ,3.000000 6.000000-18,5.000000 8.000000-18,0.000000 9.000000-11,-1.000000 8.000000-7,-1.000000 9.000000-6,-1.000000 9.000000-5,-1.000000 4.000000-7,2.000000 2.000000-7,1.000000 1.000000-7,1.000000 1.000000-7,6.000000-3.000000-5,8.000000-9.000000-2,9.000000-9.000000-2,8.000000-9.000000-3,8.000000-8.000000-7,4.000000-9.000000-12,6.000000-9.000000-12,5.000000-9.000000-12,-2.000000-6.000000-3,-7.000000-5.000000 10,-8.000000-6.000000 7,-8.000000-5.000000 9</inkml:trace>
</inkml:ink>
</file>

<file path=ppt/ink/ink4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2"/>
    </inkml:context>
    <inkml:brush xml:id="br0">
      <inkml:brushProperty name="width" value="0.0255689490586519" units="cm"/>
      <inkml:brushProperty name="height" value="0.0255689490586519" units="cm"/>
      <inkml:brushProperty name="color" value="#000000"/>
      <inkml:brushProperty name="ignorePressure" value="0"/>
    </inkml:brush>
  </inkml:definitions>
  <inkml:trace contextRef="#ctx0" brushRef="#br0">68980.000000 33639.000000 573,'-1.000000'-45.000000'3,"-1.000000"8.000000"5 ,-1.000000 9.000000 5,-2.000000 9.000000 5,-1.000000 5.000000 5,-5.000000 2.000000 3,-3.000000 4.000000 3,-5.000000 2.000000 3,-1.000000 2.000000 1,-2.000000 5.000000-3,-1.000000 3.000000-2,-1.000000 4.000000-2,-1.000000 6.000000-3,2.000000 7.000000-4,1.000000 8.000000-2,1.000000 7.000000-5,2.000000 4.000000-1,1.000000 1.000000 0,1.000000-1.000000-1,1.000000-1.000000 0,3.000000 0.000000-2,4.000000-2.000000-4,3.000000-4.000000-5,4.000000-2.000000-5,5.000000-2.000000-4,4.000000-5.000000-2,6.000000-3.000000-3,5.000000-4.000000-3,2.000000-6.000000-2,2.000000-5.000000-3,1.000000-7.000000-1,1.000000-6.000000-3,2.000000-6.000000-1,1.000000-6.000000 0,1.000000-7.000000 1,2.000000-6.000000-1,-2.000000-3.000000 1,-4.000000-2.000000 3,-3.000000-1.000000 2,-5.000000-2.000000 3,-1.000000 2.000000 2,-2.000000 1.000000 3,-1.000000 4.000000 3,-2.000000 2.000000 4,-1.000000 4.000000 5,-2.000000 6.000000 9,-4.000000 7.000000 8,-2.000000 5.000000 10,-2.000000 8.000000 5,-3.000000 5.000000 2,-2.000000 7.000000 3,-3.000000 6.000000 2,0.000000 6.000000 1,1.000000 6.000000 0,1.000000 7.000000 0,1.000000 5.000000-1,2.000000 3.000000-2,1.000000-2.000000-7,1.000000-4.000000-5,2.000000-1.000000-6,2.000000-4.000000-10,6.000000-4.000000-10,4.000000-3.000000-13,5.000000-4.000000-12,2.000000-4.000000-12,-2.000000-1.000000-15,-4.000000-4.000000-14,-1.000000-1.000000-14</inkml:trace>
</inkml:ink>
</file>

<file path=ppt/ink/ink4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3"/>
    </inkml:context>
    <inkml:brush xml:id="br0">
      <inkml:brushProperty name="width" value="0.0181213337928057" units="cm"/>
      <inkml:brushProperty name="height" value="0.0181213337928057" units="cm"/>
      <inkml:brushProperty name="color" value="#000000"/>
      <inkml:brushProperty name="ignorePressure" value="0"/>
    </inkml:brush>
  </inkml:definitions>
  <inkml:trace contextRef="#ctx0" brushRef="#br0">75360.000000 33400.000000 809,'-8.000000'19.000000'66,"6.000000"1.000000"-17 ,4.000000 0.000000-15,6.000000 0.000000-16,1.000000-1.000000-9,-1.000000-3.000000-2,-1.000000-2.000000-2,-2.000000-3.000000-3,1.000000-1.000000-10,-1.000000-2.000000-20,0.000000-1.000000-20,0.000000-1.000000-20</inkml:trace>
</inkml:ink>
</file>

<file path=ppt/ink/ink4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3"/>
    </inkml:context>
    <inkml:brush xml:id="br0">
      <inkml:brushProperty name="width" value="0.0186460316181183" units="cm"/>
      <inkml:brushProperty name="height" value="0.0186460316181183" units="cm"/>
      <inkml:brushProperty name="color" value="#000000"/>
      <inkml:brushProperty name="ignorePressure" value="0"/>
    </inkml:brush>
  </inkml:definitions>
  <inkml:trace contextRef="#ctx0" brushRef="#br0">75139.000000 33860.000000 786,'2.000000'18.000000'115,"1.000000"-4.000000"-44 ,4.000000-3.000000-43,2.000000-4.000000-44,1.000000-3.000000-25,0.000000 2.000000-6,-1.000000-1.000000-6,2.000000-1.000000-7</inkml:trace>
</inkml:ink>
</file>

<file path=ppt/ink/ink4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4"/>
    </inkml:context>
    <inkml:brush xml:id="br0">
      <inkml:brushProperty name="width" value="0.0260671433061361" units="cm"/>
      <inkml:brushProperty name="height" value="0.0260671433061361" units="cm"/>
      <inkml:brushProperty name="color" value="#000000"/>
      <inkml:brushProperty name="ignorePressure" value="0"/>
    </inkml:brush>
  </inkml:definitions>
  <inkml:trace contextRef="#ctx0" brushRef="#br0">77900.000000 33239.000000 562,'-22.000000'-7.000000'7,"19.000000"5.000000"15 ,16.000000 4.000000 13,18.000000 5.000000 14,10.000000 4.000000 4,1.000000 1.000000-9,1.000000 1.000000-8,1.000000 1.000000-7,1.000000 3.000000-7,-2.000000 2.000000-3,-1.000000 2.000000-3,-1.000000 3.000000-3,-5.000000 1.000000-3,-5.000000 2.000000-1,-7.000000 1.000000-1,-6.000000 1.000000-1,-5.000000 5.000000-1,-6.000000 5.000000-3,-4.000000 7.000000-1,-6.000000 6.000000-3,-6.000000 3.000000-2,-9.000000 2.000000-2,-9.000000 1.000000-4,-8.000000 1.000000-2,-7.000000-1.000000-2,-4.000000-6.000000-1,-3.000000-4.000000-2,-4.000000-6.000000-1,-2.000000-4.000000-1,2.000000-5.000000 1,1.000000-6.000000 1,2.000000-4.000000 0,3.000000-6.000000 2,8.000000-4.000000 3,8.000000-6.000000 3,8.000000-5.000000 3,7.000000-3.000000 6,9.000000-3.000000 9,9.000000-2.000000 9,9.000000-2.000000 9,7.000000-3.000000 5,8.000000 2.000000 0,8.000000-2.000000-1,7.000000 1.000000 0,5.000000 1.000000-5,1.000000 1.000000-9,1.000000 1.000000-9,2.000000 2.000000-10,0.000000-1.000000-6,2.000000 2.000000-6,1.000000-2.000000-5,1.000000 1.000000-6,-2.000000 1.000000-2,-6.000000 1.000000 2,-7.000000 1.000000 2,-6.000000 2.000000 2,-4.000000-1.000000-7,-5.000000-1.000000-13,-3.000000-1.000000-15,-4.000000-1.000000-14</inkml:trace>
</inkml:ink>
</file>

<file path=ppt/ink/ink4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5"/>
    </inkml:context>
    <inkml:brush xml:id="br0">
      <inkml:brushProperty name="width" value="0.0273472182452679" units="cm"/>
      <inkml:brushProperty name="height" value="0.0273472182452679" units="cm"/>
      <inkml:brushProperty name="color" value="#000000"/>
      <inkml:brushProperty name="ignorePressure" value="0"/>
    </inkml:brush>
  </inkml:definitions>
  <inkml:trace contextRef="#ctx0" brushRef="#br0">79160.000000 33439.000000 536,'-28.000000'-7.000000'16,"5.000000"5.000000"9 ,6.000000 4.000000 12,5.000000 5.000000 9,2.000000 8.000000 3,0.000000 8.000000-6,0.000000 9.000000-6,-1.000000 9.000000-5,2.000000 5.000000-5,1.000000 3.000000-4,1.000000 2.000000-5,2.000000 3.000000-4,1.000000-1.000000-3,5.000000-2.000000 1,3.000000-2.000000 0,4.000000-2.000000-1,4.000000-6.000000 0,4.000000-5.000000-1,3.000000-7.000000-1,4.000000-6.000000-1,4.000000-7.000000-1,1.000000-9.000000-3,4.000000-9.000000-2,2.000000-9.000000-3,0.000000-8.000000-1,-1.000000-9.000000-1,-1.000000-9.000000-1,-2.000000-8.000000-2,-1.000000-7.000000 0,-2.000000-4.000000 0,-4.000000-3.000000 0,-2.000000-5.000000-1,-3.000000 2.000000 1,-6.000000 5.000000 1,-4.000000 4.000000 0,-5.000000 6.000000 1,-6.000000 4.000000 1,-4.000000 5.000000 0,-6.000000 6.000000 1,-5.000000 5.000000-1,-2.000000 5.000000 0,-2.000000 6.000000-1,-1.000000 7.000000-2,-1.000000 6.000000-1,-1.000000 3.000000-7,0.000000 2.000000-10,0.000000 1.000000-12,0.000000 1.000000-11,2.000000 1.000000-1,6.000000 0.000000 7,4.000000 1.000000 8,5.000000-1.000000 7,4.000000 0.000000 3,1.000000 2.000000-5,1.000000 1.000000-4,2.000000 1.000000-4</inkml:trace>
</inkml:ink>
</file>

<file path=ppt/ink/ink4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5"/>
    </inkml:context>
    <inkml:brush xml:id="br0">
      <inkml:brushProperty name="width" value="0.0261951666325331" units="cm"/>
      <inkml:brushProperty name="height" value="0.0261951666325331" units="cm"/>
      <inkml:brushProperty name="color" value="#000000"/>
      <inkml:brushProperty name="ignorePressure" value="0"/>
    </inkml:brush>
  </inkml:definitions>
  <inkml:trace contextRef="#ctx0" brushRef="#br0">80019.000000 33220.000000 559,'-22.000000'0.000000'10,"15.000000"2.000000"17 ,14.000000 1.000000 18,15.000000 1.000000 19,7.000000 3.000000 3,-2.000000 2.000000-12,-4.000000 2.000000-13,-2.000000 3.000000-12,-2.000000 2.000000-7,-2.000000 5.000000-2,-4.000000 3.000000-2,-1.000000 5.000000-1,-3.000000 4.000000-5,-1.000000 9.000000-6,-1.000000 6.000000-9,-1.000000 8.000000-6,-5.000000 6.000000-5,-5.000000 4.000000-1,-7.000000 3.000000-1,-5.000000 5.000000-1,-7.000000-3.000000-1,-5.000000-5.000000 0,-4.000000-7.000000 0,-5.000000-5.000000-1,-1.000000-10.000000 1,5.000000-11.000000 1,6.000000-11.000000 1,4.000000-11.000000 2,8.000000-10.000000 5,8.000000-5.000000 11,9.000000-7.000000 10,9.000000-6.000000 10,7.000000-2.000000 4,6.000000 1.000000-6,7.000000 1.000000-4,5.000000 2.000000-4,5.000000 0.000000-7,1.000000-1.000000-7,1.000000 2.000000-8,2.000000-1.000000-7,-2.000000 1.000000-9,-2.000000 2.000000-10,-2.000000 4.000000-9,-3.000000 2.000000-10,-4.000000 1.000000-2,-6.000000 2.000000 5,-7.000000 1.000000 5,-5.000000 2.000000 5</inkml:trace>
</inkml:ink>
</file>

<file path=ppt/ink/ink4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35"/>
    </inkml:context>
    <inkml:brush xml:id="br0">
      <inkml:brushProperty name="width" value="0.0262647923082113" units="cm"/>
      <inkml:brushProperty name="height" value="0.0262647923082113" units="cm"/>
      <inkml:brushProperty name="color" value="#000000"/>
      <inkml:brushProperty name="ignorePressure" value="0"/>
    </inkml:brush>
  </inkml:definitions>
  <inkml:trace contextRef="#ctx0" brushRef="#br0">80719.000000 33279.000000 558,'19.000000'0.000000'74,"-2.000000"0.000000"-14 ,-4.000000 0.000000-14,-1.000000 0.000000-13,-1.000000 2.000000-8,5.000000 4.000000-1,3.000000 3.000000 0,5.000000 5.000000 0,0.000000 1.000000-2,-1.000000 2.000000-2,-1.000000 1.000000-2,-2.000000 1.000000-3,0.000000 4.000000-2,-2.000000 4.000000-2,-1.000000 6.000000-1,-1.000000 5.000000-3,-3.000000 4.000000-1,-4.000000 5.000000-1,-3.000000 6.000000-2,-5.000000 5.000000-2,-3.000000 2.000000 0,-6.000000 0.000000-2,-4.000000-1.000000-1,-5.000000 1.000000-1,-5.000000-3.000000-2,-4.000000-8.000000-2,-3.000000-8.000000-4,-5.000000-7.000000-3,1.000000-7.000000-1,4.000000-4.000000 4,3.000000-6.000000 2,5.000000-4.000000 3,4.000000-6.000000 1,6.000000-4.000000 0,7.000000-6.000000 0,6.000000-4.000000 0,4.000000-4.000000 2,5.000000 1.000000 4,3.000000 1.000000 5,5.000000-1.000000 4,3.000000 0.000000 3,6.000000 0.000000 2,4.000000-1.000000 1,5.000000 2.000000 3,2.000000-1.000000-4,-5.000000 2.000000-7,-3.000000 1.000000-6,-4.000000 1.000000-8,-3.000000 2.000000-8,-1.000000 1.000000-8,-1.000000 1.000000-9,-2.000000 1.000000-8,-1.000000 1.000000-9,-2.000000 0.000000-7,-4.000000 0.000000-9,-1.000000 0.000000-7</inkml:trace>
</inkml:ink>
</file>

<file path=ppt/ink/ink4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0"/>
    </inkml:context>
    <inkml:brush xml:id="br0">
      <inkml:brushProperty name="width" value="0.0234862435609102" units="cm"/>
      <inkml:brushProperty name="height" value="0.0234862435609102" units="cm"/>
      <inkml:brushProperty name="color" value="#000000"/>
      <inkml:brushProperty name="ignorePressure" value="0"/>
    </inkml:brush>
  </inkml:definitions>
  <inkml:trace contextRef="#ctx0" brushRef="#br0">81839.000000 34020.000000 624,'11.000000'9.000000'164,"-2.000000"-1.000000"-46 ,2.000000-1.000000-48,-1.000000-1.000000-47,0.000000-1.000000-36,0.000000 0.000000-26,0.000000 0.000000-27,-1.000000 0.000000-26</inkml:trace>
</inkml:ink>
</file>

<file path=ppt/ink/ink4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1"/>
    </inkml:context>
    <inkml:brush xml:id="br0">
      <inkml:brushProperty name="width" value="0.0254986044019461" units="cm"/>
      <inkml:brushProperty name="height" value="0.0254986044019461" units="cm"/>
      <inkml:brushProperty name="color" value="#000000"/>
      <inkml:brushProperty name="ignorePressure" value="0"/>
    </inkml:brush>
  </inkml:definitions>
  <inkml:trace contextRef="#ctx0" brushRef="#br0">83460.000000 33339.000000 575,'0.000000'-37.000000'77,"0.000000"5.000000"-13 ,0.000000 4.000000-13,0.000000 6.000000-12,-1.000000 2.000000-8,-1.000000-1.000000-4,-1.000000 1.000000-3,-1.000000 0.000000-3,-3.000000 0.000000-2,-4.000000 1.000000-3,-3.000000-2.000000 0,-4.000000 2.000000-3,-5.000000 1.000000-2,-4.000000 5.000000-2,-6.000000 6.000000-4,-4.000000 5.000000-4,-5.000000 4.000000-2,-4.000000 6.000000-5,-3.000000 4.000000-5,-5.000000 6.000000-3,3.000000 4.000000-3,5.000000 5.000000-1,7.000000 6.000000-1,5.000000 4.000000-1,7.000000 3.000000 2,5.000000-2.000000 2,4.000000-1.000000 2,5.000000-2.000000 4,7.000000 0.000000 1,8.000000-2.000000 1,6.000000-1.000000 1,9.000000-1.000000 1,6.000000-2.000000 2,6.000000-1.000000 5,7.000000-1.000000 4,5.000000-1.000000 4,6.000000-2.000000 2,2.000000-1.000000 0,2.000000-1.000000-1,2.000000-1.000000-1,1.000000-1.000000 0,-2.000000 2.000000 0,-4.000000 1.000000 1,-2.000000 2.000000 0,-4.000000 0.000000 1,-9.000000 2.000000 0,-6.000000 1.000000 2,-8.000000 2.000000 2,-8.000000 0.000000-1,-5.000000 2.000000-3,-7.000000 1.000000-1,-6.000000 1.000000-3,-6.000000 0.000000-2,-6.000000-3.000000-2,-7.000000-2.000000-3,-5.000000-2.000000-2,-6.000000-4.000000-2,-4.000000-4.000000-4,-3.000000-3.000000-2,-4.000000-5.000000-3,-1.000000-3.000000-2,3.000000-5.000000 2,2.000000-6.000000 1,3.000000-5.000000 1,2.000000-4.000000 1,5.000000-5.000000 1,3.000000-6.000000 2,5.000000-4.000000 2,3.000000-4.000000 0,6.000000-1.000000 1,4.000000-1.000000 0,5.000000-1.000000 1,7.000000-1.000000 2,5.000000 2.000000 0,7.000000 1.000000 2,5.000000 1.000000 2,8.000000 2.000000-1,5.000000-2.000000-5,7.000000 2.000000-3,6.000000-1.000000-4,5.000000 0.000000-7,6.000000 0.000000-9,4.000000-1.000000-10,5.000000 2.000000-10,-2.000000 2.000000-3,-12.000000 6.000000 4,-11.000000 7.000000 3,-12.000000 5.000000 4</inkml:trace>
</inkml:ink>
</file>

<file path=ppt/ink/ink4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1"/>
    </inkml:context>
    <inkml:brush xml:id="br0">
      <inkml:brushProperty name="width" value="0.0272501539438963" units="cm"/>
      <inkml:brushProperty name="height" value="0.0272501539438963" units="cm"/>
      <inkml:brushProperty name="color" value="#000000"/>
      <inkml:brushProperty name="ignorePressure" value="0"/>
    </inkml:brush>
  </inkml:definitions>
  <inkml:trace contextRef="#ctx0" brushRef="#br0">84180.000000 34039.000000 538,'0.000000'19.000000'40,"2.000000"-5.000000"7 ,1.000000-3.000000 7,1.000000-5.000000 7,2.000000-1.000000 0,1.000000 1.000000-8,1.000000-2.000000-7,1.000000 2.000000-7,1.000000-1.000000-10,-2.000000 2.000000-9,-1.000000 1.000000-9,-1.000000 1.000000-10,-1.000000 2.000000-20,2.000000-2.000000-27,1.000000 2.000000-28,2.000000-2.000000-29</inkml:trace>
</inkml:ink>
</file>

<file path=ppt/ink/ink4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2"/>
    </inkml:context>
    <inkml:brush xml:id="br0">
      <inkml:brushProperty name="width" value="0.0302687883377075" units="cm"/>
      <inkml:brushProperty name="height" value="0.0302687883377075" units="cm"/>
      <inkml:brushProperty name="color" value="#000000"/>
      <inkml:brushProperty name="ignorePressure" value="0"/>
    </inkml:brush>
  </inkml:definitions>
  <inkml:trace contextRef="#ctx0" brushRef="#br0">85380.000000 33300.000000 484,'-9.000000'-14.000000'38,"2.000000"15.000000"12 ,4.000000 13.000000 12,2.000000 14.000000 12,1.000000 8.000000-1,0.000000 1.000000-14,0.000000 1.000000-13,0.000000 1.000000-14,-2.000000 3.000000-9,-1.000000 4.000000-4,-4.000000 3.000000-4,-2.000000 5.000000-4,0.000000 0.000000-3,1.000000-1.000000-4,1.000000-1.000000-3,2.000000-2.000000-2,0.000000-3.000000-5,2.000000-6.000000-4,1.000000-7.000000-6,2.000000-6.000000-5,1.000000-7.000000-10,3.000000-12.000000-15,2.000000-9.000000-16,2.000000-9.000000-15,2.000000-6.000000-2,-2.000000 0.000000 12,-1.000000-1.000000 11,-1.000000 1.000000 12</inkml:trace>
</inkml:ink>
</file>

<file path=ppt/ink/ink4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2"/>
    </inkml:context>
    <inkml:brush xml:id="br0">
      <inkml:brushProperty name="width" value="0.0276980325579643" units="cm"/>
      <inkml:brushProperty name="height" value="0.0276980325579643" units="cm"/>
      <inkml:brushProperty name="color" value="#000000"/>
      <inkml:brushProperty name="ignorePressure" value="0"/>
    </inkml:brush>
  </inkml:definitions>
  <inkml:trace contextRef="#ctx0" brushRef="#br0">85700.000000 33260.000000 529,'19.000000'-10.000000'3,"-1.000000"2.000000"6 ,-1.000000 1.000000 5,-2.000000 1.000000 7,2.000000 2.000000 2,4.000000 1.000000 0,3.000000 1.000000 0,5.000000 2.000000-1,1.000000 0.000000 1,2.000000 2.000000 1,1.000000 1.000000 1,1.000000 1.000000 1,1.000000 3.000000 0,-2.000000 4.000000-2,-1.000000 3.000000-2,-2.000000 4.000000-1,-1.000000 3.000000-2,-5.000000 1.000000-1,-3.000000 1.000000-2,-4.000000 2.000000-1,-4.000000 0.000000-2,-1.000000 2.000000 0,-4.000000 1.000000-2,-1.000000 1.000000-1,-6.000000 3.000000-1,-5.000000 2.000000-2,-7.000000 2.000000-2,-6.000000 3.000000-1,-4.000000 0.000000-2,-5.000000 2.000000-4,-3.000000-2.000000-3,-4.000000 1.000000-3,-3.000000-1.000000-2,2.000000-5.000000-1,-2.000000-3.000000-1,1.000000-4.000000 0,2.000000-4.000000 0,4.000000-4.000000 1,3.000000-3.000000 1,5.000000-5.000000 2,8.000000-2.000000 2,16.000000-5.000000 6,14.000000-3.000000 4,16.000000-5.000000 6,6.000000 0.000000 1,-1.000000-2.000000-5,-1.000000 2.000000-4,-1.000000-1.000000-4,-2.000000 0.000000-5,2.000000 2.000000-5,-2.000000 1.000000-6,1.000000 2.000000-5,-3.000000 0.000000-1,-6.000000 0.000000 2,-7.000000 0.000000 4,-5.000000 0.000000 3</inkml:trace>
</inkml:ink>
</file>

<file path=ppt/ink/ink4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7"/>
    </inkml:context>
    <inkml:brush xml:id="br0">
      <inkml:brushProperty name="width" value="0.0236383248120546" units="cm"/>
      <inkml:brushProperty name="height" value="0.0236383248120546" units="cm"/>
      <inkml:brushProperty name="color" value="#000000"/>
      <inkml:brushProperty name="ignorePressure" value="0"/>
    </inkml:brush>
  </inkml:definitions>
  <inkml:trace contextRef="#ctx0" brushRef="#br0">65760.000000 35300.000000 620,'-9.000000'-15.000000'19,"3.000000"12.000000"6 ,2.000000 11.000000 6,2.000000 12.000000 6,2.000000 8.000000 3,0.000000 9.000000-4,0.000000 6.000000-3,0.000000 9.000000-3,-1.000000 4.000000-4,-3.000000 5.000000-3,-2.000000 3.000000-4,-3.000000 5.000000-4,0.000000-1.000000-2,1.000000-4.000000-2,1.000000-3.000000-2,1.000000-4.000000-1,2.000000-7.000000-4,1.000000-8.000000-5,1.000000-9.000000-5,2.000000-8.000000-6,0.000000-9.000000-7,0.000000-7.000000-9,0.000000-8.000000-8,0.000000-8.000000-8,0.000000-5.000000-4,2.000000-5.000000 2,1.000000-6.000000 1,1.000000-4.000000 3,2.000000-2.000000 2,-1.000000 2.000000 5,0.000000 4.000000 5,0.000000 2.000000 4</inkml:trace>
</inkml:ink>
</file>

<file path=ppt/ink/ink4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7"/>
    </inkml:context>
    <inkml:brush xml:id="br0">
      <inkml:brushProperty name="width" value="0.0240421313792467" units="cm"/>
      <inkml:brushProperty name="height" value="0.0240421313792467" units="cm"/>
      <inkml:brushProperty name="color" value="#000000"/>
      <inkml:brushProperty name="ignorePressure" value="0"/>
    </inkml:brush>
  </inkml:definitions>
  <inkml:trace contextRef="#ctx0" brushRef="#br0">65600.000000 34979.000000 610,'-7.000000'-16.000000'-5,"8.000000"5.000000"14 ,8.000000 7.000000 13,7.000000 6.000000 14,6.000000 3.000000 4,4.000000 2.000000-6,3.000000 1.000000-6,5.000000 1.000000-6,2.000000 3.000000-4,2.000000 2.000000-2,4.000000 2.000000-4,1.000000 2.000000-1,4.000000 2.000000-3,4.000000 0.000000 0,3.000000 1.000000-1,5.000000-1.000000 0,-2.000000 1.000000-2,-4.000000 5.000000-1,-6.000000 3.000000-1,-4.000000 4.000000-1,-8.000000 6.000000 0,-11.000000 8.000000 0,-8.000000 6.000000 1,-11.000000 8.000000 1,-12.000000 6.000000 1,-14.000000 4.000000 2,-13.000000 3.000000 3,-15.000000 5.000000 1,-6.000000-2.000000 2,-2.000000-4.000000 0,-1.000000-6.000000-1,-2.000000-4.000000 0,4.000000-8.000000-4,8.000000-10.000000-8,6.000000-10.000000-7,9.000000-10.000000-9,7.000000-10.000000-13,9.000000-8.000000-19,9.000000-9.000000-18,9.000000-8.000000-20</inkml:trace>
</inkml:ink>
</file>

<file path=ppt/ink/ink4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8"/>
    </inkml:context>
    <inkml:brush xml:id="br0">
      <inkml:brushProperty name="width" value="0.0221100226044655" units="cm"/>
      <inkml:brushProperty name="height" value="0.0221100226044655" units="cm"/>
      <inkml:brushProperty name="color" value="#000000"/>
      <inkml:brushProperty name="ignorePressure" value="0"/>
    </inkml:brush>
  </inkml:definitions>
  <inkml:trace contextRef="#ctx0" brushRef="#br0">66560.000000 35979.000000 663,'-15.000000'9.000000'6,"12.000000"-2.000000"13 ,11.000000-4.000000 12,11.000000-1.000000 12,7.000000-4.000000 2,1.000000-4.000000-11,1.000000-3.000000-10,2.000000-4.000000-11,0.000000-4.000000-6,-1.000000-1.000000-2,1.000000-4.000000-2,1.000000-2.000000-3,-3.000000-1.000000-1,-1.000000 0.000000-2,-4.000000 0.000000-1,-1.000000 0.000000-2,-4.000000 1.000000 0,-4.000000 1.000000-1,-3.000000 1.000000 0,-4.000000 2.000000 0,-6.000000 1.000000 1,-5.000000 2.000000 1,-7.000000 4.000000 3,-6.000000 1.000000 1,-4.000000 6.000000 1,-5.000000 5.000000 1,-3.000000 7.000000 2,-4.000000 6.000000 0,-3.000000 5.000000 3,2.000000 5.000000 4,-2.000000 6.000000 3,1.000000 5.000000 4,2.000000 2.000000 3,4.000000 2.000000-1,3.000000 1.000000 1,5.000000 2.000000-1,4.000000-1.000000-2,9.000000-1.000000-7,6.000000-1.000000-6,8.000000-1.000000-7,8.000000-4.000000-6,8.000000-4.000000-5,6.000000-6.000000-7,8.000000-4.000000-5,9.000000-7.000000-5,10.000000-8.000000-4,11.000000-6.000000-4,9.000000-8.000000-4,-2.000000-4.000000 0,-14.000000 0.000000 1,-13.000000-1.000000 1,-15.000000 1.000000 3</inkml:trace>
</inkml:ink>
</file>

<file path=ppt/ink/ink4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8"/>
    </inkml:context>
    <inkml:brush xml:id="br0">
      <inkml:brushProperty name="width" value="0.0244596712291241" units="cm"/>
      <inkml:brushProperty name="height" value="0.0244596712291241" units="cm"/>
      <inkml:brushProperty name="color" value="#000000"/>
      <inkml:brushProperty name="ignorePressure" value="0"/>
    </inkml:brush>
  </inkml:definitions>
  <inkml:trace contextRef="#ctx0" brushRef="#br0">67419.000000 35560.000000 599,'-36.000000'0.000000'0,"8.000000"0.000000"0 ,6.000000 0.000000 0,8.000000 0.000000 0,7.000000 2.000000 3,5.000000 6.000000 5,4.000000 4.000000 5,5.000000 6.000000 6,4.000000 1.000000 4,1.000000 2.000000 5,1.000000-2.000000 4,1.000000 1.000000 5,2.000000 2.000000-1,1.000000 2.000000-6,1.000000 2.000000-5,1.000000 2.000000-6,0.000000 2.000000-4,-2.000000 0.000000-2,-4.000000 1.000000-1,-1.000000-1.000000-1,-3.000000-3.000000-2,-1.000000-4.000000 0,-1.000000-6.000000 0,-1.000000-5.000000-1,-1.000000-6.000000 1,2.000000-11.000000 0,1.000000-11.000000 0,2.000000-9.000000 1,1.000000-7.000000-6,3.000000-5.000000-8,2.000000-6.000000-11,2.000000-5.000000-10,2.000000 2.000000-4,1.000000 5.000000-1,-1.000000 7.000000 1,0.000000 5.000000 0,-2.000000 6.000000-5,-1.000000 4.000000-9,-4.000000 3.000000-8,-1.000000 5.000000-10</inkml:trace>
</inkml:ink>
</file>

<file path=ppt/ink/ink4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8"/>
    </inkml:context>
    <inkml:brush xml:id="br0">
      <inkml:brushProperty name="width" value="0.0208812300115824" units="cm"/>
      <inkml:brushProperty name="height" value="0.0208812300115824" units="cm"/>
      <inkml:brushProperty name="color" value="#000000"/>
      <inkml:brushProperty name="ignorePressure" value="0"/>
    </inkml:brush>
  </inkml:definitions>
  <inkml:trace contextRef="#ctx0" brushRef="#br0">68139.000000 35860.000000 702,'-24.000000'18.000000'3,"11.000000"-4.000000"6 ,11.000000-3.000000 7,12.000000-4.000000 5,7.000000-4.000000 5,6.000000-4.000000 3,4.000000-3.000000 1,6.000000-4.000000 4,1.000000-4.000000-3,-1.000000-4.000000-8,-1.000000-3.000000-7,-2.000000-5.000000-7,-1.000000-2.000000-6,-2.000000-3.000000-3,-4.000000-2.000000-4,-2.000000-2.000000-4,-2.000000-1.000000-2,-5.000000 5.000000 1,-3.000000 3.000000 0,-5.000000 5.000000 1,-4.000000 2.000000 1,-6.000000 5.000000 1,-7.000000 3.000000 2,-5.000000 5.000000 0,-7.000000 5.000000 2,-4.000000 9.000000 0,-6.000000 9.000000 1,-5.000000 9.000000 1,0.000000 4.000000 3,1.000000 2.000000 4,4.000000 1.000000 6,2.000000 1.000000 5,3.000000 2.000000 1,6.000000-1.000000-1,4.000000 0.000000-3,5.000000 0.000000-1,7.000000-2.000000-5,7.000000-1.000000-4,8.000000-4.000000-5,7.000000-2.000000-4,9.000000-3.000000-6,11.000000-6.000000-5,9.000000-4.000000-5,10.000000-5.000000-4,0.000000-5.000000-1,-10.000000-2.000000 5,-10.000000-2.000000 4,-10.000000-2.000000 5,-5.000000-3.000000-5,2.000000-1.000000-13,1.000000-1.000000-12,2.000000-1.000000-13</inkml:trace>
</inkml:ink>
</file>

<file path=ppt/ink/ink4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8"/>
    </inkml:context>
    <inkml:brush xml:id="br0">
      <inkml:brushProperty name="width" value="0.026388781145215" units="cm"/>
      <inkml:brushProperty name="height" value="0.026388781145215" units="cm"/>
      <inkml:brushProperty name="color" value="#000000"/>
      <inkml:brushProperty name="ignorePressure" value="0"/>
    </inkml:brush>
  </inkml:definitions>
  <inkml:trace contextRef="#ctx0" brushRef="#br0">69239.000000 35079.000000 555,'-20.000000'99.000000'132,"-2.000000"-5.000000"-28 ,-1.000000-3.000000-28,-1.000000-4.000000-27,-2.000000-3.000000-17,-1.000000-1.000000-8,-1.000000-1.000000-7,-2.000000-2.000000-8,4.000000-3.000000-7,5.000000-8.000000-9,7.000000-8.000000-7,5.000000-8.000000-8,8.000000-8.000000-10,5.000000-12.000000-12,7.000000-11.000000-12,6.000000-11.000000-12,1.000000-8.000000-2,-1.000000-4.000000 10,-4.000000-3.000000 8,-1.000000-5.000000 10</inkml:trace>
</inkml:ink>
</file>

<file path=ppt/ink/ink4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9"/>
    </inkml:context>
    <inkml:brush xml:id="br0">
      <inkml:brushProperty name="width" value="0.0239966362714767" units="cm"/>
      <inkml:brushProperty name="height" value="0.0239966362714767" units="cm"/>
      <inkml:brushProperty name="color" value="#000000"/>
      <inkml:brushProperty name="ignorePressure" value="0"/>
    </inkml:brush>
  </inkml:definitions>
  <inkml:trace contextRef="#ctx0" brushRef="#br0">69360.000000 35720.000000 611,'-18.000000'28.000000'69,"6.000000"-1.000000"-7 ,4.000000-4.000000-10,5.000000-1.000000-8,5.000000-2.000000-7,2.000000 2.000000-6,2.000000 1.000000-5,2.000000 2.000000-5,5.000000-4.000000-5,4.000000-5.000000-4,6.000000-7.000000-3,4.000000-5.000000-4,5.000000-8.000000-3,2.000000-5.000000-1,2.000000-7.000000 0,3.000000-5.000000 0,-1.000000-8.000000-3,-1.000000-7.000000-2,-4.000000-8.000000-3,-1.000000-7.000000-2,-6.000000-3.000000-1,-5.000000 5.000000-1,-7.000000 3.000000 0,-6.000000 5.000000-1,-7.000000 3.000000 2,-11.000000 5.000000 4,-11.000000 6.000000 2,-8.000000 4.000000 4,-7.000000 7.000000 0,-1.000000 8.000000-4,-1.000000 6.000000-4,-1.000000 9.000000-4,2.000000 4.000000-5,6.000000 3.000000-7,7.000000 2.000000-6,6.000000 2.000000-8,4.000000 1.000000-3,3.000000-3.000000-3,2.000000-2.000000-1,3.000000-3.000000-1</inkml:trace>
</inkml:ink>
</file>

<file path=ppt/ink/ink4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9"/>
    </inkml:context>
    <inkml:brush xml:id="br0">
      <inkml:brushProperty name="width" value="0.0251101311296225" units="cm"/>
      <inkml:brushProperty name="height" value="0.0251101311296225" units="cm"/>
      <inkml:brushProperty name="color" value="#000000"/>
      <inkml:brushProperty name="ignorePressure" value="0"/>
    </inkml:brush>
  </inkml:definitions>
  <inkml:trace contextRef="#ctx0" brushRef="#br0">69900.000000 35420.000000 584,'-9.000000'18.000000'12,"5.000000"-4.000000"1 ,3.000000-3.000000 0,4.000000-4.000000 0,6.000000-3.000000 1,5.000000-1.000000 0,7.000000-1.000000 0,6.000000-2.000000 1,3.000000-1.000000-2,-1.000000-3.000000-6,2.000000-2.000000-4,-1.000000-2.000000-5,-2.000000-2.000000-3,-2.000000 2.000000 0,-2.000000 1.000000 0,-2.000000 1.000000 1,-4.000000 3.000000 0,-4.000000 2.000000 3,-3.000000 2.000000 2,-4.000000 2.000000 2,-4.000000 8.000000 3,-2.000000 11.000000 4,-2.000000 11.000000 4,-2.000000 11.000000 4,-4.000000 12.000000 4,-4.000000 8.000000 3,-3.000000 11.000000 4,-4.000000 11.000000 3,-2.000000 5.000000 1,-1.000000 5.000000-5,1.000000 3.000000-2,1.000000 5.000000-5,1.000000-4.000000-3,6.000000-8.000000-5,4.000000-9.000000-5,6.000000-8.000000-5,2.000000-13.000000-3,0.000000-14.000000-3,0.000000-16.000000-4,0.000000-14.000000-2,0.000000-13.000000-7,2.000000-8.000000-13,1.000000-9.000000-10,1.000000-9.000000-13,1.000000-2.000000-5,-2.000000 1.000000-1,-1.000000 4.000000 1,-1.000000 2.000000 0</inkml:trace>
</inkml:ink>
</file>

<file path=ppt/ink/ink4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9"/>
    </inkml:context>
    <inkml:brush xml:id="br0">
      <inkml:brushProperty name="width" value="0.0247970167547464" units="cm"/>
      <inkml:brushProperty name="height" value="0.0247970167547464" units="cm"/>
      <inkml:brushProperty name="color" value="#000000"/>
      <inkml:brushProperty name="ignorePressure" value="0"/>
    </inkml:brush>
  </inkml:definitions>
  <inkml:trace contextRef="#ctx0" brushRef="#br0">70139.000000 35460.000000 591,'31.000000'-19.000000'-1,"-1.000000"5.000000"0 ,0.000000 3.000000-1,0.000000 5.000000-2,-1.000000 2.000000 5,-1.000000 2.000000 9,-1.000000 4.000000 8,-2.000000 2.000000 9,0.000000 2.000000 4,0.000000 3.000000-4,0.000000 2.000000-2,0.000000 3.000000-2,-2.000000 2.000000-2,-6.000000 5.000000 1,-4.000000 3.000000 0,-5.000000 4.000000 2,-7.000000 5.000000-1,-5.000000 5.000000 1,-7.000000 4.000000 0,-5.000000 6.000000 0,-7.000000 2.000000-2,-4.000000 2.000000-4,-6.000000 1.000000-4,-4.000000 2.000000-3,-2.000000-2.000000-6,5.000000-4.000000-4,3.000000-3.000000-7,5.000000-4.000000-4,2.000000-7.000000-15,5.000000-8.000000-21,3.000000-9.000000-23,5.000000-9.000000-22</inkml:trace>
</inkml:ink>
</file>

<file path=ppt/ink/ink4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49"/>
    </inkml:context>
    <inkml:brush xml:id="br0">
      <inkml:brushProperty name="width" value="0.0225210320204496" units="cm"/>
      <inkml:brushProperty name="height" value="0.0225210320204496" units="cm"/>
      <inkml:brushProperty name="color" value="#000000"/>
      <inkml:brushProperty name="ignorePressure" value="0"/>
    </inkml:brush>
  </inkml:definitions>
  <inkml:trace contextRef="#ctx0" brushRef="#br0">70880.000000 35800.000000 651,'9.000000'10.000000'2,"-1.000000"0.000000"4 ,-1.000000-1.000000 4,-1.000000 1.000000 4,-1.000000 0.000000 3,-1.000000-2.000000 5,2.000000-1.000000 3,-1.000000-1.000000 4,0.000000-2.000000 1,2.000000 2.000000-1,1.000000-2.000000-2,2.000000 1.000000-2,0.000000 0.000000-1,2.000000-2.000000-3,1.000000-1.000000-2,2.000000-1.000000-2,1.000000-5.000000-3,3.000000-5.000000-5,2.000000-7.000000-3,2.000000-5.000000-3,1.000000-6.000000-5,-3.000000-1.000000-4,-2.000000-4.000000-3,-3.000000-2.000000-4,-2.000000 1.000000-3,-5.000000 1.000000-1,-3.000000 4.000000 0,-4.000000 2.000000-2,-5.000000 2.000000 2,-5.000000 5.000000 3,-4.000000 3.000000 4,-5.000000 4.000000 2,-5.000000 6.000000 4,-2.000000 5.000000 2,-2.000000 7.000000 1,-2.000000 6.000000 3,-2.000000 6.000000 3,2.000000 6.000000 4,1.000000 7.000000 3,2.000000 6.000000 4,1.000000 3.000000 1,5.000000 0.000000 0,3.000000-1.000000-1,5.000000 2.000000-1,4.000000-2.000000-3,6.000000-1.000000-6,7.000000-1.000000-5,5.000000-1.000000-6,8.000000-5.000000-4,8.000000-5.000000-2,6.000000-7.000000-4,9.000000-5.000000-2,0.000000-6.000000-3,-5.000000-1.000000-5,-4.000000-4.000000-4,-5.000000-2.000000-4,-5.000000-2.000000-4,-2.000000-3.000000-3,-2.000000-2.000000-4,-2.000000-2.000000-3</inkml:trace>
</inkml:ink>
</file>

<file path=ppt/ink/ink4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0"/>
    </inkml:context>
    <inkml:brush xml:id="br0">
      <inkml:brushProperty name="width" value="0.0279759131371975" units="cm"/>
      <inkml:brushProperty name="height" value="0.0279759131371975" units="cm"/>
      <inkml:brushProperty name="color" value="#000000"/>
      <inkml:brushProperty name="ignorePressure" value="0"/>
    </inkml:brush>
  </inkml:definitions>
  <inkml:trace contextRef="#ctx0" brushRef="#br0">71500.000000 35679.000000 524,'11.000000'-7.000000'71,"3.000000"5.000000"-15 ,2.000000 4.000000-16,3.000000 5.000000-16,0.000000 5.000000-9,-1.000000 4.000000-2,-1.000000 3.000000-3,-1.000000 5.000000-3,-3.000000 2.000000-1,-1.000000 5.000000 0,-4.000000 3.000000-1,-2.000000 4.000000 0,-2.000000 2.000000-1,-5.000000-2.000000-1,-3.000000-1.000000-1,-4.000000-2.000000-1,-3.000000-2.000000 0,2.000000-5.000000 1,-2.000000-6.000000 0,1.000000-5.000000 1,2.000000-5.000000 2,2.000000-8.000000 5,2.000000-8.000000 4,3.000000-8.000000 5,3.000000-7.000000 3,6.000000-9.000000 1,4.000000-9.000000 1,5.000000-8.000000 2,5.000000-6.000000-3,2.000000-1.000000-6,2.000000-1.000000-6,2.000000-2.000000-6,5.000000 2.000000-9,5.000000 4.000000-14,4.000000 3.000000-13,6.000000 5.000000-13,-3.000000 4.000000-11,-8.000000 9.000000-7,-9.000000 6.000000-8,-8.000000 9.000000-6</inkml:trace>
</inkml:ink>
</file>

<file path=ppt/ink/ink4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0"/>
    </inkml:context>
    <inkml:brush xml:id="br0">
      <inkml:brushProperty name="width" value="0.018840791657567" units="cm"/>
      <inkml:brushProperty name="height" value="0.018840791657567" units="cm"/>
      <inkml:brushProperty name="color" value="#000000"/>
      <inkml:brushProperty name="ignorePressure" value="0"/>
    </inkml:brush>
  </inkml:definitions>
  <inkml:trace contextRef="#ctx0" brushRef="#br0">75719.000000 35720.000000 778,'2.000000'28.000000'60,"2.000000"-4.000000"-9 ,2.000000-3.000000-9,2.000000-4.000000-9,2.000000-3.000000-9,-2.000000-1.000000-12,-1.000000-1.000000-13,-2.000000-1.000000-10,1.000000-2.000000-14,-2.000000-1.000000-13,2.000000-1.000000-14,-2.000000-2.000000-14</inkml:trace>
</inkml:ink>
</file>

<file path=ppt/ink/ink4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1"/>
    </inkml:context>
    <inkml:brush xml:id="br0">
      <inkml:brushProperty name="width" value="0.0227909460663795" units="cm"/>
      <inkml:brushProperty name="height" value="0.0227909460663795" units="cm"/>
      <inkml:brushProperty name="color" value="#000000"/>
      <inkml:brushProperty name="ignorePressure" value="0"/>
    </inkml:brush>
  </inkml:definitions>
  <inkml:trace contextRef="#ctx0" brushRef="#br0">75600.000000 36220.000000 643,'0.000000'18.000000'6,"0.000000"-2.000000"13 ,0.000000-2.000000 12,0.000000-3.000000 13,0.000000 0.000000 5,2.000000-1.000000-1,1.000000 0.000000-2,2.000000 0.000000-1,1.000000 0.000000-9,5.000000-1.000000-13,3.000000 2.000000-14,5.000000-1.000000-13,0.000000 0.000000-19,-1.000000-1.000000-20,-1.000000 1.000000-22,-1.000000 1.000000-21</inkml:trace>
</inkml:ink>
</file>

<file path=ppt/ink/ink4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8"/>
    </inkml:context>
    <inkml:brush xml:id="br0">
      <inkml:brushProperty name="width" value="0.0292442198842764" units="cm"/>
      <inkml:brushProperty name="height" value="0.0292442198842764" units="cm"/>
      <inkml:brushProperty name="color" value="#000000"/>
      <inkml:brushProperty name="ignorePressure" value="0"/>
    </inkml:brush>
  </inkml:definitions>
  <inkml:trace contextRef="#ctx0" brushRef="#br0">65919.000000 39379.000000 501,'0.000000'-18.000000'2,"0.000000"2.000000"9 ,0.000000 2.000000 9,0.000000 3.000000 9,2.000000 5.000000 5,2.000000 9.000000 3,2.000000 9.000000 1,2.000000 9.000000 1,1.000000 8.000000 0,-3.000000 12.000000-4,-2.000000 9.000000-4,-2.000000 9.000000-3,-2.000000 10.000000-5,0.000000 5.000000-3,0.000000 7.000000-4,0.000000 5.000000-4,-2.000000 4.000000-3,-1.000000-2.000000 0,-4.000000-1.000000 0,-2.000000-2.000000-1,0.000000-3.000000 0,1.000000-6.000000 2,1.000000-7.000000 0,2.000000-6.000000 2,0.000000-8.000000-3,2.000000-12.000000-9,1.000000-11.000000-7,2.000000-12.000000-7,2.000000-14.000000-14,6.000000-19.000000-18,4.000000-19.000000-19,5.000000-19.000000-17,2.000000-4.000000-3,-2.000000 11.000000 14,-4.000000 8.000000 12,-1.000000 11.000000 13</inkml:trace>
</inkml:ink>
</file>

<file path=ppt/ink/ink4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9"/>
    </inkml:context>
    <inkml:brush xml:id="br0">
      <inkml:brushProperty name="width" value="0.0312560833990574" units="cm"/>
      <inkml:brushProperty name="height" value="0.0312560833990574" units="cm"/>
      <inkml:brushProperty name="color" value="#000000"/>
      <inkml:brushProperty name="ignorePressure" value="0"/>
    </inkml:brush>
  </inkml:definitions>
  <inkml:trace contextRef="#ctx0" brushRef="#br0">66160.000000 38960.000000 469,'40.000000'-9.000000'78,"2.000000"3.000000"-15 ,1.000000 2.000000-14,2.000000 2.000000-16,2.000000 3.000000-9,6.000000 1.000000-4,4.000000 1.000000-4,6.000000 2.000000-3,3.000000 0.000000-3,2.000000 2.000000-1,4.000000 1.000000-2,2.000000 1.000000 0,6.000000 1.000000-3,10.000000-2.000000-3,10.000000-1.000000-3,10.000000-1.000000-3,3.000000-2.000000-2,-1.000000-1.000000-1,-4.000000-1.000000-1,-1.000000-1.000000-1,-2.000000-1.000000 0,2.000000 2.000000 1,1.000000 1.000000 0,2.000000 1.000000 2,-2.000000 1.000000 1,-2.000000-2.000000 1,-2.000000-1.000000 2,-2.000000-2.000000 2,1.000000 0.000000 1,8.000000 0.000000 2,8.000000 0.000000 2,8.000000 0.000000 1,-1.000000 0.000000 1,-7.000000 0.000000 1,-8.000000 0.000000 1,-8.000000 0.000000 1,0.000000 0.000000 0,4.000000 0.000000-1,6.000000 0.000000 1,5.000000 0.000000-1,0.000000 0.000000 0,-4.000000 0.000000-2,-3.000000 0.000000-1,-4.000000 0.000000-1,-2.000000 0.000000-1,2.000000 0.000000-1,1.000000 0.000000 0,1.000000 0.000000 0,-3.000000 0.000000-1,-12.000000 0.000000 1,-8.000000 0.000000 1,-11.000000 0.000000 1,-6.000000 1.000000 0,-1.000000 1.000000-1,-1.000000 1.000000 1,-2.000000 2.000000 0,-1.000000 0.000000-1,-5.000000-1.000000-1,-3.000000 2.000000-1,-4.000000-1.000000-1,-6.000000-1.000000-1,-7.000000-1.000000-1,-8.000000-1.000000 0,-8.000000-2.000000-1,-6.000000 2.000000 0,-9.000000 4.000000 0,-6.000000 3.000000 0,-8.000000 5.000000 0,-5.000000-1.000000 2,2.000000-1.000000 2,-2.000000-4.000000 2,1.000000-1.000000 3,0.000000-2.000000 0,1.000000 2.000000 0,-2.000000 1.000000-2,2.000000 1.000000 0,-1.000000 2.000000-1,2.000000 1.000000-1,1.000000 1.000000 0,2.000000 1.000000 0,-1.000000 2.000000-1,-1.000000 1.000000 1,-1.000000 1.000000-1,-2.000000 2.000000 1,0.000000 2.000000 1,1.000000 6.000000 1,-2.000000 4.000000 3,2.000000 6.000000 1,-1.000000 5.000000 2,0.000000 8.000000 1,0.000000 8.000000 1,-1.000000 7.000000 1,1.000000 7.000000 0,-2.000000 4.000000-1,-1.000000 6.000000-1,-2.000000 5.000000-2,1.000000 0.000000-2,1.000000-1.000000-2,1.000000-4.000000-5,1.000000-1.000000-2,2.000000-5.000000-1,1.000000-4.000000-1,1.000000-6.000000 0,2.000000-5.000000 0,-1.000000-6.000000-1,2.000000-9.000000 0,-2.000000-9.000000-1,1.000000-8.000000-1,1.000000-10.000000-8,1.000000-11.000000-16,1.000000-9.000000-16,2.000000-9.000000-16</inkml:trace>
</inkml:ink>
</file>

<file path=ppt/ink/ink4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2:59"/>
    </inkml:context>
    <inkml:brush xml:id="br0">
      <inkml:brushProperty name="width" value="0.0298840291798115" units="cm"/>
      <inkml:brushProperty name="height" value="0.0298840291798115" units="cm"/>
      <inkml:brushProperty name="color" value="#000000"/>
      <inkml:brushProperty name="ignorePressure" value="0"/>
    </inkml:brush>
  </inkml:definitions>
  <inkml:trace contextRef="#ctx0" brushRef="#br0">65800.000000 40739.000000 490,'45.000000'-1.000000'67,"12.000000"-3.000000"-10 ,11.000000-2.000000-12,12.000000-2.000000-11,8.000000-2.000000-6,9.000000 2.000000-2,6.000000 1.000000-1,9.000000 1.000000-2,2.000000 1.000000-1,-1.000000 0.000000-2,-1.000000 1.000000-1,-1.000000-1.000000-1,1.000000 2.000000-2,6.000000 6.000000-2,4.000000 4.000000-2,6.000000 5.000000-1,3.000000 3.000000-2,2.000000 1.000000-1,4.000000-1.000000 0,1.000000 0.000000-2,-1.000000-1.000000 0,-6.000000 1.000000 0,-7.000000 1.000000-1,-5.000000-1.000000 0,-3.000000 0.000000 0,5.000000 0.000000-1,3.000000-1.000000 0,4.000000 2.000000 0,-1.000000-1.000000-2,-6.000000 2.000000-2,-7.000000 1.000000-1,-6.000000 1.000000-4,-2.000000 1.000000 0,1.000000-2.000000 0,1.000000-1.000000-1,1.000000-1.000000 0,-2.000000-3.000000 1,-6.000000-4.000000 2,-7.000000-3.000000 1,-5.000000-5.000000 1,-6.000000-2.000000 1,-1.000000-5.000000-1,-4.000000-3.000000-1,-1.000000-4.000000-1,-6.000000-2.000000 0,-7.000000-1.000000 0,-8.000000 1.000000-1,-8.000000 1.000000 1,-10.000000 0.000000-9,-15.000000 3.000000-15,-16.000000 2.000000-16,-14.000000 3.000000-17,-8.000000 2.000000-6,2.000000 2.000000 3,1.000000 4.000000 1,2.000000 2.000000 2</inkml:trace>
</inkml:ink>
</file>

<file path=ppt/ink/ink4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0"/>
    </inkml:context>
    <inkml:brush xml:id="br0">
      <inkml:brushProperty name="width" value="0.0262289270758629" units="cm"/>
      <inkml:brushProperty name="height" value="0.0262289270758629" units="cm"/>
      <inkml:brushProperty name="color" value="#000000"/>
      <inkml:brushProperty name="ignorePressure" value="0"/>
    </inkml:brush>
  </inkml:definitions>
  <inkml:trace contextRef="#ctx0" brushRef="#br0">67560.000000 39879.000000 559,'-11.000000'-28.000000'1,"2.000000"2.000000"4 ,-2.000000 2.000000 3,1.000000 2.000000 3,0.000000 3.000000 4,1.000000 1.000000 7,-2.000000 1.000000 6,2.000000 2.000000 7,-3.000000 1.000000 2,-1.000000 2.000000-2,-4.000000 4.000000-1,-2.000000 2.000000-1,-2.000000 4.000000-4,-2.000000 9.000000-6,-4.000000 6.000000-4,-2.000000 9.000000-6,-1.000000 6.000000-4,1.000000 9.000000-2,-1.000000 6.000000-1,0.000000 9.000000-2,2.000000 2.000000-1,6.000000 2.000000-1,4.000000-2.000000 0,5.000000 1.000000-1,5.000000-1.000000 0,4.000000-2.000000-1,3.000000-4.000000-1,5.000000-2.000000 0,6.000000-3.000000-4,9.000000-5.000000-4,11.000000-6.000000-5,11.000000-5.000000-6,4.000000-5.000000-7,2.000000-9.000000-9,1.000000-6.000000-9,2.000000-8.000000-10,-1.000000-8.000000-1,-1.000000-5.000000 5,-1.000000-7.000000 5,-2.000000-5.000000 6,-2.000000-6.000000 6,-6.000000-4.000000 8,-4.000000-3.000000 7,-5.000000-4.000000 8,-5.000000-2.000000 4,-4.000000-1.000000 2,-3.000000 2.000000 1,-4.000000-1.000000 2,-3.000000 2.000000 3,-1.000000 6.000000 5,-1.000000 4.000000 5,-1.000000 5.000000 5,-2.000000 6.000000 6,-1.000000 4.000000 5,-1.000000 6.000000 5,-2.000000 5.000000 5,0.000000 3.000000 3,0.000000 5.000000-1,0.000000 3.000000-1,0.000000 4.000000-1,0.000000 5.000000-2,-2.000000 5.000000 0,-1.000000 4.000000-2,-1.000000 6.000000 0,-1.000000 3.000000-3,2.000000 3.000000-4,1.000000 2.000000-3,1.000000 3.000000-4,1.000000-1.000000-5,0.000000-1.000000-4,0.000000-4.000000-4,0.000000-2.000000-5,2.000000-1.000000-4,2.000000-2.000000-5,2.000000-1.000000-4,2.000000-1.000000-5,5.000000-5.000000-5,4.000000-5.000000-3,6.000000-7.000000-4,4.000000-5.000000-3,4.000000-8.000000-3,1.000000-5.000000 1,1.000000-7.000000 0,2.000000-5.000000 1,-1.000000-6.000000 2,-1.000000-1.000000 4,-1.000000-4.000000 5,-1.000000-2.000000 5,-3.000000 1.000000 3,-2.000000 1.000000 3,-2.000000 4.000000 2,-2.000000 2.000000 4,-4.000000 2.000000 2,-4.000000 5.000000 5,-3.000000 3.000000 3,-4.000000 4.000000 4,-3.000000 6.000000 4,-1.000000 5.000000 5,-1.000000 7.000000 5,-2.000000 6.000000 4,0.000000 5.000000 2,0.000000 5.000000-3,0.000000 6.000000-3,0.000000 5.000000-2,2.000000 0.000000-6,4.000000-1.000000-10,3.000000-4.000000-9,4.000000-1.000000-9,2.000000-5.000000-4,-2.000000-4.000000 0,-1.000000-6.000000 1,-2.000000-5.000000 1,0.000000-2.000000-5,0.000000 0.000000-9,1.000000 1.000000-8,-1.000000-1.000000-10</inkml:trace>
</inkml:ink>
</file>

<file path=ppt/ink/ink4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0"/>
    </inkml:context>
    <inkml:brush xml:id="br0">
      <inkml:brushProperty name="width" value="0.0261686313897371" units="cm"/>
      <inkml:brushProperty name="height" value="0.0261686313897371" units="cm"/>
      <inkml:brushProperty name="color" value="#000000"/>
      <inkml:brushProperty name="ignorePressure" value="0"/>
    </inkml:brush>
  </inkml:definitions>
  <inkml:trace contextRef="#ctx0" brushRef="#br0">68639.000000 39700.000000 560,'-30.000000'35.000000'53,"18.000000"-8.000000"1 ,19.000000-9.000000 2,19.000000-9.000000 2,10.000000-4.000000-3,5.000000-2.000000-8,3.000000-1.000000-7,5.000000-1.000000-7,0.000000-2.000000-8,-1.000000-1.000000-11,-1.000000-1.000000-10,-2.000000-2.000000-9,-1.000000 1.000000-10,-2.000000 1.000000-8,-4.000000 1.000000-9,-1.000000 1.000000-9,-6.000000 1.000000-3,-5.000000 0.000000 2,-7.000000 0.000000 2,-6.000000 0.000000 2,-2.000000 0.000000 0,-2.000000 0.000000-2,2.000000 0.000000-1,-1.000000 0.000000-2</inkml:trace>
</inkml:ink>
</file>

<file path=ppt/ink/ink4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1"/>
    </inkml:context>
    <inkml:brush xml:id="br0">
      <inkml:brushProperty name="width" value="0.0270089898258448" units="cm"/>
      <inkml:brushProperty name="height" value="0.0270089898258448" units="cm"/>
      <inkml:brushProperty name="color" value="#000000"/>
      <inkml:brushProperty name="ignorePressure" value="0"/>
    </inkml:brush>
  </inkml:definitions>
  <inkml:trace contextRef="#ctx0" brushRef="#br0">69119.000000 39500.000000 543,'-27.000000'19.000000'12,"5.000000"-1.000000"3 ,4.000000-1.000000 3,5.000000-1.000000 3,3.000000 3.000000 4,-2.000000 9.000000 4,-1.000000 9.000000 6,-2.000000 9.000000 4,1.000000 5.000000 0,-2.000000 2.000000-2,2.000000 4.000000-3,-1.000000 2.000000-3,1.000000 0.000000-3,2.000000-1.000000-4,4.000000-1.000000-3,1.000000-1.000000-4,4.000000-3.000000-3,4.000000-4.000000-4,3.000000-3.000000-4,5.000000-5.000000-5,2.000000-4.000000-4,5.000000-6.000000-7,3.000000-7.000000-6,4.000000-5.000000-6,4.000000-8.000000-8,4.000000-5.000000-6,3.000000-7.000000-7,5.000000-5.000000-6,0.000000-7.000000-3,-1.000000-5.000000 5,-1.000000-4.000000 3,-1.000000-6.000000 3,-2.000000-1.000000 6,-1.000000-2.000000 4,-1.000000 2.000000 7,-1.000000-1.000000 5,-2.000000 0.000000 4,-1.000000 2.000000 6,-1.000000 1.000000 3,-2.000000 2.000000 5,0.000000 1.000000 6,-2.000000 2.000000 5,-1.000000 4.000000 6,-1.000000 2.000000 7,-1.000000 1.000000 2,0.000000-1.000000 0,-1.000000 2.000000 1,2.000000-1.000000-1,-3.000000 0.000000-1,-2.000000 2.000000-4,-2.000000 1.000000-1,-3.000000 2.000000-4,-2.000000-2.000000-1,-2.000000-1.000000-2,-4.000000-4.000000-2,-2.000000-1.000000 0,-3.000000-2.000000-2,-6.000000 2.000000 1,-4.000000 1.000000-1,-5.000000 1.000000 0,-5.000000 4.000000 0,-4.000000 5.000000 2,-3.000000 4.000000 1,-5.000000 6.000000 1,0.000000 5.000000 1,1.000000 9.000000 1,1.000000 6.000000 0,2.000000 8.000000 1,1.000000 6.000000 0,5.000000 1.000000-2,3.000000 4.000000 0,4.000000 2.000000-1,5.000000 0.000000-1,5.000000 2.000000-2,4.000000-2.000000-2,6.000000 1.000000-2,8.000000-1.000000-4,15.000000-5.000000-10,13.000000-3.000000-7,15.000000-5.000000-9,6.000000-4.000000-6,0.000000-8.000000-1,0.000000-8.000000-4,-1.000000-8.000000-2,-2.000000-3.000000-3,-6.000000-2.000000-5,-7.000000-1.000000-4,-5.000000-2.000000-5</inkml:trace>
</inkml:ink>
</file>

<file path=ppt/ink/ink4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1"/>
    </inkml:context>
    <inkml:brush xml:id="br0">
      <inkml:brushProperty name="width" value="0.0286055393517017" units="cm"/>
      <inkml:brushProperty name="height" value="0.0286055393517017" units="cm"/>
      <inkml:brushProperty name="color" value="#000000"/>
      <inkml:brushProperty name="ignorePressure" value="0"/>
    </inkml:brush>
  </inkml:definitions>
  <inkml:trace contextRef="#ctx0" brushRef="#br0">74580.000000 38679.000000 512,'-9.000000'28.000000'2,"2.000000"-6.000000"4 ,4.000000-4.000000 3,2.000000-5.000000 4,1.000000 0.000000 4,0.000000 8.000000 6,0.000000 8.000000 4,0.000000 8.000000 6,-1.000000 7.000000 2,-1.000000 9.000000-2,-1.000000 9.000000-2,-1.000000 8.000000 0,-2.000000 9.000000-3,1.000000 7.000000-1,1.000000 8.000000-1,-1.000000 8.000000-3,0.000000 4.000000-1,0.000000 2.000000-2,-1.000000 4.000000-2,2.000000 1.000000-1,-2.000000-3.000000-2,2.000000-12.000000-3,-2.000000-11.000000-2,1.000000-11.000000-3,1.000000-12.000000-4,1.000000-11.000000-9,1.000000-11.000000-7,2.000000-11.000000-9,1.000000-10.000000-4,3.000000-7.000000-4,2.000000-8.000000-3,3.000000-8.000000-4,1.000000-8.000000-2,2.000000-9.000000-3,1.000000-12.000000-2,2.000000-9.000000-3,-1.000000-1.000000 1,-1.000000 5.000000 2,-1.000000 7.000000 4,-1.000000 6.000000 3</inkml:trace>
</inkml:ink>
</file>

<file path=ppt/ink/ink4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2"/>
    </inkml:context>
    <inkml:brush xml:id="br0">
      <inkml:brushProperty name="width" value="0.0321745984256268" units="cm"/>
      <inkml:brushProperty name="height" value="0.0321745984256268" units="cm"/>
      <inkml:brushProperty name="color" value="#000000"/>
      <inkml:brushProperty name="ignorePressure" value="0"/>
    </inkml:brush>
  </inkml:definitions>
  <inkml:trace contextRef="#ctx0" brushRef="#br0">74680.000000 39020.000000 455,'41.000000'-18.000000'80,"5.000000"6.000000"-18 ,3.000000 4.000000-16,4.000000 5.000000-18,6.000000 4.000000-8,7.000000 1.000000-1,8.000000 1.000000-1,8.000000 1.000000-1,4.000000 2.000000-1,3.000000 1.000000-4,2.000000 1.000000-4,3.000000 2.000000-2,4.000000-1.000000-4,6.000000-1.000000-1,7.000000-1.000000-3,5.000000-1.000000-2,1.000000-2.000000-2,-6.000000-1.000000 0,-7.000000-1.000000 0,-6.000000-1.000000-1,-2.000000-3.000000 1,1.000000-1.000000 0,1.000000-4.000000 0,2.000000-2.000000 1,-2.000000-1.000000 2,-1.000000 1.000000 1,-4.000000-1.000000 3,-2.000000 0.000000 2,1.000000 0.000000 2,2.000000 2.000000 1,2.000000 1.000000 1,2.000000 2.000000 2,3.000000 0.000000 0,1.000000 0.000000 1,1.000000-1.000000 1,2.000000 2.000000 0,-1.000000-1.000000 0,-1.000000 2.000000-1,-1.000000 1.000000-2,-2.000000 1.000000-1,2.000000 2.000000-2,1.000000 1.000000-1,4.000000 1.000000-1,2.000000 2.000000-2,-3.000000-1.000000-2,-8.000000-1.000000 0,-6.000000-1.000000-1,-9.000000-1.000000-1,-3.000000-1.000000 1,-2.000000 0.000000 1,-1.000000 0.000000 2,-1.000000 0.000000 1,-7.000000 0.000000 1,-8.000000 0.000000-1,-12.000000 0.000000 0,-9.000000 0.000000-1,-11.000000-1.000000 0,-13.000000-1.000000-1,-12.000000-1.000000 0,-12.000000-1.000000 0,-7.000000-1.000000 1,0.000000 2.000000 1,-1.000000 1.000000 0,2.000000 1.000000 2,-1.000000 2.000000 0,2.000000 1.000000-1,1.000000 1.000000 1,2.000000 2.000000-1,0.000000 0.000000-1,2.000000 2.000000 0,1.000000 1.000000 0,1.000000 1.000000-1,1.000000 7.000000 1,-2.000000 11.000000 2,-1.000000 11.000000 2,-2.000000 12.000000 2,0.000000 6.000000 2,0.000000 5.000000 1,1.000000 3.000000 1,-1.000000 5.000000 1,1.000000 4.000000 0,2.000000 8.000000-3,4.000000 8.000000-1,2.000000 8.000000-3,1.000000 1.000000-2,0.000000-1.000000-1,0.000000-4.000000 0,0.000000-2.000000-2,-1.000000-4.000000-1,-1.000000-8.000000-1,-1.000000-8.000000-2,-2.000000-8.000000-2,1.000000-6.000000-2,1.000000-8.000000-2,1.000000-8.000000-3,2.000000-7.000000-2,-1.000000-7.000000-10,-1.000000-4.000000-18,-1.000000-6.000000-17,-1.000000-5.000000-18,-2.000000-3.000000-4,1.000000-5.000000 10,1.000000-3.000000 11,-1.000000-4.000000 9</inkml:trace>
</inkml:ink>
</file>

<file path=ppt/ink/ink4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3"/>
    </inkml:context>
    <inkml:brush xml:id="br0">
      <inkml:brushProperty name="width" value="0.0276702865958214" units="cm"/>
      <inkml:brushProperty name="height" value="0.0276702865958214" units="cm"/>
      <inkml:brushProperty name="color" value="#000000"/>
      <inkml:brushProperty name="ignorePressure" value="0"/>
    </inkml:brush>
  </inkml:definitions>
  <inkml:trace contextRef="#ctx0" brushRef="#br0">74400.000000 40660.000000 530,'20.000000'-20.000000'1,"2.000000"2.000000"-3 ,1.000000 1.000000-2,1.000000 1.000000-2,3.000000 2.000000-1,4.000000 1.000000 2,3.000000 1.000000 2,4.000000 1.000000 3,8.000000 2.000000 5,11.000000 1.000000 10,11.000000 1.000000 11,11.000000 2.000000 10,10.000000 0.000000 5,5.000000 2.000000-1,7.000000 1.000000 0,6.000000 2.000000-1,4.000000 0.000000-1,5.000000 0.000000-5,3.000000 0.000000-4,5.000000 0.000000-4,3.000000 1.000000-4,6.000000 5.000000-4,4.000000 3.000000-3,5.000000 4.000000-3,5.000000 4.000000-2,2.000000 1.000000 1,2.000000 4.000000 1,2.000000 2.000000 1,-2.000000-1.000000-1,-9.000000-1.000000-3,-9.000000-4.000000-4,-9.000000-2.000000-4,-3.000000-2.000000-1,1.000000-2.000000-1,1.000000-4.000000 0,2.000000-2.000000-1,-4.000000-1.000000 0,-5.000000-2.000000 1,-7.000000-1.000000 0,-5.000000-2.000000 2,-6.000000 0.000000-1,-4.000000 0.000000-1,-3.000000 0.000000 0,-4.000000 0.000000-1,-8.000000-1.000000-2,-11.000000-3.000000-3,-11.000000-2.000000-3,-11.000000-2.000000-2,-10.000000-3.000000-5,-5.000000 2.000000-5,-7.000000-2.000000-5,-6.000000 1.000000-6,-6.000000 1.000000-7,-6.000000 1.000000-10,-7.000000 1.000000-7,-5.000000 2.000000-10,-4.000000-1.000000 3,2.000000 2.000000 14,1.000000-2.000000 15,1.000000 1.000000 14</inkml:trace>
</inkml:ink>
</file>

<file path=ppt/ink/ink4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3"/>
    </inkml:context>
    <inkml:brush xml:id="br0">
      <inkml:brushProperty name="width" value="0.0242961440235376" units="cm"/>
      <inkml:brushProperty name="height" value="0.0242961440235376" units="cm"/>
      <inkml:brushProperty name="color" value="#000000"/>
      <inkml:brushProperty name="ignorePressure" value="0"/>
    </inkml:brush>
  </inkml:definitions>
  <inkml:trace contextRef="#ctx0" brushRef="#br0">76200.000000 39539.000000 603,'-10.000000'-10.000000'2,"2.000000"1.000000"3 ,1.000000-1.000000 3,1.000000 0.000000 3,1.000000-2.000000 6,1.000000-1.000000 7,-1.000000-4.000000 7,0.000000-2.000000 8,-1.000000 0.000000 2,-1.000000 1.000000-6,-1.000000 1.000000-4,-2.000000 2.000000-5,-1.000000 1.000000-5,-2.000000 3.000000-3,-4.000000 2.000000-5,-1.000000 2.000000-5,-4.000000 5.000000-2,-4.000000 4.000000-3,-3.000000 6.000000-3,-4.000000 5.000000-3,-3.000000 6.000000-2,-1.000000 12.000000-4,-1.000000 8.000000-2,-1.000000 11.000000-4,0.000000 8.000000 0,3.000000 5.000000 1,2.000000 4.000000 1,3.000000 6.000000 1,4.000000-1.000000 2,6.000000-5.000000 4,7.000000-4.000000 4,5.000000-5.000000 3,8.000000-8.000000 3,7.000000-10.000000 0,8.000000-10.000000 0,8.000000-10.000000 1,6.000000-9.000000 0,6.000000-5.000000-2,7.000000-7.000000-1,6.000000-5.000000-2,3.000000-7.000000-3,0.000000-5.000000-3,0.000000-4.000000-4,0.000000-6.000000-3,-2.000000-3.000000-3,-4.000000-5.000000-2,-3.000000-3.000000-2,-4.000000-5.000000-2,-5.000000-1.000000 1,-4.000000 0.000000 5,-6.000000 1.000000 3,-4.000000-1.000000 5,-5.000000 1.000000 4,-1.000000 5.000000 2,-4.000000 3.000000 2,-2.000000 5.000000 4,-3.000000 6.000000 8,-5.000000 12.000000 13,-6.000000 11.000000 14,-5.000000 12.000000 14,0.000000 8.000000 2,1.000000 8.000000-9,4.000000 8.000000-10,2.000000 7.000000-9,1.000000 4.000000-11,2.000000 0.000000-12,1.000000 1.000000-13,1.000000-1.000000-11,1.000000-4.000000-5,0.000000-5.000000-1,0.000000-7.000000 1,0.000000-5.000000 0,2.000000-6.000000-5,2.000000-1.000000-13,2.000000-4.000000-12,2.000000-1.000000-11</inkml:trace>
</inkml:ink>
</file>

<file path=ppt/ink/ink4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3"/>
    </inkml:context>
    <inkml:brush xml:id="br0">
      <inkml:brushProperty name="width" value="0.0256293527781963" units="cm"/>
      <inkml:brushProperty name="height" value="0.0256293527781963" units="cm"/>
      <inkml:brushProperty name="color" value="#000000"/>
      <inkml:brushProperty name="ignorePressure" value="0"/>
    </inkml:brush>
  </inkml:definitions>
  <inkml:trace contextRef="#ctx0" brushRef="#br0">77080.000000 39600.000000 572,'-10.000000'-19.000000'15,"2.000000"2.000000"4 ,1.000000 4.000000 4,2.000000 1.000000 3,-2.000000 3.000000 3,-4.000000 1.000000 2,-3.000000 1.000000 2,-4.000000 2.000000 2,-4.000000 1.000000-1,-1.000000 5.000000-3,-4.000000 3.000000-4,-1.000000 5.000000-4,-3.000000 4.000000-3,1.000000 8.000000-3,1.000000 8.000000-3,-1.000000 8.000000-3,1.000000 4.000000-1,5.000000 2.000000-1,3.000000 4.000000-1,4.000000 2.000000 0,6.000000-1.000000-3,5.000000-1.000000-7,7.000000-4.000000-5,6.000000-2.000000-5,7.000000-4.000000-7,9.000000-6.000000-4,9.000000-7.000000-6,8.000000-6.000000-6,7.000000-6.000000-3,2.000000-6.000000-2,2.000000-7.000000-2,2.000000-5.000000-2,-2.000000-4.000000 3,-11.000000 2.000000 7,-10.000000 1.000000 6,-10.000000 2.000000 7,-5.000000-1.000000 2,0.000000-1.000000-1,0.000000-1.000000-1,-1.000000-2.000000-1</inkml:trace>
</inkml:ink>
</file>

<file path=ppt/ink/ink4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4"/>
    </inkml:context>
    <inkml:brush xml:id="br0">
      <inkml:brushProperty name="width" value="0.0329675897955894" units="cm"/>
      <inkml:brushProperty name="height" value="0.0329675897955894" units="cm"/>
      <inkml:brushProperty name="color" value="#000000"/>
      <inkml:brushProperty name="ignorePressure" value="0"/>
    </inkml:brush>
  </inkml:definitions>
  <inkml:trace contextRef="#ctx0" brushRef="#br0">77280.000000 39560.000000 444,'40.000000'0.000000'117,"2.000000"0.000000"-23 ,1.000000 0.000000-22,2.000000 0.000000-22,2.000000 0.000000-15,6.000000 0.000000-4,4.000000 0.000000-5,5.000000 0.000000-5,1.000000 0.000000-3,-6.000000 0.000000-2,-4.000000 0.000000-1,-6.000000 0.000000-2,-5.000000 0.000000-1,-6.000000 0.000000 0,-7.000000 0.000000 0,-6.000000 0.000000-1</inkml:trace>
</inkml:ink>
</file>

<file path=ppt/ink/ink4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4"/>
    </inkml:context>
    <inkml:brush xml:id="br0">
      <inkml:brushProperty name="width" value="0.0332693494856358" units="cm"/>
      <inkml:brushProperty name="height" value="0.0332693494856358" units="cm"/>
      <inkml:brushProperty name="color" value="#000000"/>
      <inkml:brushProperty name="ignorePressure" value="0"/>
    </inkml:brush>
  </inkml:definitions>
  <inkml:trace contextRef="#ctx0" brushRef="#br0">77860.000000 39379.000000 440,'-1.000000'-26.000000'9,"-1.000000"5.000000"6 ,-1.000000 7.000000 7,-1.000000 6.000000 5,-3.000000 9.000000 8,-1.000000 15.000000 9,-4.000000 13.000000 9,-1.000000 15.000000 10,-4.000000 9.000000-2,-1.000000 6.000000-9,-4.000000 7.000000-11,-1.000000 6.000000-11,-1.000000 3.000000-6,5.000000 0.000000-3,3.000000 0.000000-3,5.000000 0.000000-3,3.000000-5.000000-4,6.000000-8.000000-2,4.000000-9.000000-3,6.000000-9.000000-2,7.000000-8.000000-6,10.000000-9.000000-4,10.000000-9.000000-6,10.000000-8.000000-6,6.000000-9.000000-4,3.000000-5.000000-3,2.000000-7.000000-3,3.000000-6.000000-3,-5.000000-2.000000-9,-11.000000 1.000000-15,-11.000000 1.000000-14,-11.000000 2.000000-15</inkml:trace>
</inkml:ink>
</file>

<file path=ppt/ink/ink4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7"/>
    </inkml:context>
    <inkml:brush xml:id="br0">
      <inkml:brushProperty name="width" value="0.0295117720961571" units="cm"/>
      <inkml:brushProperty name="height" value="0.0295117720961571" units="cm"/>
      <inkml:brushProperty name="color" value="#000000"/>
      <inkml:brushProperty name="ignorePressure" value="0"/>
    </inkml:brush>
  </inkml:definitions>
  <inkml:trace contextRef="#ctx0" brushRef="#br0">83039.000000 41079.000000 496,'2.000000'20.000000'1,"1.000000"-2.000000"-1 ,4.000000-1.000000 1,2.000000-1.000000 1,7.000000-3.000000 2,13.000000-4.000000 5,12.000000-3.000000 6,13.000000-5.000000 6,12.000000-4.000000 4,15.000000-6.000000 5,13.000000-7.000000 5,15.000000-6.000000 5,8.000000-1.000000 0,5.000000 4.000000-5,6.000000 3.000000-6,5.000000 5.000000-4,4.000000 2.000000-4,6.000000 3.000000-3,4.000000 2.000000-1,6.000000 2.000000-2,3.000000 2.000000-2,2.000000 0.000000-3,4.000000 0.000000-2,1.000000 0.000000-2,2.000000 0.000000-2,-2.000000 0.000000-1,-1.000000 0.000000-2,-2.000000 0.000000-2,-1.000000 2.000000 0,-5.000000 4.000000 1,-3.000000 3.000000 1,-4.000000 5.000000 1,-3.000000 2.000000 0,-1.000000 2.000000 2,-1.000000 4.000000 0,-1.000000 2.000000 2,-5.000000 1.000000 0,-5.000000 2.000000-1,-7.000000 1.000000 0,-5.000000 2.000000 0,-6.000000-2.000000-1,-4.000000-4.000000 1,-3.000000-3.000000 0,-5.000000-4.000000 0,-5.000000-4.000000 0,-9.000000-1.000000-1,-9.000000-4.000000 0,-9.000000-2.000000 0,-5.000000-1.000000-2,-2.000000-2.000000-3,-4.000000-1.000000-3,-1.000000-1.000000-2,-7.000000-1.000000-4,-10.000000 0.000000-4,-11.000000 0.000000-5,-8.000000 0.000000-4,-10.000000-1.000000-1,-8.000000-1.000000 4,-6.000000-1.000000 1,-8.000000-2.000000 4,-4.000000 1.000000-2,2.000000 1.000000-6,1.000000 1.000000-6,2.000000 1.000000-7,-1.000000 1.000000-5,-1.000000-2.000000-4,-1.000000-1.000000-5,-1.000000-1.000000-6</inkml:trace>
</inkml:ink>
</file>

<file path=ppt/ink/ink4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7"/>
    </inkml:context>
    <inkml:brush xml:id="br0">
      <inkml:brushProperty name="width" value="0.0277927219867706" units="cm"/>
      <inkml:brushProperty name="height" value="0.0277927219867706" units="cm"/>
      <inkml:brushProperty name="color" value="#000000"/>
      <inkml:brushProperty name="ignorePressure" value="0"/>
    </inkml:brush>
  </inkml:definitions>
  <inkml:trace contextRef="#ctx0" brushRef="#br0">85039.000000 39939.000000 527,'-10.000000'-28.000000'17,"0.000000"4.000000"2 ,1.000000 3.000000 1,-1.000000 5.000000 2,0.000000 1.000000 1,-1.000000 0.000000-1,2.000000-1.000000-1,-1.000000 1.000000-1,-2.000000 1.000000-2,-1.000000 1.000000 0,-4.000000 1.000000-2,-1.000000 1.000000-1,-4.000000 3.000000-1,-1.000000 4.000000-3,-4.000000 3.000000-2,-1.000000 4.000000-3,-3.000000 6.000000-1,1.000000 5.000000 0,1.000000 7.000000 0,-1.000000 6.000000-1,1.000000 3.000000 0,3.000000 2.000000-2,2.000000 1.000000-1,3.000000 1.000000-2,2.000000 1.000000-1,5.000000-2.000000 0,3.000000-1.000000-2,5.000000-1.000000 0,4.000000-3.000000-2,6.000000-4.000000 1,7.000000-3.000000-1,6.000000-4.000000-1,6.000000-4.000000 1,6.000000-1.000000 2,7.000000-4.000000 2,5.000000-2.000000 2,5.000000-1.000000 2,1.000000 1.000000 1,1.000000-2.000000 1,2.000000 2.000000 1,-2.000000-1.000000 2,-4.000000 0.000000 0,-3.000000 0.000000 2,-4.000000-1.000000 0,-6.000000 5.000000 2,-7.000000 5.000000 1,-8.000000 7.000000 1,-7.000000 6.000000 2,-10.000000 4.000000 0,-11.000000 2.000000 0,-11.000000 4.000000 1,-11.000000 1.000000 0,-8.000000 1.000000 0,-1.000000-2.000000-1,-4.000000-4.000000-2,-1.000000-2.000000-2,-1.000000-4.000000-3,5.000000-6.000000-6,3.000000-7.000000-5,5.000000-5.000000-5,3.000000-8.000000-12,6.000000-5.000000-16,4.000000-7.000000-16,6.000000-5.000000-16,3.000000-4.000000-3,5.000000 2.000000 11,3.000000 1.000000 12,5.000000 2.000000 11,1.000000 0.000000 6,2.000000 0.000000 1,1.000000-1.000000 2,1.000000 1.000000 0</inkml:trace>
</inkml:ink>
</file>

<file path=ppt/ink/ink4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8"/>
    </inkml:context>
    <inkml:brush xml:id="br0">
      <inkml:brushProperty name="width" value="0.024708578363061" units="cm"/>
      <inkml:brushProperty name="height" value="0.024708578363061" units="cm"/>
      <inkml:brushProperty name="color" value="#000000"/>
      <inkml:brushProperty name="ignorePressure" value="0"/>
    </inkml:brush>
  </inkml:definitions>
  <inkml:trace contextRef="#ctx0" brushRef="#br0">85280.000000 39560.000000 593,'20.000000'-10.000000'0,"0.000000"2.000000"0 ,-1.000000 1.000000 0,2.000000 1.000000 0,-2.000000 2.000000 10,2.000000 1.000000 20,-2.000000 1.000000 19,1.000000 2.000000 20,0.000000 0.000000 4,1.000000 2.000000-13,-1.000000 1.000000-12,-1.000000 1.000000-12,1.000000 3.000000-14,-2.000000 4.000000-13,-1.000000 3.000000-12,-2.000000 4.000000-14,-1.000000 3.000000-7,-3.000000-2.000000 0,-2.000000 2.000000 1,-2.000000-1.000000-1,-2.000000-2.000000-6,-1.000000-1.000000-14,1.000000-4.000000-13,1.000000-1.000000-14</inkml:trace>
</inkml:ink>
</file>

<file path=ppt/ink/ink4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8"/>
    </inkml:context>
    <inkml:brush xml:id="br0">
      <inkml:brushProperty name="width" value="0.0266406666487455" units="cm"/>
      <inkml:brushProperty name="height" value="0.0266406666487455" units="cm"/>
      <inkml:brushProperty name="color" value="#000000"/>
      <inkml:brushProperty name="ignorePressure" value="0"/>
    </inkml:brush>
  </inkml:definitions>
  <inkml:trace contextRef="#ctx0" brushRef="#br0">85519.000000 39939.000000 550,'-9.000000'20.000000'17,"1.000000"0.000000"10 ,1.000000 1.000000 9,1.000000-1.000000 9,1.000000 1.000000 5,1.000000 5.000000 0,-1.000000 3.000000 0,-1.000000 4.000000 0,1.000000 5.000000-5,-2.000000 5.000000-10,-1.000000 4.000000-11,-2.000000 6.000000-9,2.000000 1.000000-10,2.000000-1.000000-5,2.000000-1.000000-7,2.000000-1.000000-6,2.000000-6.000000-2,0.000000-8.000000 1,0.000000-9.000000 1,0.000000-8.000000 2</inkml:trace>
</inkml:ink>
</file>

<file path=ppt/ink/ink4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8"/>
    </inkml:context>
    <inkml:brush xml:id="br0">
      <inkml:brushProperty name="width" value="0.0299938563257456" units="cm"/>
      <inkml:brushProperty name="height" value="0.0299938563257456" units="cm"/>
      <inkml:brushProperty name="color" value="#000000"/>
      <inkml:brushProperty name="ignorePressure" value="0"/>
    </inkml:brush>
  </inkml:definitions>
  <inkml:trace contextRef="#ctx0" brushRef="#br0">86060.000000 40160.000000 488,'36.000000'-38.000000'0,"-7.000000"5.000000"0 ,-8.000000 6.000000 0,-7.000000 4.000000 0,-6.000000 4.000000 4,-1.000000 1.000000 5,-4.000000 1.000000 7,-1.000000 2.000000 6,-4.000000 0.000000 4,-4.000000-1.000000 4,-3.000000 2.000000 2,-4.000000-1.000000 4,-4.000000 1.000000-2,-4.000000 5.000000-6,-3.000000 3.000000-6,-4.000000 4.000000-6,-3.000000 5.000000-5,-1.000000 4.000000-1,-1.000000 6.000000-4,-1.000000 5.000000-2,0.000000 4.000000-2,2.000000 6.000000-3,4.000000 4.000000-4,2.000000 5.000000-1,3.000000 5.000000-4,6.000000 2.000000-1,4.000000 2.000000-2,6.000000 3.000000-2,5.000000-4.000000-2,8.000000-8.000000 0,8.000000-9.000000 0,7.000000-8.000000-1,7.000000-9.000000 1,4.000000-5.000000 2,6.000000-7.000000 1,5.000000-5.000000 2,2.000000-8.000000 1,0.000000-7.000000-1,-1.000000-8.000000 0,2.000000-7.000000-1,-5.000000-4.000000 1,-5.000000 2.000000 3,-7.000000 1.000000 1,-6.000000 2.000000 3,-4.000000 2.000000 3,-5.000000 6.000000 3,-3.000000 4.000000 4,-5.000000 6.000000 4,-2.000000 7.000000 3,-2.000000 10.000000 4,-4.000000 9.000000 3,-2.000000 11.000000 4,-1.000000 10.000000 3,1.000000 8.000000 4,-1.000000 9.000000 2,-1.000000 9.000000 4,1.000000 5.000000 0,-2.000000 5.000000-3,-1.000000 3.000000-3,-2.000000 5.000000-3,1.000000 0.000000-3,1.000000-1.000000-1,1.000000-1.000000-3,2.000000-1.000000-2,-2.000000-3.000000-2,-4.000000-1.000000-3,-3.000000-4.000000-2,-4.000000-1.000000-2,-4.000000-6.000000-4,-2.000000-7.000000-3,-2.000000-8.000000-5,-2.000000-7.000000-4,-3.000000-9.000000-7,2.000000-11.000000-13,-2.000000-8.000000-10,1.000000-12.000000-12,1.000000-8.000000-6,1.000000-11.000000 2,1.000000-10.000000 0,2.000000-10.000000 2,2.000000-2.000000 4,6.000000 9.000000 8,4.000000 6.000000 9,5.000000 8.000000 8,3.000000 5.000000 3,-2.000000 1.000000 0,-1.000000 1.000000-2,-2.000000 2.000000 1</inkml:trace>
</inkml:ink>
</file>

<file path=ppt/ink/ink4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8"/>
    </inkml:context>
    <inkml:brush xml:id="br0">
      <inkml:brushProperty name="width" value="0.033456452190876" units="cm"/>
      <inkml:brushProperty name="height" value="0.033456452190876" units="cm"/>
      <inkml:brushProperty name="color" value="#000000"/>
      <inkml:brushProperty name="ignorePressure" value="0"/>
    </inkml:brush>
  </inkml:definitions>
  <inkml:trace contextRef="#ctx0" brushRef="#br0">86639.000000 39439.000000 438,'9.000000'-6.000000'125,"-3.000000"5.000000"-27 ,-2.000000 7.000000-26,-2.000000 6.000000-26,-2.000000 8.000000-15,0.000000 12.000000 0,0.000000 11.000000-2,0.000000 12.000000-1,-2.000000 10.000000-3,-1.000000 12.000000-5,-4.000000 11.000000-4,-2.000000 11.000000-4,-1.000000 7.000000-4,0.000000 1.000000 0,1.000000 1.000000-2,-1.000000 2.000000-1,0.000000-7.000000-3,2.000000-12.000000-8,1.000000-12.000000-5,1.000000-12.000000-8,3.000000-16.000000-10,4.000000-15.000000-17,3.000000-17.000000-16,5.000000-15.000000-16,0.000000-10.000000-2,-1.000000-1.000000 14,-1.000000-1.000000 14,-1.000000-2.000000 13,-1.000000 0.000000 9,-1.000000-2.000000 1,2.000000-1.000000 3,-1.000000-2.000000 1</inkml:trace>
</inkml:ink>
</file>

<file path=ppt/ink/ink4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09"/>
    </inkml:context>
    <inkml:brush xml:id="br0">
      <inkml:brushProperty name="width" value="0.0308998730033636" units="cm"/>
      <inkml:brushProperty name="height" value="0.0308998730033636" units="cm"/>
      <inkml:brushProperty name="color" value="#000000"/>
      <inkml:brushProperty name="ignorePressure" value="0"/>
    </inkml:brush>
  </inkml:definitions>
  <inkml:trace contextRef="#ctx0" brushRef="#br0">87039.000000 40239.000000 474,'11.000000'46.000000'13,"-2.000000"-9.000000"2 ,2.000000-9.000000 3,-1.000000-8.000000 1,1.000000-7.000000 3,2.000000-2.000000 1,4.000000-2.000000 0,1.000000-2.000000 2,4.000000-4.000000-1,2.000000-4.000000-4,2.000000-3.000000-3,2.000000-4.000000-4,3.000000-7.000000-3,1.000000-8.000000-2,1.000000-9.000000-3,1.000000-9.000000-2,1.000000-4.000000-2,-2.000000 1.000000 1,-1.000000-2.000000 0,-1.000000 2.000000 1,-3.000000-1.000000 0,-1.000000 2.000000 1,-4.000000 1.000000-1,-1.000000 1.000000 1,-6.000000 5.000000 1,-5.000000 5.000000 2,-7.000000 7.000000 1,-5.000000 5.000000 3,-8.000000 6.000000 1,-5.000000 2.000000 2,-7.000000 2.000000 1,-5.000000 2.000000 3,-6.000000 4.000000-1,-2.000000 4.000000-1,-2.000000 3.000000-2,-3.000000 5.000000-2,1.000000 3.000000 0,1.000000 5.000000-1,4.000000 6.000000 0,2.000000 4.000000 0,2.000000 5.000000-2,3.000000 4.000000-1,2.000000 3.000000-2,3.000000 4.000000-2,2.000000 4.000000 0,5.000000 2.000000 0,3.000000 2.000000 0,5.000000 2.000000 1,3.000000 2.000000-1,6.000000-2.000000-2,4.000000-1.000000 0,6.000000-2.000000-3,5.000000-3.000000 0,8.000000-6.000000-2,8.000000-7.000000-2,7.000000-6.000000 0,8.000000-7.000000-5,5.000000-12.000000-6,7.000000-8.000000-8,6.000000-11.000000-6,-3.000000-5.000000-3,-11.000000 2.000000 5,-11.000000 1.000000 3,-12.000000 2.000000 4,-5.000000-1.000000-6,0.000000-1.000000-15,0.000000-1.000000-15,0.000000-1.000000-16</inkml:trace>
</inkml:ink>
</file>

<file path=ppt/ink/ink4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1"/>
    </inkml:context>
    <inkml:brush xml:id="br0">
      <inkml:brushProperty name="width" value="0.0254401359707117" units="cm"/>
      <inkml:brushProperty name="height" value="0.0254401359707117" units="cm"/>
      <inkml:brushProperty name="color" value="#000000"/>
      <inkml:brushProperty name="ignorePressure" value="0"/>
    </inkml:brush>
  </inkml:definitions>
  <inkml:trace contextRef="#ctx0" brushRef="#br0">92239.000000 39200.000000 576,'-17.000000'10.000000'16,"5.000000"2.000000"-1 ,4.000000 1.000000 0,6.000000 2.000000-1,2.000000 3.000000 3,0.000000 6.000000 5,0.000000 7.000000 5,0.000000 6.000000 5,0.000000 7.000000 1,0.000000 9.000000-2,0.000000 9.000000-2,0.000000 8.000000-2,0.000000 11.000000-3,0.000000 11.000000-2,0.000000 11.000000-3,0.000000 11.000000-2,-2.000000 4.000000-3,-4.000000-6.000000-2,-3.000000-4.000000-3,-5.000000-5.000000-1,0.000000-8.000000-3,1.000000-8.000000 0,1.000000-9.000000 0,1.000000-8.000000-2,2.000000-10.000000-1,1.000000-8.000000-2,1.000000-9.000000-2,1.000000-9.000000-3,4.000000-10.000000-11,4.000000-15.000000-19,6.000000-13.000000-21,5.000000-14.000000-19,1.000000-8.000000-3,-1.000000-1.000000 12,-1.000000-1.000000 12,-1.000000-2.000000 14,-1.000000 1.000000 8,0.000000 1.000000 6,-1.000000 1.000000 4,2.000000 1.000000 6</inkml:trace>
</inkml:ink>
</file>

<file path=ppt/ink/ink4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1"/>
    </inkml:context>
    <inkml:brush xml:id="br0">
      <inkml:brushProperty name="width" value="0.0287123434245586" units="cm"/>
      <inkml:brushProperty name="height" value="0.0287123434245586" units="cm"/>
      <inkml:brushProperty name="color" value="#000000"/>
      <inkml:brushProperty name="ignorePressure" value="0"/>
    </inkml:brush>
  </inkml:definitions>
  <inkml:trace contextRef="#ctx0" brushRef="#br0">92419.000000 39400.000000 510,'12.000000'-9.000000'48,"4.000000"2.000000"-9 ,3.000000 4.000000-9,4.000000 1.000000-8,9.000000 2.000000-5,14.000000 0.000000-2,13.000000 0.000000-1,15.000000 0.000000 0,12.000000 0.000000-2,13.000000 0.000000-1,12.000000 0.000000-2,12.000000 0.000000 0,8.000000 0.000000 0,-2.000000-2.000000 0,2.000000-1.000000 2,-2.000000-1.000000 0,2.000000-1.000000-1,1.000000 0.000000-4,1.000000-1.000000-5,1.000000 2.000000-5,1.000000-2.000000-1,-2.000000 2.000000 2,-1.000000-2.000000 1,-1.000000 1.000000 2,-3.000000 2.000000 1,-4.000000 4.000000-1,-3.000000 3.000000 0,-5.000000 4.000000 1,2.000000 3.000000-2,4.000000-2.000000 0,6.000000 2.000000 0,4.000000-2.000000-1,1.000000 2.000000 0,-5.000000 1.000000 1,-6.000000 1.000000 0,-5.000000 1.000000 0,0.000000 1.000000 1,4.000000-2.000000-1,3.000000-1.000000-1,5.000000-2.000000 0,1.000000 0.000000-1,-1.000000-2.000000 2,1.000000-1.000000 1,1.000000-1.000000 2,-3.000000-2.000000 0,-4.000000-1.000000 2,-3.000000-1.000000 3,-5.000000-1.000000 1,0.000000-3.000000 1,1.000000-1.000000-2,1.000000-4.000000-1,2.000000-1.000000-1,-3.000000-2.000000-1,-5.000000 2.000000 0,-4.000000 1.000000 0,-5.000000 2.000000 0,-5.000000 0.000000-1,-4.000000 0.000000-2,-3.000000-1.000000-1,-5.000000 2.000000-3,-2.000000-1.000000 0,-2.000000 2.000000 1,-4.000000 1.000000 0,-2.000000 1.000000 0,-5.000000 2.000000 0,-12.000000 1.000000 0,-9.000000 1.000000 0,-9.000000 2.000000-1,-10.000000-1.000000 1,-5.000000-1.000000 1,-7.000000-1.000000 2,-5.000000-1.000000 1,-8.000000 2.000000 3,-7.000000 9.000000 3,-8.000000 6.000000 4,-7.000000 9.000000 2,-4.000000 3.000000 2,-1.000000 2.000000-1,1.000000 1.000000-1,1.000000 2.000000 0,-1.000000 3.000000-1,2.000000 9.000000-1,1.000000 6.000000-2,2.000000 9.000000-1,0.000000 4.000000 0,2.000000 2.000000-2,1.000000 4.000000-1,2.000000 1.000000-1,0.000000 4.000000-1,2.000000 1.000000-3,1.000000 4.000000-1,2.000000 2.000000-3,0.000000 0.000000-1,2.000000-1.000000 1,1.000000-1.000000 0,1.000000-2.000000 1,1.000000-3.000000 1,0.000000-6.000000-1,0.000000-7.000000 0,0.000000-5.000000 1,0.000000-8.000000-1,0.000000-8.000000-2,0.000000-6.000000-2,0.000000-8.000000-1,1.000000-6.000000-1,1.000000-1.000000-2,1.000000-4.000000-2,2.000000-2.000000-1,-3.000000-1.000000-11,-4.000000-2.000000-23,-6.000000-1.000000-21,-4.000000-2.000000-21</inkml:trace>
</inkml:ink>
</file>

<file path=ppt/ink/ink4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2"/>
    </inkml:context>
    <inkml:brush xml:id="br0">
      <inkml:brushProperty name="width" value="0.0269300509244204" units="cm"/>
      <inkml:brushProperty name="height" value="0.0269300509244204" units="cm"/>
      <inkml:brushProperty name="color" value="#000000"/>
      <inkml:brushProperty name="ignorePressure" value="0"/>
    </inkml:brush>
  </inkml:definitions>
  <inkml:trace contextRef="#ctx0" brushRef="#br0">93000.000000 41139.000000 544,'66.000000'19.000000'-4,"-7.000000"-5.000000"5 ,-8.000000-3.000000 5,-8.000000-5.000000 4,-1.000000-2.000000 5,4.000000-2.000000 5,3.000000-4.000000 5,5.000000-2.000000 6,7.000000-2.000000 0,12.000000-2.000000-1,14.000000-4.000000-4,12.000000-1.000000-2,9.000000-2.000000-2,8.000000 2.000000-2,8.000000 1.000000-1,8.000000 2.000000-3,7.000000 1.000000 0,9.000000 2.000000-1,9.000000 4.000000 0,8.000000 1.000000 0,4.000000 4.000000-1,-5.000000 1.000000 0,-3.000000 4.000000-1,-5.000000 2.000000 0,-1.000000 1.000000-4,-2.000000 2.000000-7,-1.000000 1.000000-9,-1.000000 2.000000-7,-1.000000-1.000000-2,2.000000-1.000000 3,1.000000-1.000000 2,1.000000-1.000000 3,0.000000-2.000000 4,-2.000000-1.000000 2,-4.000000-1.000000 4,-2.000000-2.000000 2,-4.000000 0.000000 3,-6.000000 0.000000 1,-7.000000 1.000000 1,-6.000000-1.000000 2,-3.000000-1.000000-1,-2.000000-1.000000 0,-1.000000-1.000000-2,-2.000000-1.000000-1,-6.000000-1.000000-1,-13.000000 0.000000 0,-12.000000 0.000000 0,-12.000000 0.000000-1,-11.000000 0.000000 0,-5.000000 0.000000-1,-7.000000 0.000000-1,-5.000000 0.000000-2,-6.000000 1.000000-2,-4.000000 3.000000-6,-3.000000 2.000000-6,-5.000000 2.000000-5,-5.000000 3.000000-8,-9.000000-1.000000-11,-9.000000 0.000000-11,-9.000000 0.000000-10,-4.000000-1.000000-3,1.000000-1.000000 2,-2.000000-1.000000 4,2.000000-1.000000 3</inkml:trace>
</inkml:ink>
</file>

<file path=ppt/ink/ink4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2"/>
    </inkml:context>
    <inkml:brush xml:id="br0">
      <inkml:brushProperty name="width" value="0.024073263630271" units="cm"/>
      <inkml:brushProperty name="height" value="0.024073263630271" units="cm"/>
      <inkml:brushProperty name="color" value="#000000"/>
      <inkml:brushProperty name="ignorePressure" value="0"/>
    </inkml:brush>
  </inkml:definitions>
  <inkml:trace contextRef="#ctx0" brushRef="#br0">94139.000000 39860.000000 609,'-9.000000'-10.000000'16,"1.000000"2.000000"0 ,1.000000 1.000000 1,2.000000 1.000000 0,0.000000 6.000000 3,2.000000 8.000000 5,1.000000 9.000000 5,2.000000 8.000000 6,0.000000 10.000000 1,0.000000 8.000000-4,0.000000 9.000000-3,0.000000 9.000000-3,0.000000 7.000000-4,0.000000 6.000000-3,0.000000 7.000000-4,0.000000 5.000000-4,-2.000000 4.000000-3,-2.000000 1.000000-4,-2.000000-1.000000-3,-2.000000-1.000000-5,-2.000000-2.000000-3,2.000000-8.000000-7,1.000000-8.000000-6,2.000000-8.000000-5,1.000000-9.000000-6,5.000000-13.000000-3,3.000000-12.000000-4,5.000000-13.000000-4,1.000000-8.000000 0,0.000000-5.000000 2,-1.000000-6.000000 2,2.000000-5.000000 3,-2.000000-2.000000 3,2.000000-2.000000 1,-2.000000-1.000000 4,1.000000-2.000000 1</inkml:trace>
</inkml:ink>
</file>

<file path=ppt/ink/ink4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3"/>
    </inkml:context>
    <inkml:brush xml:id="br0">
      <inkml:brushProperty name="width" value="0.022191446274519" units="cm"/>
      <inkml:brushProperty name="height" value="0.022191446274519" units="cm"/>
      <inkml:brushProperty name="color" value="#000000"/>
      <inkml:brushProperty name="ignorePressure" value="0"/>
    </inkml:brush>
  </inkml:definitions>
  <inkml:trace contextRef="#ctx0" brushRef="#br0">94200.000000 39900.000000 660,'0.000000'-18.000000'-16,"2.000000"5.000000"10 ,1.000000 6.000000 11,2.000000 5.000000 12,2.000000 3.000000 6,6.000000 3.000000 1,4.000000 2.000000 3,5.000000 2.000000 2,4.000000 3.000000-1,1.000000 1.000000-2,1.000000 1.000000-4,2.000000 1.000000-2,-2.000000 2.000000-2,-2.000000 1.000000-1,-2.000000 1.000000 0,-2.000000 2.000000-1,-4.000000 0.000000 0,-4.000000 2.000000-2,-3.000000 1.000000 1,-4.000000 1.000000-2,-7.000000 3.000000-3,-8.000000 4.000000-6,-9.000000 3.000000-5,-8.000000 5.000000-6,-6.000000-1.000000-4,-1.000000-2.000000-3,-1.000000-2.000000-4,-1.000000-2.000000-2,1.000000-4.000000-2,5.000000-4.000000 2,6.000000-3.000000 1,5.000000-4.000000 2</inkml:trace>
</inkml:ink>
</file>

<file path=ppt/ink/ink4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3"/>
    </inkml:context>
    <inkml:brush xml:id="br0">
      <inkml:brushProperty name="width" value="0.0234403479844332" units="cm"/>
      <inkml:brushProperty name="height" value="0.0234403479844332" units="cm"/>
      <inkml:brushProperty name="color" value="#000000"/>
      <inkml:brushProperty name="ignorePressure" value="0"/>
    </inkml:brush>
  </inkml:definitions>
  <inkml:trace contextRef="#ctx0" brushRef="#br0">94880.000000 40060.000000 625,'8.000000'-15.000000'47,"-2.000000"12.000000"1 ,-2.000000 11.000000 3,-2.000000 12.000000 2,-3.000000 7.000000-4,-1.000000 6.000000-9,-1.000000 4.000000-9,-2.000000 6.000000-10,1.000000 0.000000-6,1.000000-1.000000-5,1.000000-4.000000-3,2.000000-1.000000-5,1.000000-4.000000-3,3.000000-4.000000-6,2.000000-3.000000-3,3.000000-5.000000-6,2.000000-4.000000-3,5.000000-9.000000-3,3.000000-6.000000-3,4.000000-8.000000-3,3.000000-7.000000-1,1.000000-4.000000 2,1.000000-6.000000 0,2.000000-4.000000 2,-2.000000-3.000000 2,-2.000000 0.000000 4,-2.000000-1.000000 4,-2.000000 2.000000 4,-4.000000 0.000000 2,-4.000000 5.000000 2,-3.000000 3.000000 0,-4.000000 5.000000 1,-3.000000 6.000000 4,-1.000000 12.000000 9,-1.000000 11.000000 8,-2.000000 11.000000 9,2.000000 6.000000-1,1.000000 1.000000-9,4.000000-2.000000-10,2.000000 2.000000-9,1.000000-4.000000-6,0.000000-4.000000-2,-1.000000-6.000000-2,2.000000-5.000000-3,-2.000000-2.000000-2,2.000000-2.000000-5,-2.000000-1.000000-4,1.000000-1.000000-5</inkml:trace>
</inkml:ink>
</file>

<file path=ppt/ink/ink4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3"/>
    </inkml:context>
    <inkml:brush xml:id="br0">
      <inkml:brushProperty name="width" value="0.022179065272212" units="cm"/>
      <inkml:brushProperty name="height" value="0.022179065272212" units="cm"/>
      <inkml:brushProperty name="color" value="#000000"/>
      <inkml:brushProperty name="ignorePressure" value="0"/>
    </inkml:brush>
  </inkml:definitions>
  <inkml:trace contextRef="#ctx0" brushRef="#br0">95719.000000 39920.000000 661,'-27.000000'-9.000000'3,"5.000000"2.000000"7 ,4.000000 4.000000 6,5.000000 2.000000 7,8.000000 2.000000 5,10.000000 5.000000 5,11.000000 3.000000 3,9.000000 4.000000 4,5.000000 2.000000 0,2.000000 1.000000-8,1.000000-1.000000-6,2.000000-1.000000-7,-2.000000 1.000000-6,-1.000000 1.000000-3,-4.000000-1.000000-3,-1.000000 0.000000-4,-4.000000 0.000000-5,-4.000000 2.000000-3,-3.000000 1.000000-5,-4.000000 2.000000-5,-6.000000 0.000000 0,-5.000000 2.000000 1,-7.000000 1.000000 1,-6.000000 2.000000 3,-7.000000 1.000000-2,-9.000000 3.000000-2,-9.000000 2.000000-3,-8.000000 2.000000-3,-5.000000 1.000000 1,0.000000-5.000000 3,0.000000-3.000000 4,0.000000-5.000000 5,3.000000-2.000000 1,6.000000-2.000000 3,7.000000-4.000000 0,6.000000-1.000000 2,7.000000-4.000000 0,9.000000-1.000000 2,9.000000-4.000000 0,9.000000-1.000000 1,9.000000-3.000000-3,12.000000-1.000000-6,11.000000-1.000000-7,12.000000-1.000000-6,1.000000-1.000000-2,-5.000000 0.000000 3,-7.000000 0.000000 2,-5.000000-1.000000 3,-6.000000 1.000000-1,-4.000000 0.000000-4,-3.000000 1.000000-5,-5.000000-1.000000-3</inkml:trace>
</inkml:ink>
</file>

<file path=ppt/ink/ink4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3"/>
    </inkml:context>
    <inkml:brush xml:id="br0">
      <inkml:brushProperty name="width" value="0.0203253123909235" units="cm"/>
      <inkml:brushProperty name="height" value="0.0203253123909235" units="cm"/>
      <inkml:brushProperty name="color" value="#000000"/>
      <inkml:brushProperty name="ignorePressure" value="0"/>
    </inkml:brush>
  </inkml:definitions>
  <inkml:trace contextRef="#ctx0" brushRef="#br0">96260.000000 40200.000000 721,'-16.000000'0.000000'36,"9.000000"0.000000"-2 ,9.000000 0.000000-2,9.000000 0.000000-2,7.000000 0.000000-3,6.000000 2.000000-5,7.000000 1.000000-3,6.000000 2.000000-5,4.000000 0.000000-2,3.000000 0.000000-2,2.000000 0.000000-1,2.000000-1.000000-1,0.000000 1.000000-2,-6.000000 0.000000 0,-4.000000 1.000000 0,-5.000000-1.000000-1,-7.000000 1.000000-3,-5.000000 2.000000-2,-7.000000 4.000000-4,-6.000000 1.000000-3,-9.000000 4.000000-4,-15.000000 4.000000-2,-13.000000 3.000000-2,-14.000000 4.000000-3,-8.000000 2.000000-2,-1.000000-2.000000 1,-1.000000-1.000000-1,-2.000000-2.000000 0,4.000000-1.000000 1,5.000000-5.000000 3,7.000000-3.000000 1,6.000000-4.000000 3,8.000000-4.000000 3,10.000000-1.000000 5,9.000000-4.000000 4,12.000000-2.000000 5,9.000000-1.000000 2,10.000000 0.000000 3,10.000000 0.000000 1,10.000000 0.000000 2,6.000000-1.000000-1,5.000000-3.000000-5,3.000000-2.000000-4,5.000000-2.000000-6,0.000000-3.000000-7,-1.000000-1.000000-9,-1.000000-1.000000-10,-1.000000-1.000000-9,-6.000000-1.000000-3,-10.000000 2.000000 5,-11.000000 1.000000 6,-9.000000 2.000000 5</inkml:trace>
</inkml:ink>
</file>

<file path=ppt/ink/ink4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4"/>
    </inkml:context>
    <inkml:brush xml:id="br0">
      <inkml:brushProperty name="width" value="0.0252661239355803" units="cm"/>
      <inkml:brushProperty name="height" value="0.0252661239355803" units="cm"/>
      <inkml:brushProperty name="color" value="#000000"/>
      <inkml:brushProperty name="ignorePressure" value="0"/>
    </inkml:brush>
  </inkml:definitions>
  <inkml:trace contextRef="#ctx0" brushRef="#br0">97339.000000 39860.000000 580,'10.000000'-10.000000'2,"-2.000000"2.000000"7 ,-1.000000 1.000000 8,-2.000000 1.000000 6,1.000000 3.000000 4,-2.000000 2.000000-1,2.000000 2.000000-1,-2.000000 2.000000-1,2.000000 7.000000 0,-1.000000 8.000000 2,0.000000 9.000000 3,0.000000 9.000000 1,-4.000000 7.000000 0,-5.000000 6.000000-1,-7.000000 7.000000-1,-5.000000 5.000000-1,-5.000000 6.000000-4,-1.000000 1.000000-9,-1.000000 4.000000-7,-2.000000 2.000000-9,2.000000-2.000000-7,4.000000-4.000000-5,3.000000-6.000000-5,4.000000-4.000000-7,4.000000-9.000000-2,2.000000-8.000000 1,2.000000-12.000000 0,3.000000-8.000000 2,1.000000-8.000000-6,2.000000-1.000000-10,1.000000-4.000000-10,2.000000-1.000000-10</inkml:trace>
</inkml:ink>
</file>

<file path=ppt/ink/ink4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14"/>
    </inkml:context>
    <inkml:brush xml:id="br0">
      <inkml:brushProperty name="width" value="0.0223272629082203" units="cm"/>
      <inkml:brushProperty name="height" value="0.0223272629082203" units="cm"/>
      <inkml:brushProperty name="color" value="#000000"/>
      <inkml:brushProperty name="ignorePressure" value="0"/>
    </inkml:brush>
  </inkml:definitions>
  <inkml:trace contextRef="#ctx0" brushRef="#br0">97639.000000 40439.000000 656,'28.000000'0.000000'4,"-5.000000"0.000000"9 ,-6.000000 0.000000 7,-5.000000 0.000000 9,-1.000000 0.000000 2,1.000000 0.000000-2,1.000000 0.000000-3,1.000000 0.000000-2,2.000000-1.000000-2,1.000000-3.000000-3,1.000000-2.000000-1,1.000000-2.000000-2,1.000000-4.000000-2,1.000000-2.000000-2,-1.000000-2.000000-3,-1.000000-2.000000-1,0.000000-2.000000-2,-5.000000 0.000000-1,-3.000000 0.000000 1,-5.000000-1.000000-1,-2.000000 1.000000 1,-2.000000 0.000000-1,-4.000000 1.000000 1,-2.000000-1.000000 0,-3.000000 2.000000-2,-5.000000 5.000000-4,-6.000000 6.000000-2,-4.000000 5.000000-4,-3.000000 3.000000-3,0.000000 5.000000-4,0.000000 3.000000-3,0.000000 4.000000-4,1.000000 6.000000-1,3.000000 5.000000 3,2.000000 7.000000 2,3.000000 6.000000 3,3.000000 3.000000 1,6.000000 2.000000 2,4.000000 1.000000 0,6.000000 2.000000 2,6.000000-2.000000-2,9.000000-2.000000-3,9.000000-2.000000-3,9.000000-3.000000-4,2.000000-4.000000 0,-1.000000-8.000000 0,-4.000000-8.000000 1,-2.000000-7.000000 1,-2.000000-5.000000-1,-2.000000-1.000000-4,-4.000000-1.000000-3,-2.000000-1.000000-4</inkml:trace>
</inkml:ink>
</file>

<file path=ppt/ink/ink4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26"/>
    </inkml:context>
    <inkml:brush xml:id="br0">
      <inkml:brushProperty name="width" value="0.0276556443423033" units="cm"/>
      <inkml:brushProperty name="height" value="0.0276556443423033" units="cm"/>
      <inkml:brushProperty name="color" value="#000000"/>
      <inkml:brushProperty name="ignorePressure" value="0"/>
    </inkml:brush>
  </inkml:definitions>
  <inkml:trace contextRef="#ctx0" brushRef="#br0">7056.000000 46111.000000 530,'0.000000'-40.000000'17,"0.000000"0.000000"6 ,0.000000 0.000000 4,0.000000 0.000000 4,0.000000 3.000000 1,0.000000 5.000000-4,0.000000 4.000000-5,0.000000 6.000000-3,-3.000000 2.000000-3,-4.000000 0.000000-1,-6.000000 0.000000-1,-4.000000 0.000000-2,-8.000000 3.000000-2,-10.000000 4.000000-4,-10.000000 6.000000-4,-10.000000 4.000000-4,-11.000000 11.000000-3,-12.000000 14.000000-3,-13.000000 15.000000-1,-13.000000 16.000000-4,-5.000000 10.000000-1,-1.000000 8.000000 1,1.000000 8.000000-1,-1.000000 7.000000 0,8.000000 2.000000 0,15.000000-2.000000 2,14.000000-2.000000 1,16.000000-3.000000 0,15.000000-7.000000 3,14.000000-9.000000 1,16.000000-10.000000 2,14.000000-10.000000 2,17.000000-7.000000 1,17.000000-1.000000 2,18.000000-4.000000 0,17.000000-2.000000 2,11.000000-2.000000 0,5.000000-3.000000 0,5.000000-2.000000 0,5.000000-3.000000 1,2.000000-2.000000 0,-3.000000-3.000000 3,-3.000000-2.000000 1,-2.000000-3.000000 3,-4.000000-1.000000 1,-4.000000 0.000000-3,-6.000000 0.000000-2,-5.000000 0.000000-1,-6.000000 1.000000-1,-7.000000 3.000000 1,-8.000000 2.000000-1,-8.000000 2.000000 2,-8.000000 2.000000 0,-10.000000 0.000000 1,-10.000000 0.000000 1,-10.000000 0.000000 1,-9.000000 5.000000 1,-7.000000 10.000000 1,-8.000000 10.000000 0,-7.000000 10.000000 2,-9.000000 4.000000 0,-9.000000 1.000000 1,-11.000000 0.000000 1,-10.000000 0.000000 0,-4.000000-5.000000 0,3.000000-11.000000-4,3.000000-9.000000-1,2.000000-10.000000-3,1.000000-6.000000-1,0.000000-3.000000-2,0.000000-2.000000 0,1.000000-3.000000-2,1.000000-11.000000 1,6.000000-20.000000 0,5.000000-20.000000 0,4.000000-20.000000 2,7.000000-4.000000-17,8.000000 9.000000-31,6.000000 10.000000-32,9.000000 10.000000-32</inkml:trace>
</inkml:ink>
</file>

<file path=ppt/ink/ink4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26"/>
    </inkml:context>
    <inkml:brush xml:id="br0">
      <inkml:brushProperty name="width" value="0.0273925010114908" units="cm"/>
      <inkml:brushProperty name="height" value="0.0273925010114908" units="cm"/>
      <inkml:brushProperty name="color" value="#000000"/>
      <inkml:brushProperty name="ignorePressure" value="0"/>
    </inkml:brush>
  </inkml:definitions>
  <inkml:trace contextRef="#ctx0" brushRef="#br0">7096.000000 44955.000000 535,'-19.000000'21.000000'21,"3.000000"3.000000"6 ,2.000000 2.000000 7,3.000000 2.000000 6,2.000000 8.000000 2,3.000000 13.000000-4,2.000000 12.000000-3,3.000000 13.000000-3,0.000000 13.000000-4,-3.000000 15.000000-3,-2.000000 15.000000-3,-3.000000 15.000000-5,-1.000000 14.000000-1,0.000000 12.000000-2,0.000000 13.000000-1,0.000000 12.000000 0,-1.000000 9.000000-2,-3.000000 5.000000-1,-2.000000 4.000000-1,-3.000000 6.000000-1,0.000000-6.000000-2,3.000000-18.000000-3,3.000000-17.000000-3,1.000000-18.000000-2,4.000000-17.000000-3,1.000000-18.000000 0,4.000000-17.000000-2,1.000000-18.000000 0,2.000000-19.000000-8,0.000000-23.000000-13,0.000000-22.000000-14,0.000000-23.000000-13,2.000000-11.000000-7,1.000000 0.000000 0,4.000000 0.000000 1,1.000000 0.000000 0</inkml:trace>
</inkml:ink>
</file>

<file path=ppt/ink/ink4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29"/>
    </inkml:context>
    <inkml:brush xml:id="br0">
      <inkml:brushProperty name="width" value="0.028399083763361" units="cm"/>
      <inkml:brushProperty name="height" value="0.028399083763361" units="cm"/>
      <inkml:brushProperty name="color" value="#000000"/>
      <inkml:brushProperty name="ignorePressure" value="0"/>
    </inkml:brush>
  </inkml:definitions>
  <inkml:trace contextRef="#ctx0" brushRef="#br0">9687.000000 45991.000000 516,'-19.000000'-36.000000'-9,"3.000000"7.000000"8 ,2.000000 8.000000 9,3.000000 8.000000 7,1.000000 10.000000 10,0.000000 15.000000 10,0.000000 16.000000 10,0.000000 14.000000 9,-1.000000 11.000000 2,-3.000000 4.000000-10,-2.000000 5.000000-8,-3.000000 5.000000-10,-3.000000 11.000000-5,-6.000000 14.000000-2,-4.000000 15.000000-2,-5.000000 15.000000-3,-3.000000 10.000000-2,0.000000 5.000000-1,0.000000 5.000000-2,0.000000 5.000000-1,2.000000-4.000000-3,1.000000-12.000000-1,4.000000-12.000000-3,2.000000-13.000000-2,3.000000-14.000000-2,6.000000-15.000000 0,4.000000-15.000000 1,6.000000-14.000000-1,6.000000-17.000000-8,7.000000-18.000000-15,8.000000-16.000000-17,7.000000-18.000000-15,6.000000-9.000000-4,6.000000 0.000000 5,4.000000 0.000000 8,5.000000 0.000000 6,1.000000-1.000000 3,-6.000000-3.000000 0,-4.000000-2.000000-1,-6.000000-3.000000 0</inkml:trace>
</inkml:ink>
</file>

<file path=ppt/ink/ink4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29"/>
    </inkml:context>
    <inkml:brush xml:id="br0">
      <inkml:brushProperty name="width" value="0.0264855418354273" units="cm"/>
      <inkml:brushProperty name="height" value="0.0264855418354273" units="cm"/>
      <inkml:brushProperty name="color" value="#000000"/>
      <inkml:brushProperty name="ignorePressure" value="0"/>
    </inkml:brush>
  </inkml:definitions>
  <inkml:trace contextRef="#ctx0" brushRef="#br0">10683.000000 45951.000000 553,'20.000000'21.000000'59,"0.000000"3.000000"-8 ,0.000000 2.000000-9,0.000000 3.000000-9,4.000000 2.000000-4,7.000000 3.000000-1,8.000000 2.000000 1,7.000000 3.000000 0,2.000000 4.000000-2,-2.000000 8.000000-5,-2.000000 8.000000-3,-3.000000 7.000000-4,-5.000000 6.000000-3,-7.000000 5.000000 0,-8.000000 5.000000-1,-7.000000 6.000000-1,-11.000000 4.000000-2,-11.000000 5.000000-2,-13.000000 5.000000-3,-13.000000 5.000000-1,-10.000000-1.000000-4,-7.000000-7.000000-3,-7.000000-8.000000-3,-8.000000-8.000000-2,-2.000000-8.000000-2,6.000000-10.000000 1,5.000000-11.000000 2,4.000000-9.000000 2,10.000000-12.000000 1,12.000000-16.000000 3,12.000000-14.000000 3,13.000000-16.000000 2,16.000000-6.000000 0,20.000000 3.000000-3,20.000000 3.000000-4,19.000000 1.000000-4,17.000000 2.000000-7,13.000000 0.000000-11,11.000000 0.000000-11,14.000000 0.000000-11,-6.000000 0.000000-5,-22.000000 1.000000 0,-22.000000-1.000000 1,-23.000000 0.000000 2</inkml:trace>
</inkml:ink>
</file>

<file path=ppt/ink/ink4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29"/>
    </inkml:context>
    <inkml:brush xml:id="br0">
      <inkml:brushProperty name="width" value="0.0211148522794247" units="cm"/>
      <inkml:brushProperty name="height" value="0.0211148522794247" units="cm"/>
      <inkml:brushProperty name="color" value="#000000"/>
      <inkml:brushProperty name="ignorePressure" value="0"/>
    </inkml:brush>
  </inkml:definitions>
  <inkml:trace contextRef="#ctx0" brushRef="#br0">12477.000000 47546.000000 694,'-18.000000'37.000000'0,"1.000000"-4.000000"0 ,4.000000-6.000000 0,2.000000-4.000000 0,2.000000-4.000000 6,3.000000 1.000000 11,2.000000 0.000000 11,3.000000 0.000000 12,3.000000 0.000000 4,6.000000 0.000000-1,4.000000 0.000000-2,5.000000 0.000000-1,6.000000 1.000000-9,4.000000 3.000000-15,6.000000 2.000000-17,4.000000 3.000000-15,-1.000000-1.000000-15,-7.000000-2.000000-14,-8.000000-2.000000-15,-7.000000-3.000000-15</inkml:trace>
</inkml:ink>
</file>

<file path=ppt/ink/ink4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0"/>
    </inkml:context>
    <inkml:brush xml:id="br0">
      <inkml:brushProperty name="width" value="0.0241284221410751" units="cm"/>
      <inkml:brushProperty name="height" value="0.0241284221410751" units="cm"/>
      <inkml:brushProperty name="color" value="#000000"/>
      <inkml:brushProperty name="ignorePressure" value="0"/>
    </inkml:brush>
  </inkml:definitions>
  <inkml:trace contextRef="#ctx0" brushRef="#br0">15029.000000 46908.000000 607,'18.000000'-113.000000'7,"-1.000000"12.000000"8 ,-4.000000 12.000000 8,-2.000000 13.000000 7,-2.000000 8.000000 5,-3.000000 2.000000-2,-2.000000 2.000000 1,-3.000000 3.000000-1,-3.000000 3.000000-2,-6.000000 2.000000-3,-4.000000 2.000000-4,-5.000000 3.000000-4,-12.000000 6.000000-3,-17.000000 10.000000-4,-18.000000 10.000000-3,-17.000000 10.000000-3,-8.000000 10.000000-4,-1.000000 10.000000-3,0.000000 10.000000-3,1.000000 10.000000-3,4.000000 11.000000-2,10.000000 13.000000-3,10.000000 12.000000 0,10.000000 13.000000-3,11.000000 6.000000 0,9.000000 4.000000 1,10.000000 2.000000 1,10.000000 2.000000 0,14.000000 1.000000 0,17.000000-3.000000 2,17.000000-3.000000 0,19.000000-2.000000 1,11.000000-4.000000 4,8.000000-4.000000 7,8.000000-6.000000 7,7.000000-5.000000 6,2.000000-4.000000 5,-2.000000-6.000000 0,-3.000000-5.000000 1,-2.000000-4.000000 1,-7.000000-2.000000-3,-13.000000 2.000000-4,-13.000000 3.000000-7,-11.000000 3.000000-4,-16.000000 5.000000-6,-17.000000 7.000000-5,-18.000000 7.000000-5,-17.000000 8.000000-5,-18.000000 0.000000-3,-17.000000-7.000000 0,-17.000000-8.000000-1,-18.000000-8.000000 1,-6.000000-9.000000 0,4.000000-13.000000 4,6.000000-12.000000 4,5.000000-13.000000 3,9.000000-14.000000 6,12.000000-14.000000 8,12.000000-15.000000 10,13.000000-16.000000 7,12.000000-9.000000 4,13.000000-5.000000-1,12.000000-6.000000-1,13.000000-4.000000-2,15.000000-2.000000-3,17.000000-1.000000-2,17.000000 0.000000-3,19.000000 0.000000-4,10.000000 2.000000-5,5.000000 2.000000-11,5.000000 2.000000-10,5.000000 3.000000-9,-3.000000 8.000000-12,-13.000000 12.000000-14,-13.000000 12.000000-15,-12.000000 13.000000-13</inkml:trace>
</inkml:ink>
</file>

<file path=ppt/ink/ink4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2"/>
    </inkml:context>
    <inkml:brush xml:id="br0">
      <inkml:brushProperty name="width" value="0.0246211420744658" units="cm"/>
      <inkml:brushProperty name="height" value="0.0246211420744658" units="cm"/>
      <inkml:brushProperty name="color" value="#000000"/>
      <inkml:brushProperty name="ignorePressure" value="0"/>
    </inkml:brush>
  </inkml:definitions>
  <inkml:trace contextRef="#ctx0" brushRef="#br0">21048.000000 46430.000000 595,'-18.000000'-19.000000'-27,"1.000000"3.000000"2 ,4.000000 2.000000 4,2.000000 3.000000 2,1.000000 2.000000 3,0.000000 3.000000 4,0.000000 2.000000 3,0.000000 3.000000 4,1.000000 0.000000 2,3.000000-3.000000 1,2.000000-2.000000 0,3.000000-3.000000 1,0.000000-1.000000 0,-3.000000 0.000000 1,-2.000000 0.000000-1,-3.000000 0.000000 1,0.000000 0.000000 1,3.000000 0.000000 1,2.000000 0.000000 2,3.000000 0.000000 1,1.000000 0.000000 2,0.000000 0.000000 3,0.000000 0.000000 2,0.000000 0.000000 2,0.000000 0.000000 1,0.000000 1.000000-3,0.000000-1.000000-1,0.000000 0.000000-3,0.000000 0.000000 0,0.000000 0.000000 1,0.000000 0.000000 0,0.000000 0.000000 0,0.000000-1.000000 2,0.000000-3.000000 4,0.000000-2.000000 4,0.000000-3.000000 3,0.000000 4.000000 2,0.000000 10.000000 1,0.000000 10.000000-1,0.000000 10.000000 1,0.000000 6.000000-2,0.000000 3.000000-3,0.000000 2.000000-3,0.000000 3.000000-3,0.000000 3.000000-2,0.000000 5.000000-1,0.000000 6.000000-1,0.000000 4.000000-1,0.000000 3.000000 0,0.000000 0.000000-2,0.000000 0.000000 1,0.000000-1.000000-2,0.000000 4.000000 1,0.000000 4.000000 0,0.000000 5.000000 1,0.000000 6.000000 0,0.000000 3.000000 1,0.000000 2.000000-3,0.000000 3.000000 0,0.000000 3.000000-2,0.000000-1.000000 0,0.000000-2.000000 0,0.000000-2.000000 0,0.000000-3.000000 0,0.000000-3.000000 1,0.000000-2.000000-1,0.000000-2.000000-1,0.000000-3.000000 0,0.000000 0.000000-1,0.000000 2.000000 0,0.000000 3.000000 0,0.000000 3.000000-1,0.000000-2.000000 0,0.000000-5.000000 0,0.000000-4.000000 1,0.000000-6.000000 0,0.000000-3.000000 0,0.000000-3.000000-1,0.000000-3.000000-3,0.000000-2.000000 0,0.000000-11.000000-11,0.000000-20.000000-21,0.000000-20.000000-19,0.000000-20.000000-21,1.000000-7.000000-2,3.000000 5.000000 15,2.000000 4.000000 16,3.000000 6.000000 15,1.000000-1.000000 8,0.000000-4.000000 0,0.000000-5.000000-1,0.000000-6.000000 0</inkml:trace>
</inkml:ink>
</file>

<file path=ppt/ink/ink4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3"/>
    </inkml:context>
    <inkml:brush xml:id="br0">
      <inkml:brushProperty name="width" value="0.033001895993948" units="cm"/>
      <inkml:brushProperty name="height" value="0.033001895993948" units="cm"/>
      <inkml:brushProperty name="color" value="#000000"/>
      <inkml:brushProperty name="ignorePressure" value="0"/>
    </inkml:brush>
  </inkml:definitions>
  <inkml:trace contextRef="#ctx0" brushRef="#br0">21128.000000 45632.000000 444,'37.000000'0.000000'53,"-4.000000"0.000000"-12 ,-6.000000 0.000000-12,-4.000000 0.000000-13,-3.000000 0.000000-7,0.000000 0.000000-2,-1.000000 0.000000-1,1.000000 0.000000-3,8.000000 2.000000 0,14.000000 1.000000 0,15.000000 4.000000 2,16.000000 1.000000 1,8.000000 2.000000-1,2.000000 0.000000-2,3.000000 0.000000 0,3.000000 0.000000-2,-1.000000 0.000000-1,-2.000000 0.000000 0,-3.000000 0.000000 1,-2.000000 0.000000 1,-2.000000 0.000000-1,-3.000000 0.000000-1,-3.000000 0.000000 0,-2.000000 0.000000-1,-1.000000-1.000000 1,0.000000-3.000000 1,0.000000-2.000000 1,-1.000000-3.000000 2,4.000000-1.000000 1,4.000000 0.000000-1,5.000000 0.000000 0,5.000000 0.000000 0,6.000000-1.000000-1,4.000000-3.000000 1,5.000000-2.000000 1,5.000000-3.000000-1,1.000000-2.000000 1,-2.000000-3.000000 0,-2.000000-2.000000-1,-3.000000-3.000000 1,-4.000000-1.000000-1,-5.000000 0.000000 0,-5.000000 0.000000-1,-5.000000 0.000000 0,-4.000000 2.000000-1,-6.000000 2.000000-1,-5.000000 2.000000-1,-5.000000 3.000000-2,-2.000000 2.000000 1,0.000000 3.000000 0,0.000000 2.000000 0,0.000000 3.000000 2,3.000000 1.000000-1,8.000000 0.000000 0,8.000000 0.000000 1,7.000000 0.000000-1,2.000000 0.000000 1,-2.000000 0.000000-1,-2.000000 0.000000 0,-3.000000 0.000000 0,-2.000000 2.000000 1,1.000000 6.000000 0,0.000000 4.000000 2,-1.000000 6.000000 1,0.000000 0.000000 0,-3.000000-2.000000-1,-3.000000-2.000000 0,-2.000000-3.000000-1,0.000000-1.000000 0,3.000000 0.000000 0,2.000000 0.000000-1,2.000000 0.000000 0,3.000000 0.000000 1,3.000000 0.000000 0,2.000000 0.000000 0,2.000000 0.000000 0,7.000000 0.000000 0,10.000000 0.000000-1,9.000000 0.000000 1,11.000000 0.000000-1,-1.000000-1.000000 0,-9.000000-3.000000-1,-10.000000-2.000000 0,-11.000000-3.000000 1,0.000000 0.000000-2,7.000000 3.000000 1,7.000000 2.000000 0,8.000000 3.000000 0,0.000000 1.000000 0,-8.000000 0.000000 1,-7.000000 0.000000 1,-8.000000 0.000000 0,8.000000 0.000000 1,23.000000 0.000000 1,21.000000 0.000000 1,24.000000 0.000000 1,3.000000-3.000000-1,-15.000000-5.000000 1,-15.000000-4.000000-1,-15.000000-5.000000 0,-8.000000-5.000000 0,1.000000-1.000000 0,-1.000000-4.000000 1,1.000000-1.000000 0,2.000000-2.000000-1,5.000000 0.000000 0,5.000000 0.000000-1,5.000000 0.000000-1,-1.000000 1.000000 0,-8.000000 3.000000-2,-7.000000 2.000000-1,-7.000000 3.000000-1,-9.000000 2.000000 0,-6.000000 3.000000-1,-8.000000 3.000000 0,-8.000000 1.000000-1,-3.000000 4.000000 1,0.000000 1.000000 0,0.000000 3.000000 0,-1.000000 3.000000 1,5.000000 1.000000 0,7.000000 0.000000 1,7.000000 0.000000 1,8.000000 0.000000 0,4.000000-1.000000 1,-1.000000-3.000000 1,1.000000-2.000000 0,-1.000000-3.000000 0,-3.000000-1.000000 0,-7.000000 0.000000 0,-8.000000 0.000000-1,-8.000000 0.000000 0,-4.000000 1.000000-1,-3.000000 3.000000 0,-3.000000 2.000000 0,-2.000000 3.000000-1,-1.000000 1.000000 1,0.000000 0.000000-1,-1.000000 0.000000 1,1.000000 0.000000 0,0.000000 0.000000-1,0.000000 0.000000-1,0.000000 0.000000-2,-1.000000 0.000000-1,-1.000000 0.000000 0,-6.000000 0.000000 0,-5.000000 0.000000 1,-5.000000 0.000000 0,-4.000000-2.000000 0,-6.000000-2.000000 1,-4.000000-2.000000-1,-6.000000-3.000000 0,-7.000000 2.000000 4,-10.000000 4.000000 9,-10.000000 6.000000 8,-10.000000 4.000000 8,-5.000000 7.000000 1,0.000000 7.000000-6,0.000000 8.000000-6,0.000000 7.000000-6,0.000000 10.000000-4,0.000000 12.000000 0,0.000000 13.000000 0,0.000000 13.000000 0,-1.000000 14.000000-2,-3.000000 18.000000 1,-2.000000 17.000000-2,-3.000000 18.000000 0,-1.000000 6.000000 0,0.000000-5.000000 0,1.000000-5.000000-1,-1.000000-5.000000 1,1.000000-6.000000-1,3.000000-8.000000 2,2.000000-7.000000-1,3.000000-8.000000 2,2.000000-8.000000-2,3.000000-11.000000-2,2.000000-9.000000-1,3.000000-10.000000-3,1.000000-9.000000-1,0.000000-8.000000 0,0.000000-7.000000 0,0.000000-7.000000-1,0.000000-7.000000-1,0.000000-4.000000-2,0.000000-6.000000-4,0.000000-5.000000-3,-1.000000-2.000000-5,-3.000000 0.000000-9,-2.000000 0.000000-7,-3.000000 0.000000-8,-4.000000-1.000000-8,-4.000000-3.000000-5,-5.000000-3.000000-5,-6.000000-1.000000-6</inkml:trace>
</inkml:ink>
</file>

<file path=ppt/ink/ink4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4"/>
    </inkml:context>
    <inkml:brush xml:id="br0">
      <inkml:brushProperty name="width" value="0.0329793021082878" units="cm"/>
      <inkml:brushProperty name="height" value="0.0329793021082878" units="cm"/>
      <inkml:brushProperty name="color" value="#000000"/>
      <inkml:brushProperty name="ignorePressure" value="0"/>
    </inkml:brush>
  </inkml:definitions>
  <inkml:trace contextRef="#ctx0" brushRef="#br0">21128.000000 48582.000000 444,'0.000000'54.000000'-7,"0.000000"-13.000000"6 ,0.000000-12.000000 8,0.000000-13.000000 7,4.000000-6.000000 4,7.000000 0.000000 3,8.000000 0.000000 0,7.000000 0.000000 3,8.000000 0.000000 0,7.000000 0.000000 0,7.000000 0.000000-1,8.000000 0.000000 0,10.000000-2.000000-2,13.000000-1.000000 0,12.000000-4.000000-1,12.000000-1.000000-1,10.000000-2.000000-2,8.000000 0.000000-1,8.000000 0.000000 0,6.000000 0.000000-2,9.000000 1.000000-1,6.000000 3.000000-2,9.000000 2.000000-1,6.000000 3.000000-1,10.000000-1.000000-1,9.000000-1.000000 1,10.000000-4.000000 0,11.000000-2.000000 1,0.000000-2.000000-1,-7.000000-2.000000 0,-7.000000-4.000000-1,-8.000000-1.000000-2,-1.000000-5.000000-1,5.000000-4.000000-2,5.000000-6.000000-3,5.000000-4.000000-2,-3.000000-1.000000 0,-10.000000 6.000000 1,-9.000000 5.000000 1,-11.000000 4.000000 0,-7.000000 4.000000 1,-5.000000 3.000000-1,-5.000000 2.000000 0,-5.000000 3.000000 0,0.000000 1.000000-1,5.000000 0.000000 0,5.000000 0.000000 0,5.000000 0.000000 0,-2.000000 0.000000 0,-11.000000 0.000000 1,-9.000000 0.000000 1,-11.000000 0.000000 0,-8.000000 1.000000 1,-8.000000 3.000000-1,-7.000000 2.000000 0,-7.000000 3.000000-2,-2.000000 2.000000 1,5.000000 3.000000-1,5.000000 2.000000 0,5.000000 3.000000 0,3.000000 0.000000 1,0.000000-3.000000-1,-1.000000-3.000000 0,1.000000-1.000000 1,-2.000000-4.000000 0,-2.000000-1.000000 2,-2.000000-4.000000 0,-3.000000-1.000000 2,-3.000000-1.000000 0,-2.000000 3.000000 0,-3.000000 2.000000 1,-2.000000 3.000000-1,0.000000-1.000000 0,3.000000-1.000000 1,2.000000-4.000000 0,2.000000-2.000000 1,7.000000-1.000000 0,9.000000 0.000000 0,11.000000 0.000000-1,9.000000 0.000000-1,3.000000 0.000000 0,-5.000000 0.000000 0,-4.000000 0.000000 1,-6.000000 0.000000-1,-5.000000 0.000000 0,-5.000000 0.000000-1,-5.000000 0.000000 0,-5.000000 0.000000-1,0.000000 0.000000-1,5.000000 0.000000 1,6.000000 0.000000-1,4.000000 0.000000 0,4.000000-1.000000-1,2.000000-2.000000 2,3.000000-4.000000 0,2.000000-1.000000 1,-5.000000-1.000000-1,-12.000000 3.000000-1,-12.000000 2.000000-1,-13.000000 3.000000 0</inkml:trace>
</inkml:ink>
</file>

<file path=ppt/ink/ink4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4"/>
    </inkml:context>
    <inkml:brush xml:id="br0">
      <inkml:brushProperty name="width" value="0.0251436047255993" units="cm"/>
      <inkml:brushProperty name="height" value="0.0251436047255993" units="cm"/>
      <inkml:brushProperty name="color" value="#000000"/>
      <inkml:brushProperty name="ignorePressure" value="0"/>
    </inkml:brush>
  </inkml:definitions>
  <inkml:trace contextRef="#ctx0" brushRef="#br0">22763.000000 46230.000000 583,'0.000000'-32.000000'5,"0.000000"15.000000"12 ,0.000000 14.000000 11,0.000000 16.000000 12,0.000000 13.000000 4,0.000000 12.000000-3,0.000000 13.000000-2,0.000000 13.000000-1,-2.000000 11.000000-5,-1.000000 9.000000-4,-4.000000 11.000000-4,-1.000000 10.000000-6,-4.000000 7.000000-2,-1.000000 5.000000-4,-3.000000 5.000000-1,-3.000000 5.000000-3,0.000000-1.000000-4,3.000000-8.000000-2,2.000000-7.000000-5,3.000000-7.000000-3,1.000000-11.000000-6,0.000000-12.000000-8,0.000000-13.000000-7,0.000000-11.000000-8,3.000000-18.000000-9,4.000000-19.000000-9,6.000000-20.000000-11,4.000000-20.000000-9</inkml:trace>
</inkml:ink>
</file>

<file path=ppt/ink/ink4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5"/>
    </inkml:context>
    <inkml:brush xml:id="br0">
      <inkml:brushProperty name="width" value="0.02366753667593" units="cm"/>
      <inkml:brushProperty name="height" value="0.02366753667593" units="cm"/>
      <inkml:brushProperty name="color" value="#000000"/>
      <inkml:brushProperty name="ignorePressure" value="0"/>
    </inkml:brush>
  </inkml:definitions>
  <inkml:trace contextRef="#ctx0" brushRef="#br0">22484.000000 46111.000000 619,'22.000000'-15.000000'68,"5.000000"10.000000"-10 ,6.000000 10.000000-10,4.000000 10.000000-9,8.000000 6.000000-8,10.000000 3.000000-4,10.000000 2.000000-5,9.000000 2.000000-6,6.000000 2.000000-2,0.000000 0.000000-1,-1.000000 0.000000-2,1.000000 0.000000-2,-8.000000 4.000000-1,-14.000000 7.000000-1,-16.000000 7.000000-2,-14.000000 8.000000-2,-17.000000 9.000000-2,-17.000000 10.000000-2,-18.000000 10.000000-4,-17.000000 9.000000-2,-14.000000 5.000000-3,-10.000000-3.000000-3,-10.000000-3.000000-3,-9.000000-2.000000-3,0.000000-7.000000-1,13.000000-13.000000-2,13.000000-13.000000 0,12.000000-12.000000-2,14.000000-12.000000-2,19.000000-13.000000-3,16.000000-12.000000-3,19.000000-13.000000-3,13.000000-6.000000 2,9.000000 0.000000 10,11.000000 0.000000 7,10.000000 0.000000 10,5.000000 1.000000 4,-1.000000 3.000000-1,1.000000 2.000000 1,0.000000 3.000000 0,-4.000000 2.000000 4,-7.000000 3.000000 6,-8.000000 2.000000 8,-8.000000 3.000000 6,-8.000000 5.000000 4,-10.000000 7.000000 2,-10.000000 8.000000 1,-10.000000 7.000000 2,-13.000000 5.000000-3,-14.000000 3.000000-3,-15.000000 2.000000-5,-16.000000 2.000000-5,-8.000000 1.000000-5,-2.000000-3.000000-6,-3.000000-3.000000-5,-3.000000-1.000000-6,6.000000-8.000000-4,12.000000-9.000000 0,12.000000-10.000000-1,13.000000-10.000000-1,6.000000-5.000000-6,0.000000 0.000000-15,0.000000 0.000000-14,0.000000 0.000000-15</inkml:trace>
</inkml:ink>
</file>

<file path=ppt/ink/ink4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5"/>
    </inkml:context>
    <inkml:brush xml:id="br0">
      <inkml:brushProperty name="width" value="0.0227111373096704" units="cm"/>
      <inkml:brushProperty name="height" value="0.0227111373096704" units="cm"/>
      <inkml:brushProperty name="color" value="#000000"/>
      <inkml:brushProperty name="ignorePressure" value="0"/>
    </inkml:brush>
  </inkml:definitions>
  <inkml:trace contextRef="#ctx0" brushRef="#br0">23759.000000 47307.000000 645,'20.000000'-16.000000'12,"0.000000"7.000000"14 ,0.000000 8.000000 13,0.000000 7.000000 14,-3.000000 10.000000 2,-4.000000 13.000000-11,-6.000000 12.000000-9,-4.000000 12.000000-11,-3.000000 6.000000-6,0.000000-3.000000-2,0.000000-2.000000-2,0.000000-3.000000-2,0.000000-3.000000-6,0.000000-2.000000-7,0.000000-2.000000-8,0.000000-3.000000-8,2.000000-4.000000-4,6.000000-4.000000 0,4.000000-6.000000-1,6.000000-4.000000 0,3.000000-10.000000 1,2.000000-11.000000 3,4.000000-14.000000 2,1.000000-11.000000 3,3.000000-12.000000 0,3.000000-10.000000-4,2.000000-10.000000-3,3.000000-10.000000-3,-2.000000-2.000000-2,-4.000000 5.000000 1,-6.000000 4.000000 0,-5.000000 6.000000 1,-3.000000 6.000000 8,-3.000000 7.000000 13,-2.000000 8.000000 15,-3.000000 8.000000 14,-2.000000 8.000000 6,-3.000000 10.000000-2,-2.000000 10.000000-2,-3.000000 10.000000-2,-1.000000 10.000000-2,0.000000 9.000000-2,0.000000 11.000000-1,0.000000 10.000000-2,0.000000 4.000000-7,0.000000-3.000000-10,0.000000-3.000000-10,0.000000-2.000000-11,0.000000-5.000000-6,0.000000-7.000000-4,0.000000-8.000000-4,0.000000-7.000000-3</inkml:trace>
</inkml:ink>
</file>

<file path=ppt/ink/ink4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6"/>
    </inkml:context>
    <inkml:brush xml:id="br0">
      <inkml:brushProperty name="width" value="0.0240586549043655" units="cm"/>
      <inkml:brushProperty name="height" value="0.0240586549043655" units="cm"/>
      <inkml:brushProperty name="color" value="#000000"/>
      <inkml:brushProperty name="ignorePressure" value="0"/>
    </inkml:brush>
  </inkml:definitions>
  <inkml:trace contextRef="#ctx0" brushRef="#br0">24676.000000 47227.000000 609,'0.000000'77.000000'98,"0.000000"-4.000000"-23 ,0.000000-6.000000-23,0.000000-5.000000-24,0.000000-3.000000-14,0.000000-3.000000-6,0.000000-3.000000-7,0.000000-2.000000-5,4.000000-6.000000-5,7.000000-10.000000-2,8.000000-10.000000-2,7.000000-10.000000-2,4.000000-10.000000-1,0.000000-10.000000-2,0.000000-10.000000-2,-1.000000-10.000000-1,3.000000-10.000000 0,1.000000-10.000000 2,3.000000-9.000000 1,3.000000-11.000000 1,0.000000-5.000000 3,-3.000000 0.000000 2,-3.000000 0.000000 3,-1.000000 1.000000 4,-5.000000 5.000000 2,-5.000000 13.000000 4,-4.000000 12.000000 3,-6.000000 13.000000 3,-2.000000 13.000000 2,0.000000 11.000000 1,0.000000 14.000000 0,0.000000 11.000000 2,0.000000 15.000000 0,0.000000 14.000000 3,0.000000 15.000000 2,0.000000 15.000000 1,-1.000000 11.000000 1,-3.000000 4.000000 1,-2.000000 5.000000-1,-3.000000 5.000000 0,0.000000 4.000000 1,3.000000 2.000000 0,2.000000 3.000000 0,3.000000 3.000000 0,-5.000000-1.000000 0,-13.000000-2.000000-2,-12.000000-3.000000-1,-13.000000-2.000000-3,-11.000000-8.000000-3,-10.000000-12.000000-4,-9.000000-12.000000-6,-11.000000-13.000000-6,-6.000000-14.000000-6,-3.000000-14.000000-9,-2.000000-16.000000-9,-2.000000-15.000000-9,8.000000-8.000000-3,20.000000-3.000000 3,21.000000-2.000000 4,19.000000-3.000000 4,8.000000-3.000000-1,-1.000000-5.000000-5,-3.000000-6.000000-4,-3.000000-4.000000-5</inkml:trace>
</inkml:ink>
</file>

<file path=ppt/ink/ink4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6"/>
    </inkml:context>
    <inkml:brush xml:id="br0">
      <inkml:brushProperty name="width" value="0.025437168776989" units="cm"/>
      <inkml:brushProperty name="height" value="0.025437168776989" units="cm"/>
      <inkml:brushProperty name="color" value="#000000"/>
      <inkml:brushProperty name="ignorePressure" value="0"/>
    </inkml:brush>
  </inkml:definitions>
  <inkml:trace contextRef="#ctx0" brushRef="#br0">27307.000000 46788.000000 576,'-17.000000'-14.000000'99,"4.000000"9.000000"-19 ,6.000000 10.000000-21,4.000000 9.000000-19,1.000000 16.000000-11,-6.000000 20.000000-3,-4.000000 20.000000-3,-6.000000 20.000000-2,-5.000000 17.000000-3,-8.000000 15.000000-4,-8.000000 15.000000-5,-7.000000 15.000000-4,-3.000000 2.000000-5,3.000000-9.000000-6,3.000000-11.000000-7,2.000000-9.000000-7,7.000000-28.000000-10,13.000000-44.000000-14,12.000000-46.000000-15,13.000000-44.000000-15,6.000000-21.000000-1,0.000000 6.000000 13,0.000000 5.000000 13,0.000000 4.000000 11</inkml:trace>
</inkml:ink>
</file>

<file path=ppt/ink/ink4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6"/>
    </inkml:context>
    <inkml:brush xml:id="br0">
      <inkml:brushProperty name="width" value="0.0265505574643612" units="cm"/>
      <inkml:brushProperty name="height" value="0.0265505574643612" units="cm"/>
      <inkml:brushProperty name="color" value="#000000"/>
      <inkml:brushProperty name="ignorePressure" value="0"/>
    </inkml:brush>
  </inkml:definitions>
  <inkml:trace contextRef="#ctx0" brushRef="#br0">27188.000000 47068.000000 552,'89.000000'-245.000000'15,"-19.000000"71.000000"4 ,-20.000000 69.000000 4,-20.000000 70.000000 4,-9.000000 42.000000 0,3.000000 11.000000 0,2.000000 13.000000-1,2.000000 13.000000-2,2.000000 13.000000 0,0.000000 16.000000 2,0.000000 14.000000 1,0.000000 15.000000 1,-1.000000 8.000000 0,-3.000000-1.000000-3,-2.000000 1.000000-2,-3.000000 0.000000-2,-1.000000-3.000000-4,0.000000-5.000000-4,0.000000-5.000000-4,-1.000000-5.000000-4,0.000000-10.000000-2,-3.000000-14.000000 0,-2.000000-16.000000 0,-3.000000-15.000000 0,3.000000-20.000000-2,7.000000-29.000000 0,8.000000-26.000000-3,7.000000-28.000000 0,6.000000-18.000000-3,6.000000-7.000000-4,4.000000-7.000000-4,5.000000-8.000000-4,-1.000000 5.000000-5,-7.000000 18.000000-9,-8.000000 17.000000-8,-7.000000 17.000000-8,-5.000000 10.000000-5,1.000000 3.000000-1,0.000000 3.000000-3,0.000000 1.000000-2</inkml:trace>
</inkml:ink>
</file>

<file path=ppt/ink/ink4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6"/>
    </inkml:context>
    <inkml:brush xml:id="br0">
      <inkml:brushProperty name="width" value="0.0241290871053934" units="cm"/>
      <inkml:brushProperty name="height" value="0.0241290871053934" units="cm"/>
      <inkml:brushProperty name="color" value="#000000"/>
      <inkml:brushProperty name="ignorePressure" value="0"/>
    </inkml:brush>
  </inkml:definitions>
  <inkml:trace contextRef="#ctx0" brushRef="#br0">29061.000000 47586.000000 607,'-36.000000'18.000000'25,"7.000000"-1.000000"4 ,8.000000-4.000000 6,8.000000-1.000000 4,3.000000-1.000000 2,0.000000 3.000000-2,0.000000 2.000000-3,0.000000 2.000000-3,2.000000 5.000000-3,6.000000 4.000000-6,4.000000 6.000000-3,6.000000 4.000000-6,4.000000 3.000000-4,6.000000 0.000000-3,4.000000 0.000000-3,5.000000-1.000000-3,5.000000-2.000000-4,1.000000-9.000000-3,3.000000-7.000000-2,3.000000-7.000000-3,0.000000-8.000000-2,-3.000000-7.000000 0,-3.000000-8.000000-2,-1.000000-7.000000-1,-4.000000-7.000000 1,-2.000000-9.000000 4,-2.000000-6.000000 2,-3.000000-8.000000 4,-2.000000-5.000000 3,-3.000000-3.000000 6,-2.000000-2.000000 6,-3.000000-3.000000 4,-4.000000 2.000000 2,-4.000000 5.000000-2,-6.000000 4.000000-3,-4.000000 6.000000-3,-7.000000 6.000000-3,-7.000000 7.000000-5,-8.000000 8.000000-5,-7.000000 7.000000-4,-1.000000 7.000000-6,5.000000 4.000000-8,4.000000 6.000000-8,6.000000 4.000000-8,2.000000 3.000000-6,0.000000 0.000000-6,0.000000 0.000000-6,0.000000 0.000000-5</inkml:trace>
</inkml:ink>
</file>

<file path=ppt/ink/ink4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7"/>
    </inkml:context>
    <inkml:brush xml:id="br0">
      <inkml:brushProperty name="width" value="0.0213200841099024" units="cm"/>
      <inkml:brushProperty name="height" value="0.0213200841099024" units="cm"/>
      <inkml:brushProperty name="color" value="#000000"/>
      <inkml:brushProperty name="ignorePressure" value="0"/>
    </inkml:brush>
  </inkml:definitions>
  <inkml:trace contextRef="#ctx0" brushRef="#br0">30018.000000 47386.000000 687,'-17.000000'40.000000'121,"4.000000"0.000000"-31 ,6.000000 0.000000-32,4.000000 0.000000-31,6.000000 1.000000-17,4.000000 3.000000-5,6.000000 2.000000-3,4.000000 2.000000-5,2.000000 0.000000-4,-3.000000-6.000000-4,-2.000000-5.000000-4,-3.000000-4.000000-5,0.000000-6.000000-1,3.000000-4.000000 2,2.000000-6.000000 1,3.000000-4.000000 1,4.000000-12.000000 2,8.000000-17.000000 0,8.000000-18.000000 0,7.000000-17.000000 2,3.000000-9.000000 0,-3.000000 0.000000 3,-3.000000 0.000000 1,-1.000000 1.000000 3,-4.000000 1.000000 2,-2.000000 6.000000 3,-2.000000 5.000000 2,-3.000000 4.000000 3,-4.000000 10.000000 2,-4.000000 12.000000 2,-6.000000 12.000000 3,-4.000000 13.000000 3,-3.000000 12.000000 0,0.000000 12.000000 0,0.000000 13.000000 1,0.000000 13.000000-1,-2.000000 7.000000 0,-1.000000 3.000000-1,-4.000000 2.000000 0,-1.000000 2.000000 0,0.000000-3.000000-2,6.000000-10.000000 0,4.000000-10.000000-1,5.000000-10.000000-1,5.000000-9.000000 0,1.000000-8.000000-3,3.000000-6.000000 0,3.000000-9.000000-2,1.000000-8.000000-1,0.000000-10.000000-1,0.000000-10.000000-1,0.000000-9.000000-1,1.000000-13.000000-3,3.000000-11.000000-7,2.000000-13.000000-6,2.000000-13.000000-6,0.000000 3.000000-2,-6.000000 18.000000 2,-5.000000 17.000000 2,-4.000000 17.000000 2,-4.000000 8.000000-4,-3.000000-3.000000-11,-3.000000-2.000000-11,-1.000000-2.000000-12</inkml:trace>
</inkml:ink>
</file>

<file path=ppt/ink/ink4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7"/>
    </inkml:context>
    <inkml:brush xml:id="br0">
      <inkml:brushProperty name="width" value="0.023682676255703" units="cm"/>
      <inkml:brushProperty name="height" value="0.023682676255703" units="cm"/>
      <inkml:brushProperty name="color" value="#000000"/>
      <inkml:brushProperty name="ignorePressure" value="0"/>
    </inkml:brush>
  </inkml:definitions>
  <inkml:trace contextRef="#ctx0" brushRef="#br0">32330.000000 46669.000000 619,'-1.000000'60.000000'131,"-3.000000"-1.000000"-30 ,-2.000000 1.000000-30,-3.000000 0.000000-30,-1.000000 4.000000-20,0.000000 7.000000-9,0.000000 7.000000-8,0.000000 8.000000-10,0.000000-5.000000-16,0.000000-17.000000-22,1.000000-18.000000-23,-1.000000-18.000000-23</inkml:trace>
</inkml:ink>
</file>

<file path=ppt/ink/ink4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7"/>
    </inkml:context>
    <inkml:brush xml:id="br0">
      <inkml:brushProperty name="width" value="0.0171487126499414" units="cm"/>
      <inkml:brushProperty name="height" value="0.0171487126499414" units="cm"/>
      <inkml:brushProperty name="color" value="#000000"/>
      <inkml:brushProperty name="ignorePressure" value="0"/>
    </inkml:brush>
  </inkml:definitions>
  <inkml:trace contextRef="#ctx0" brushRef="#br0">32171.000000 47984.000000 855,'-2.000000'38.000000'6,"-1.000000"-6.000000"14 ,-3.000000-4.000000 14,-3.000000-6.000000 13,1.000000-2.000000-11,6.000000 0.000000-35,4.000000 0.000000-33,6.000000 0.000000-35</inkml:trace>
</inkml:ink>
</file>

<file path=ppt/ink/ink4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8"/>
    </inkml:context>
    <inkml:brush xml:id="br0">
      <inkml:brushProperty name="width" value="0.0276052597910166" units="cm"/>
      <inkml:brushProperty name="height" value="0.0276052597910166" units="cm"/>
      <inkml:brushProperty name="color" value="#000000"/>
      <inkml:brushProperty name="ignorePressure" value="0"/>
    </inkml:brush>
  </inkml:definitions>
  <inkml:trace contextRef="#ctx0" brushRef="#br0">38509.000000 46111.000000 531,'2.000000'-36.000000'24,"1.000000"7.000000"5 ,4.000000 8.000000 3,1.000000 7.000000 5,1.000000 9.000000 0,-3.000000 10.000000-3,-2.000000 10.000000-5,-3.000000 10.000000-3,-1.000000 15.000000-2,0.000000 20.000000-2,0.000000 19.000000 0,0.000000 21.000000 0,-1.000000 18.000000-2,-3.000000 18.000000-3,-2.000000 17.000000-1,-3.000000 18.000000-3,-2.000000 10.000000-2,-3.000000 2.000000 0,-2.000000 2.000000-2,-3.000000 4.000000 0,1.000000-6.000000-1,2.000000-13.000000-2,2.000000-11.000000-1,3.000000-14.000000-1,2.000000-11.000000-3,3.000000-13.000000-4,2.000000-13.000000-6,3.000000-12.000000-4,2.000000-20.000000-12,3.000000-28.000000-19,2.000000-26.000000-18,3.000000-29.000000-17,1.000000-14.000000-4,0.000000-2.000000 14,0.000000-4.000000 12,0.000000-1.000000 14</inkml:trace>
</inkml:ink>
</file>

<file path=ppt/ink/ink4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39"/>
    </inkml:context>
    <inkml:brush xml:id="br0">
      <inkml:brushProperty name="width" value="0.032324057072401" units="cm"/>
      <inkml:brushProperty name="height" value="0.032324057072401" units="cm"/>
      <inkml:brushProperty name="color" value="#000000"/>
      <inkml:brushProperty name="ignorePressure" value="0"/>
    </inkml:brush>
  </inkml:definitions>
  <inkml:trace contextRef="#ctx0" brushRef="#br0">38868.000000 45951.000000 453,'40.000000'0.000000'18,"0.000000"0.000000"1 ,0.000000 0.000000 2,0.000000 0.000000 2,4.000000 2.000000-1,11.000000 1.000000-3,10.000000 4.000000-1,10.000000 1.000000-4,7.000000 2.000000-1,5.000000 0.000000 0,5.000000 0.000000-2,6.000000 0.000000-1,2.000000 0.000000 0,4.000000 0.000000-1,2.000000 0.000000-1,2.000000 0.000000 0,3.000000 0.000000-2,2.000000 0.000000-1,3.000000 0.000000-1,3.000000 0.000000-2,1.000000-1.000000 0,4.000000-3.000000 0,2.000000-2.000000 0,2.000000-3.000000 1,0.000000 1.000000 0,-2.000000 6.000000 1,-3.000000 4.000000 0,-2.000000 6.000000 0,-4.000000 0.000000 1,-5.000000-1.000000 2,-4.000000-4.000000 0,-6.000000-2.000000 2,2.000000-2.000000 0,11.000000-3.000000-2,10.000000-2.000000-3,9.000000-3.000000-1,6.000000-1.000000-1,-1.000000 0.000000 0,1.000000 0.000000-1,-1.000000 0.000000 1,-4.000000 2.000000 0,-11.000000 1.000000 1,-9.000000 4.000000 1,-10.000000 1.000000 2,-7.000000 2.000000-1,-2.000000 0.000000 1,-3.000000 0.000000-2,-2.000000 0.000000 0,3.000000 0.000000 0,7.000000 0.000000-1,7.000000 0.000000 0,8.000000 0.000000 0,5.000000 0.000000-1,2.000000 0.000000 0,3.000000 0.000000 1,2.000000 0.000000 1,-2.000000-1.000000-1,-8.000000-3.000000 1,-7.000000-2.000000 0,-7.000000-3.000000 0,-3.000000-1.000000 1,2.000000 0.000000-1,3.000000 0.000000 0,2.000000 0.000000 0,6.000000 0.000000-1,6.000000 0.000000 1,9.000000 0.000000-1,7.000000 0.000000-1,2.000000-1.000000 1,-2.000000-3.000000-1,-3.000000-2.000000-1,-2.000000-3.000000 0,-7.000000 0.000000 0,-9.000000 3.000000-1,-10.000000 2.000000 0,-11.000000 3.000000 0,-4.000000 1.000000-1,0.000000 0.000000 1,-1.000000 0.000000 0,1.000000 0.000000 0,1.000000 0.000000 1,2.000000 0.000000-1,3.000000 0.000000 0,3.000000 0.000000 0,0.000000 0.000000 0,1.000000 0.000000-1,0.000000 0.000000 1,-1.000000 0.000000 0,-5.000000 0.000000-1,-13.000000 0.000000 1,-13.000000 0.000000 0,-12.000000 0.000000-1,-2.000000 2.000000 0,7.000000 6.000000 0,8.000000 4.000000-1,7.000000 6.000000-1,3.000000 1.000000 0,1.000000-3.000000 1,0.000000-3.000000-1,-1.000000-1.000000 1,2.000000-2.000000 0,3.000000 0.000000 1,2.000000 0.000000 1,2.000000 0.000000 0,5.000000-1.000000 1,4.000000 1.000000 1,5.000000 0.000000 0,5.000000 0.000000 0,0.000000-1.000000 0,-5.000000-3.000000 0,-5.000000-2.000000-1,-4.000000-3.000000-1,-5.000000-1.000000 0,-2.000000 0.000000 1,-2.000000 0.000000 0,-4.000000 0.000000 0,1.000000-1.000000 1,3.000000-3.000000-1,2.000000-2.000000 0,2.000000-3.000000 1,3.000000-1.000000-1,3.000000 0.000000-1,2.000000 0.000000 0,2.000000 1.000000 0,-1.000000-1.000000-1,-5.000000 0.000000-1,-4.000000 0.000000 1,-6.000000 0.000000-1,-6.000000 1.000000 0,-8.000000 3.000000 1,-7.000000 2.000000 0,-7.000000 3.000000 0,-8.000000 1.000000 1,-7.000000 0.000000 0,-8.000000 0.000000-1,-7.000000 0.000000 1,-10.000000 0.000000 2,-9.000000 0.000000 5,-10.000000 0.000000 6,-9.000000 0.000000 6,-5.000000 10.000000 0,3.000000 20.000000-2,2.000000 19.000000-4,3.000000 21.000000-3,1.000000 14.000000-2,0.000000 7.000000-4,0.000000 7.000000-2,0.000000 8.000000-2,0.000000 6.000000-3,0.000000 5.000000 0,0.000000 5.000000-1,0.000000 5.000000-2,0.000000 4.000000 2,0.000000 2.000000 1,0.000000 3.000000 2,0.000000 2.000000 1,0.000000 3.000000 1,0.000000 2.000000 0,0.000000 3.000000 0,0.000000 2.000000-1,2.000000 1.000000-2,1.000000-3.000000-3,4.000000-3.000000-4,1.000000-2.000000-3,1.000000-7.000000-2,-3.000000-9.000000 0,-2.000000-11.000000-2,-3.000000-9.000000-1,-1.000000-9.000000-2,0.000000-8.000000-5,1.000000-7.000000-4,-1.000000-7.000000-5,1.000000-9.000000-1,3.000000-11.000000 3,2.000000-9.000000 2,3.000000-10.000000 4,-1.000000-6.000000-3,-1.000000-3.000000-8,-4.000000-2.000000-8,-1.000000-3.000000-7</inkml:trace>
</inkml:ink>
</file>

<file path=ppt/ink/ink4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1"/>
    </inkml:context>
    <inkml:brush xml:id="br0">
      <inkml:brushProperty name="width" value="0.02906209602952" units="cm"/>
      <inkml:brushProperty name="height" value="0.02906209602952" units="cm"/>
      <inkml:brushProperty name="color" value="#000000"/>
      <inkml:brushProperty name="ignorePressure" value="0"/>
    </inkml:brush>
  </inkml:definitions>
  <inkml:trace contextRef="#ctx0" brushRef="#br0">38629.000000 49180.000000 504,'97.000000'0.000000'81,"-5.000000"0.000000"-15 ,-4.000000 0.000000-16,-6.000000 0.000000-15,1.000000 2.000000-8,8.000000 1.000000-4,8.000000 4.000000-2,6.000000 1.000000-2,6.000000 1.000000-3,3.000000-3.000000-1,2.000000-2.000000-2,2.000000-3.000000-1,5.000000 1.000000-1,8.000000 1.000000-2,7.000000 3.000000-1,8.000000 3.000000-1,7.000000 0.000000-2,8.000000-3.000000 0,7.000000-2.000000-1,8.000000-3.000000 0,-2.000000-1.000000-2,-9.000000 0.000000 1,-11.000000 0.000000 0,-9.000000 0.000000 0,-6.000000 0.000000 0,1.000000 0.000000 0,-1.000000 0.000000-1,1.000000 0.000000 0,1.000000 0.000000 1,2.000000 0.000000 0,3.000000 0.000000 0,2.000000 0.000000 1,-2.000000 1.000000 0,-8.000000 3.000000-2,-7.000000 2.000000 0,-8.000000 3.000000-2,-6.000000 1.000000 0,-5.000000 0.000000 0,-5.000000 0.000000-1,-4.000000 0.000000 0,0.000000 0.000000 0,8.000000 0.000000 1,7.000000 0.000000-1,8.000000 0.000000 1,1.000000 1.000000-1,-5.000000 3.000000 1,-5.000000 2.000000-1,-5.000000 3.000000 0,-6.000000 1.000000-1,-7.000000-1.000000 0,-8.000000 1.000000-1,-8.000000 0.000000-1,-4.000000-2.000000 0,-3.000000-6.000000 1,-3.000000-4.000000 1,-2.000000-6.000000 1,0.000000-1.000000 0,3.000000 3.000000 1,2.000000 2.000000 0,2.000000 3.000000 1,6.000000 1.000000-1,6.000000 0.000000 1,9.000000 0.000000-2,7.000000 0.000000 0,3.000000-1.000000-1,1.000000-3.000000 1,0.000000-2.000000 0,-1.000000-3.000000-1,-2.000000-1.000000 1,-4.000000 0.000000 1,-6.000000 0.000000 1,-5.000000 0.000000 1,-5.000000 0.000000 0,-5.000000 0.000000 1,-4.000000 0.000000-1,-6.000000 0.000000 1,1.000000 0.000000-1,8.000000 0.000000 0,8.000000 0.000000 0,7.000000 0.000000-1,3.000000 0.000000 0,1.000000 0.000000 1,0.000000 0.000000-1,-1.000000 0.000000 1,1.000000 0.000000 0,0.000000 0.000000-1,-1.000000 0.000000 1,1.000000 0.000000-2,-4.000000 0.000000 1,-8.000000 0.000000 1,-7.000000 0.000000-1,-7.000000 0.000000 1,-6.000000 0.000000 0,-2.000000 0.000000-1,-2.000000 0.000000 0,-3.000000 0.000000-2,-2.000000 0.000000 1,-3.000000 0.000000-1,-3.000000 0.000000 1,-2.000000 0.000000 0,0.000000 0.000000 1,3.000000 0.000000 1,2.000000 0.000000 0,3.000000 0.000000 1,-1.000000 0.000000 1,-2.000000 0.000000-1,-2.000000 0.000000-1,-3.000000 0.000000-1,-3.000000 0.000000 0,-2.000000 0.000000-1,-2.000000 0.000000 0,-3.000000 0.000000 0,0.000000 0.000000-1,3.000000 0.000000 0,2.000000 0.000000 0,3.000000 0.000000 1,-1.000000 0.000000 0,-2.000000 0.000000-1,-2.000000 0.000000 1,-3.000000 0.000000 0,-1.000000 0.000000 0,0.000000 0.000000-1,0.000000 0.000000 1,-1.000000 0.000000-1,1.000000 0.000000 0,0.000000 0.000000 0,0.000000 0.000000 1,0.000000 0.000000-1,1.000000 1.000000 0,3.000000 3.000000-2,2.000000 2.000000-1,2.000000 3.000000-1,5.000000 0.000000-1,4.000000-3.000000-2,5.000000-2.000000-2,5.000000-3.000000-2,6.000000 0.000000-1,4.000000 3.000000 1,5.000000 2.000000 1,5.000000 3.000000-1,1.000000-1.000000 1,-6.000000-1.000000-2,-5.000000-4.000000-2,-5.000000-1.000000-1,-4.000000-1.000000-2,-6.000000 3.000000-3,-5.000000 2.000000-3,-4.000000 3.000000-3</inkml:trace>
</inkml:ink>
</file>

<file path=ppt/ink/ink4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1"/>
    </inkml:context>
    <inkml:brush xml:id="br0">
      <inkml:brushProperty name="width" value="0.0231737997382879" units="cm"/>
      <inkml:brushProperty name="height" value="0.0231737997382879" units="cm"/>
      <inkml:brushProperty name="color" value="#000000"/>
      <inkml:brushProperty name="ignorePressure" value="0"/>
    </inkml:brush>
  </inkml:definitions>
  <inkml:trace contextRef="#ctx0" brushRef="#br0">40901.000000 47187.000000 632,'-58.000000'-17.000000'94,"2.000000"4.000000"-24 ,2.000000 6.000000-23,3.000000 4.000000-25,0.000000 6.000000-13,-3.000000 4.000000-3,-2.000000 6.000000-4,-2.000000 4.000000-3,-2.000000 4.000000-4,0.000000 3.000000-4,0.000000 2.000000-5,1.000000 3.000000-4,2.000000 2.000000-2,9.000000 3.000000 1,7.000000 2.000000 1,7.000000 2.000000 0,9.000000 0.000000 2,10.000000-6.000000 3,10.000000-4.000000 3,10.000000-6.000000 2,10.000000-2.000000 4,10.000000 0.000000 2,10.000000 0.000000 5,10.000000 0.000000 2,6.000000 0.000000 3,3.000000 0.000000 0,2.000000-1.000000 1,2.000000 1.000000 1,1.000000 0.000000 1,-3.000000 0.000000 1,-3.000000 0.000000 3,-2.000000 0.000000 0,-5.000000 3.000000 2,-7.000000 4.000000-1,-8.000000 5.000000-1,-7.000000 6.000000 0,-10.000000 4.000000 0,-13.000000 5.000000 0,-12.000000 6.000000 2,-13.000000 4.000000 0,-11.000000 0.000000 0,-10.000000-4.000000-2,-10.000000-6.000000 0,-9.000000-5.000000-2,-4.000000-7.000000-5,6.000000-10.000000-6,5.000000-10.000000-9,4.000000-10.000000-6,5.000000-14.000000-9,2.000000-17.000000-10,2.000000-17.000000-9,3.000000-18.000000-9,5.000000-4.000000-5,7.000000 10.000000 2,8.000000 10.000000 2,7.000000 10.000000 1</inkml:trace>
</inkml:ink>
</file>

<file path=ppt/ink/ink4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2"/>
    </inkml:context>
    <inkml:brush xml:id="br0">
      <inkml:brushProperty name="width" value="0.0232945308089256" units="cm"/>
      <inkml:brushProperty name="height" value="0.0232945308089256" units="cm"/>
      <inkml:brushProperty name="color" value="#000000"/>
      <inkml:brushProperty name="ignorePressure" value="0"/>
    </inkml:brush>
  </inkml:definitions>
  <inkml:trace contextRef="#ctx0" brushRef="#br0">41101.000000 46549.000000 629,'56.000000'0.000000'19,"-8.000000"0.000000"2 ,-7.000000 0.000000 3,-7.000000 0.000000 3,-5.000000 0.000000 1,-3.000000 0.000000 1,-3.000000 0.000000-1,-1.000000 0.000000-1,-4.000000 7.000000 0,-1.000000 11.000000-4,-4.000000 13.000000-2,-2.000000 13.000000-3,-3.000000 13.000000-2,-6.000000 16.000000-2,-4.000000 14.000000-3,-6.000000 15.000000-1,-5.000000 12.000000-2,-8.000000 11.000000-1,-8.000000 10.000000-1,-7.000000 9.000000-2,-4.000000 2.000000-2,0.000000-8.000000-2,0.000000-7.000000-1,0.000000-8.000000-3,3.000000-11.000000-2,5.000000-14.000000-2,4.000000-16.000000-2,6.000000-15.000000-2,7.000000-21.000000-3,10.000000-27.000000-5,10.000000-28.000000-3,10.000000-27.000000-4,8.000000-18.000000 0,9.000000-7.000000 1,6.000000-7.000000 4,8.000000-8.000000 2,4.000000-1.000000 2,0.000000 4.000000 0,0.000000 6.000000 2,0.000000 5.000000 0,-3.000000 6.000000 2,-5.000000 7.000000 5,-4.000000 8.000000 3,-6.000000 7.000000 3,-3.000000 7.000000 5,-3.000000 5.000000 3,-3.000000 4.000000 5,-1.000000 6.000000 3,-5.000000 9.000000 3,-4.000000 16.000000 2,-6.000000 14.000000 1,-4.000000 15.000000 1,-5.000000 11.000000 0,-1.000000 4.000000-1,-4.000000 5.000000-1,-1.000000 6.000000-1,-1.000000 0.000000-2,3.000000-2.000000-2,2.000000-2.000000-3,3.000000-3.000000-2,1.000000-4.000000-10,0.000000-5.000000-17,0.000000-4.000000-17,0.000000-6.000000-17</inkml:trace>
</inkml:ink>
</file>

<file path=ppt/ink/ink4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2"/>
    </inkml:context>
    <inkml:brush xml:id="br0">
      <inkml:brushProperty name="width" value="0.0211886800825596" units="cm"/>
      <inkml:brushProperty name="height" value="0.0211886800825596" units="cm"/>
      <inkml:brushProperty name="color" value="#000000"/>
      <inkml:brushProperty name="ignorePressure" value="0"/>
    </inkml:brush>
  </inkml:definitions>
  <inkml:trace contextRef="#ctx0" brushRef="#br0">41938.000000 47825.000000 692,'-18.000000'-11.000000'49,"6.000000"17.000000"-2 ,4.000000 18.000000-1,6.000000 17.000000-1,2.000000 9.000000-5,0.000000-1.000000-9,0.000000 1.000000-8,0.000000 0.000000-9,2.000000-3.000000-5,6.000000-4.000000-6,4.000000-6.000000-3,6.000000-4.000000-4,4.000000-7.000000-3,6.000000-8.000000-2,4.000000-6.000000-1,5.000000-9.000000-3,3.000000-9.000000 1,0.000000-13.000000 0,0.000000-12.000000 0,0.000000-12.000000 2,-3.000000-8.000000 1,-4.000000-3.000000 2,-6.000000-2.000000 1,-5.000000-3.000000 3,-4.000000 2.000000 0,-6.000000 5.000000 2,-4.000000 4.000000 2,-6.000000 6.000000 0,-5.000000 6.000000 0,-9.000000 7.000000-1,-6.000000 8.000000-2,-9.000000 7.000000-1,-2.000000 7.000000-5,-1.000000 4.000000-8,0.000000 6.000000-7,0.000000 4.000000-8,2.000000 3.000000-3,6.000000 0.000000 2,5.000000 0.000000 3,4.000000 0.000000 3,3.000000 0.000000 1,0.000000 0.000000 2,0.000000 0.000000 0,0.000000 0.000000 1</inkml:trace>
</inkml:ink>
</file>

<file path=ppt/ink/ink4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2"/>
    </inkml:context>
    <inkml:brush xml:id="br0">
      <inkml:brushProperty name="width" value="0.0218750387430191" units="cm"/>
      <inkml:brushProperty name="height" value="0.0218750387430191" units="cm"/>
      <inkml:brushProperty name="color" value="#000000"/>
      <inkml:brushProperty name="ignorePressure" value="0"/>
    </inkml:brush>
  </inkml:definitions>
  <inkml:trace contextRef="#ctx0" brushRef="#br0">42496.000000 47705.000000 670,'36.000000'-1.000000'-35,"-7.000000"-3.000000"16 ,-8.000000-2.000000 15,-7.000000-3.000000 16,-3.000000 1.000000 9,2.000000 2.000000 3,4.000000 2.000000 2,1.000000 3.000000 2,4.000000 1.000000 1,1.000000 0.000000-3,3.000000 0.000000-3,3.000000 0.000000-2,2.000000 0.000000-2,3.000000 0.000000-4,2.000000 0.000000-3,2.000000 0.000000-2,0.000000 0.000000-3,-6.000000 0.000000-1,-4.000000 0.000000-1,-6.000000 0.000000-1,-3.000000 1.000000-2,-3.000000 3.000000-2,-2.000000 2.000000-1,-3.000000 2.000000-3,-2.000000 7.000000 2,-3.000000 10.000000 2,-2.000000 10.000000 4,-3.000000 10.000000 3,-5.000000 11.000000 3,-7.000000 13.000000 0,-8.000000 12.000000 3,-7.000000 12.000000 0,-4.000000 10.000000 1,0.000000 8.000000-3,0.000000 8.000000-2,0.000000 6.000000-1,2.000000 3.000000-3,2.000000-6.000000-4,2.000000-5.000000-5,3.000000-5.000000-3,3.000000-10.000000-5,6.000000-15.000000-6,4.000000-15.000000-8,6.000000-14.000000-5,3.000000-20.000000-2,3.000000-21.000000 2,2.000000-24.000000 4,3.000000-21.000000 3,2.000000-11.000000-2,3.000000 3.000000-6,2.000000 2.000000-6,3.000000 3.000000-6</inkml:trace>
</inkml:ink>
</file>

<file path=ppt/ink/ink4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3"/>
    </inkml:context>
    <inkml:brush xml:id="br0">
      <inkml:brushProperty name="width" value="0.0197163857519627" units="cm"/>
      <inkml:brushProperty name="height" value="0.0197163857519627" units="cm"/>
      <inkml:brushProperty name="color" value="#000000"/>
      <inkml:brushProperty name="ignorePressure" value="0"/>
    </inkml:brush>
  </inkml:definitions>
  <inkml:trace contextRef="#ctx0" brushRef="#br0">42974.000000 47705.000000 743,'20.000000'-34.000000'81,"0.000000"9.000000"-18 ,0.000000 10.000000-18,0.000000 10.000000-19,1.000000 5.000000-10,3.000000 0.000000-5,2.000000 0.000000-4,3.000000 0.000000-5,-1.000000 1.000000-1,-2.000000 3.000000 0,-2.000000 2.000000 0,-3.000000 3.000000 0,-3.000000 6.000000 0,-6.000000 9.000000-1,-4.000000 11.000000-1,-6.000000 10.000000-1,-4.000000 5.000000 0,-6.000000 0.000000 1,-4.000000 0.000000 1,-6.000000 0.000000 2,-2.000000-2.000000-6,0.000000-2.000000-9,0.000000-2.000000-10,1.000000-3.000000-10,0.000000-5.000000-8,3.000000-7.000000-4,2.000000-8.000000-5,3.000000-7.000000-4</inkml:trace>
</inkml:ink>
</file>

<file path=ppt/ink/ink4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3"/>
    </inkml:context>
    <inkml:brush xml:id="br0">
      <inkml:brushProperty name="width" value="0.0230545215308666" units="cm"/>
      <inkml:brushProperty name="height" value="0.0230545215308666" units="cm"/>
      <inkml:brushProperty name="color" value="#000000"/>
      <inkml:brushProperty name="ignorePressure" value="0"/>
    </inkml:brush>
  </inkml:definitions>
  <inkml:trace contextRef="#ctx0" brushRef="#br0">43532.000000 47546.000000 636,'36.000000'4.000000'67,"-7.000000"7.000000"-15 ,-8.000000 8.000000-13,-7.000000 7.000000-14,-4.000000 6.000000-9,0.000000 5.000000-1,0.000000 6.000000-2,0.000000 4.000000-2,-3.000000 10.000000-1,-4.000000 16.000000 2,-6.000000 14.000000 0,-4.000000 15.000000 2,-6.000000 9.000000 0,-4.000000 2.000000-1,-5.000000 3.000000 0,-6.000000 3.000000 0,1.000000-7.000000-2,4.000000-15.000000-3,6.000000-15.000000-4,4.000000-15.000000-2,5.000000-18.000000-15,1.000000-23.000000-22,4.000000-22.000000-24,1.000000-23.000000-23,2.000000-11.000000-3,0.000000 0.000000 16,0.000000 0.000000 16,0.000000 1.000000 16</inkml:trace>
</inkml:ink>
</file>

<file path=ppt/ink/ink4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3"/>
    </inkml:context>
    <inkml:brush xml:id="br0">
      <inkml:brushProperty name="width" value="0.0206166189163923" units="cm"/>
      <inkml:brushProperty name="height" value="0.0206166189163923" units="cm"/>
      <inkml:brushProperty name="color" value="#000000"/>
      <inkml:brushProperty name="ignorePressure" value="0"/>
    </inkml:brush>
  </inkml:definitions>
  <inkml:trace contextRef="#ctx0" brushRef="#br0">43732.000000 47626.000000 711,'22.000000'-18.000000'29,"6.000000"6.000000"-2 ,4.000000 4.000000-2,5.000000 6.000000-3,1.000000 3.000000-1,-6.000000 3.000000-3,-5.000000 2.000000-2,-4.000000 3.000000-2,-4.000000 2.000000-2,-3.000000 3.000000 1,-3.000000 2.000000 0,-1.000000 3.000000 1,-5.000000 5.000000-1,-4.000000 11.000000 0,-6.000000 10.000000-1,-4.000000 10.000000-1,-7.000000 5.000000-2,-7.000000 0.000000-4,-8.000000-1.000000-3,-7.000000 1.000000-5,-1.000000-5.000000-8,4.000000-10.000000-9,6.000000-10.000000-12,4.000000-10.000000-10,3.000000-7.000000-5,1.000000-1.000000-2,-1.000000-4.000000-1,0.000000-2.000000-2</inkml:trace>
</inkml:ink>
</file>

<file path=ppt/ink/ink4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3"/>
    </inkml:context>
    <inkml:brush xml:id="br0">
      <inkml:brushProperty name="width" value="0.0189680438488722" units="cm"/>
      <inkml:brushProperty name="height" value="0.0189680438488722" units="cm"/>
      <inkml:brushProperty name="color" value="#000000"/>
      <inkml:brushProperty name="ignorePressure" value="0"/>
    </inkml:brush>
  </inkml:definitions>
  <inkml:trace contextRef="#ctx0" brushRef="#br0">44290.000000 47187.000000 773,'38.000000'0.000000'75,"-1.000000"0.000000"-14 ,-4.000000 0.000000-16,-2.000000 0.000000-15,-1.000000 1.000000-15,0.000000 3.000000-15,0.000000 2.000000-14,0.000000 3.000000-14,-1.000000 1.000000-8,-3.000000 0.000000 3,-3.000000 0.000000 2,-1.000000 0.000000 1,-4.000000 0.000000 1,-2.000000 0.000000-3,-2.000000 0.000000-2,-3.000000 0.000000-2</inkml:trace>
</inkml:ink>
</file>

<file path=ppt/ink/ink4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3"/>
    </inkml:context>
    <inkml:brush xml:id="br0">
      <inkml:brushProperty name="width" value="0.0215232539921999" units="cm"/>
      <inkml:brushProperty name="height" value="0.0215232539921999" units="cm"/>
      <inkml:brushProperty name="color" value="#000000"/>
      <inkml:brushProperty name="ignorePressure" value="0"/>
    </inkml:brush>
  </inkml:definitions>
  <inkml:trace contextRef="#ctx0" brushRef="#br0">44569.000000 47626.000000 681,'-35.000000'37.000000'26,"10.000000"-5.000000"1 ,10.000000-4.000000 3,10.000000-6.000000 1,3.000000 1.000000 0,-6.000000 4.000000-2,-4.000000 5.000000-1,-6.000000 6.000000-3,0.000000 3.000000-1,1.000000 3.000000-2,4.000000 2.000000-3,1.000000 2.000000-2,2.000000 2.000000-7,1.000000 0.000000-13,-1.000000 0.000000-11,0.000000 0.000000-13,0.000000-4.000000-5,0.000000-8.000000 2,0.000000-7.000000 2,0.000000-7.000000 1</inkml:trace>
</inkml:ink>
</file>

<file path=ppt/ink/ink4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4"/>
    </inkml:context>
    <inkml:brush xml:id="br0">
      <inkml:brushProperty name="width" value="0.023543493822217" units="cm"/>
      <inkml:brushProperty name="height" value="0.023543493822217" units="cm"/>
      <inkml:brushProperty name="color" value="#000000"/>
      <inkml:brushProperty name="ignorePressure" value="0"/>
    </inkml:brush>
  </inkml:definitions>
  <inkml:trace contextRef="#ctx0" brushRef="#br0">44728.000000 47785.000000 622,'34.000000'5.000000'97,"-13.000000"10.000000"-24 ,-12.000000 10.000000-23,-13.000000 10.000000-24,-6.000000 6.000000-14,0.000000 3.000000-3,0.000000 2.000000-4,0.000000 2.000000-3,-1.000000 1.000000-6,-3.000000-3.000000-5,-2.000000-2.000000-7,-3.000000-3.000000-5,6.000000-9.000000-6,11.000000-15.000000-6,14.000000-14.000000-6,11.000000-15.000000-6,9.000000-12.000000 1,1.000000-7.000000 7,3.000000-8.000000 7,3.000000-7.000000 7,1.000000-3.000000 7,0.000000 3.000000 4,-1.000000 3.000000 5,1.000000 2.000000 4,-2.000000 6.000000 5,-6.000000 10.000000 2,-4.000000 10.000000 4,-6.000000 10.000000 2,-5.000000 10.000000 4,-4.000000 10.000000 2,-6.000000 10.000000 4,-4.000000 10.000000 3,-2.000000 6.000000 0,3.000000 2.000000-2,2.000000 3.000000-1,3.000000 3.000000-2,1.000000-2.000000-2,0.000000-4.000000-2,0.000000-6.000000-2,0.000000-5.000000-3,2.000000-5.000000-1,6.000000-9.000000-1,4.000000-6.000000-2,5.000000-9.000000 0,5.000000-7.000000-1,1.000000-7.000000 0,3.000000-7.000000 1,3.000000-9.000000 0,-2.000000-6.000000-1,-4.000000-8.000000 1,-6.000000-8.000000-1,-5.000000-7.000000 0,-2.000000-4.000000 0,0.000000 0.000000 1,0.000000 1.000000 0,0.000000-1.000000 0,-4.000000 5.000000 0,-7.000000 10.000000 0,-8.000000 10.000000-1,-7.000000 10.000000 1,-6.000000 7.000000-2,-6.000000 2.000000 0,-4.000000 2.000000 0,-6.000000 3.000000-1,-3.000000 8.000000-2,-2.000000 16.000000-3,-3.000000 14.000000-4,-3.000000 15.000000-3,3.000000 11.000000-2,7.000000 4.000000-2,8.000000 5.000000-3,7.000000 6.000000-2,4.000000-1.000000 1,0.000000-5.000000 3,0.000000-5.000000 3,0.000000-4.000000 4,4.000000-8.000000 1,7.000000-11.000000 0,8.000000-9.000000 2,7.000000-10.000000 0,7.000000-8.000000 0,4.000000-9.000000-1,6.000000-6.000000 0,4.000000-9.000000-2,3.000000-6.000000 1,0.000000-8.000000 0,-1.000000-8.000000 0,1.000000-7.000000 0,-2.000000-4.000000 1,-6.000000 0.000000 2,-4.000000 0.000000 0,-6.000000 1.000000 2,-5.000000 7.000000 3,-4.000000 19.000000 6,-6.000000 17.000000 6,-4.000000 17.000000 5,-4.000000 17.000000 4,-3.000000 18.000000 1,-2.000000 18.000000 1,-3.000000 17.000000 1,-1.000000 12.000000 0,0.000000 8.000000-1,0.000000 8.000000-2,0.000000 7.000000-1,0.000000 3.000000 0,0.000000 1.000000-2,0.000000-1.000000-1,0.000000 1.000000-1,-1.000000-3.000000-2,-3.000000-5.000000-1,-2.000000-5.000000-3,-3.000000-5.000000-1,-2.000000-8.000000-4,-3.000000-13.000000-3,-2.000000-13.000000-5,-2.000000-12.000000-4,-5.000000-9.000000-6,-4.000000-9.000000-8,-5.000000-7.000000-9,-6.000000-7.000000-8,2.000000-7.000000 0,8.000000-4.000000 7,6.000000-6.000000 7,9.000000-4.000000 8,3.000000-6.000000-3,0.000000-4.000000-12,0.000000-6.000000-11,0.000000-4.000000-11</inkml:trace>
</inkml:ink>
</file>

<file path=ppt/ink/ink4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5"/>
    </inkml:context>
    <inkml:brush xml:id="br0">
      <inkml:brushProperty name="width" value="0.0234941802918911" units="cm"/>
      <inkml:brushProperty name="height" value="0.0234941802918911" units="cm"/>
      <inkml:brushProperty name="color" value="#000000"/>
      <inkml:brushProperty name="ignorePressure" value="0"/>
    </inkml:brush>
  </inkml:definitions>
  <inkml:trace contextRef="#ctx0" brushRef="#br0">47280.000000 46948.000000 624,'0.000000'-27.000000'62,"0.000000"24.000000"-5 ,0.000000 25.000000-4,0.000000 26.000000-5,-2.000000 18.000000-6,-1.000000 12.000000-8,-4.000000 13.000000-9,-1.000000 13.000000-8,-6.000000 7.000000-6,-7.000000 2.000000-3,-8.000000 3.000000-4,-7.000000 2.000000-3,-1.000000-1.000000-2,4.000000-5.000000-4,6.000000-5.000000-2,4.000000-4.000000-3,5.000000-11.000000-2,2.000000-15.000000 0,2.000000-15.000000-1,3.000000-14.000000-1,9.000000-15.000000 2,19.000000-11.000000 3,16.000000-14.000000 4,18.000000-12.000000 3,8.000000-8.000000 4,-3.000000-5.000000 3,-2.000000-6.000000 5,-3.000000-4.000000 4,1.000000-1.000000 1,5.000000 6.000000-2,6.000000 4.000000-3,4.000000 6.000000-2,1.000000 2.000000 0,-2.000000 0.000000 1,-2.000000 0.000000 1,-3.000000 0.000000 2,-6.000000 0.000000-16,-10.000000 0.000000-29,-11.000000 0.000000-32,-9.000000 0.000000-30</inkml:trace>
</inkml:ink>
</file>

<file path=ppt/ink/ink4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5"/>
    </inkml:context>
    <inkml:brush xml:id="br0">
      <inkml:brushProperty name="width" value="0.0215883906930685" units="cm"/>
      <inkml:brushProperty name="height" value="0.0215883906930685" units="cm"/>
      <inkml:brushProperty name="color" value="#000000"/>
      <inkml:brushProperty name="ignorePressure" value="0"/>
    </inkml:brush>
  </inkml:definitions>
  <inkml:trace contextRef="#ctx0" brushRef="#br0">48197.000000 47426.000000 679,'20.000000'-16.000000'105,"-1.000000"7.000000"-23 ,1.000000 8.000000-23,0.000000 7.000000-23,0.000000 6.000000-15,0.000000 1.000000-8,0.000000 4.000000-9,0.000000 1.000000-7,0.000000 2.000000-10,0.000000 0.000000-12,0.000000 0.000000-11,0.000000 0.000000-11,-2.000000 0.000000-5,-1.000000 0.000000 0,-4.000000 0.000000 0,-1.000000 0.000000 1</inkml:trace>
</inkml:ink>
</file>

<file path=ppt/ink/ink4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5"/>
    </inkml:context>
    <inkml:brush xml:id="br0">
      <inkml:brushProperty name="width" value="0.0239165052771568" units="cm"/>
      <inkml:brushProperty name="height" value="0.0239165052771568" units="cm"/>
      <inkml:brushProperty name="color" value="#000000"/>
      <inkml:brushProperty name="ignorePressure" value="0"/>
    </inkml:brush>
  </inkml:definitions>
  <inkml:trace contextRef="#ctx0" brushRef="#br0">48515.000000 47865.000000 613,'-1.000000'37.000000'3,"-2.000000"-4.000000"8 ,-4.000000-6.000000 8,-1.000000-5.000000 7,-1.000000-2.000000 5,3.000000 0.000000 5,2.000000 0.000000 3,3.000000 0.000000 4,-1.000000 3.000000 0,-1.000000 4.000000-6,-4.000000 5.000000-7,-1.000000 6.000000-5,-2.000000 2.000000-6,0.000000 0.000000-5,0.000000-1.000000-6,0.000000 1.000000-5,1.000000 0.000000-9,3.000000 0.000000-11,2.000000 0.000000-11,3.000000 0.000000-11</inkml:trace>
</inkml:ink>
</file>

<file path=ppt/ink/ink4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6"/>
    </inkml:context>
    <inkml:brush xml:id="br0">
      <inkml:brushProperty name="width" value="0.021380202844739" units="cm"/>
      <inkml:brushProperty name="height" value="0.021380202844739" units="cm"/>
      <inkml:brushProperty name="color" value="#000000"/>
      <inkml:brushProperty name="ignorePressure" value="0"/>
    </inkml:brush>
  </inkml:definitions>
  <inkml:trace contextRef="#ctx0" brushRef="#br0">49034.000000 47785.000000 685,'-55.000000'0.000000'96,"10.000000"0.000000"-23 ,10.000000 0.000000-21,10.000000 0.000000-22,5.000000 1.000000-14,0.000000 3.000000-7,0.000000 2.000000-7,1.000000 3.000000-6,1.000000 5.000000-6,6.000000 7.000000-2,4.000000 8.000000-4,6.000000 7.000000-3,2.000000 4.000000 0,0.000000-1.000000 3,0.000000 1.000000 3,0.000000 0.000000 3,3.000000-1.000000 2,9.000000-3.000000 0,6.000000-2.000000 2,8.000000-3.000000-1,6.000000-1.000000 3,1.000000 0.000000 4,3.000000-1.000000 4,3.000000 1.000000 4,-3.000000 0.000000 3,-7.000000 0.000000 5,-8.000000 0.000000 4,-7.000000 0.000000 3,-6.000000 1.000000 2,-1.000000 3.000000-3,-4.000000 2.000000-1,-1.000000 2.000000-3,-6.000000 4.000000-4,-7.000000 1.000000-7,-8.000000 3.000000-8,-7.000000 3.000000-5,-5.000000-4.000000-7,-3.000000-10.000000-3,-2.000000-11.000000-3,-3.000000-9.000000-5,2.000000-7.000000-7,5.000000-6.000000-11,4.000000-4.000000-11,6.000000-6.000000-12</inkml:trace>
</inkml:ink>
</file>

<file path=ppt/ink/ink5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6"/>
    </inkml:context>
    <inkml:brush xml:id="br0">
      <inkml:brushProperty name="width" value="0.027375778183341" units="cm"/>
      <inkml:brushProperty name="height" value="0.027375778183341" units="cm"/>
      <inkml:brushProperty name="color" value="#000000"/>
      <inkml:brushProperty name="ignorePressure" value="0"/>
    </inkml:brush>
  </inkml:definitions>
  <inkml:trace contextRef="#ctx0" brushRef="#br0">49432.000000 47586.000000 535,'-12.000000'-18.000000'54,"14.000000"6.000000"4 ,16.000000 4.000000 2,14.000000 6.000000 5,11.000000 2.000000-5,4.000000 0.000000-12,5.000000 0.000000-12,6.000000 0.000000-12,3.000000 0.000000-6,2.000000 0.000000-4,3.000000 0.000000-2,3.000000 0.000000-2,-2.000000 0.000000-4,-5.000000 0.000000-7,-4.000000 0.000000-6,-6.000000 0.000000-7,-6.000000 0.000000-9,-7.000000 0.000000-14,-8.000000 0.000000-14,-8.000000 0.000000-14</inkml:trace>
</inkml:ink>
</file>

<file path=ppt/ink/ink5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46"/>
    </inkml:context>
    <inkml:brush xml:id="br0">
      <inkml:brushProperty name="width" value="0.028363449499011" units="cm"/>
      <inkml:brushProperty name="height" value="0.028363449499011" units="cm"/>
      <inkml:brushProperty name="color" value="#000000"/>
      <inkml:brushProperty name="ignorePressure" value="0"/>
    </inkml:brush>
  </inkml:definitions>
  <inkml:trace contextRef="#ctx0" brushRef="#br0">50110.000000 47267.000000 517,'-37.000000'24.000000'71,"4.000000"7.000000"-9 ,6.000000 7.000000-10,5.000000 8.000000-8,0.000000 13.000000-7,-1.000000 17.000000-3,-3.000000 17.000000-3,-3.000000 18.000000-3,1.000000 9.000000-3,6.000000-1.000000-2,5.000000 1.000000-2,4.000000 0.000000-3,9.000000-7.000000-3,13.000000-12.000000-4,12.000000-13.000000-4,13.000000-12.000000-4,11.000000-12.000000-6,10.000000-13.000000-9,9.000000-12.000000-9,11.000000-13.000000-10,-3.000000-10.000000 0,-14.000000-7.000000 5,-16.000000-8.000000 7,-15.000000-7.000000 6,-5.000000-6.000000-6,1.000000-1.000000-20,3.000000-3.000000-18,3.000000-3.000000-20</inkml:trace>
</inkml:ink>
</file>

<file path=ppt/ink/ink5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50"/>
    </inkml:context>
    <inkml:brush xml:id="br0">
      <inkml:brushProperty name="width" value="0.0306846797466278" units="cm"/>
      <inkml:brushProperty name="height" value="0.0306846797466278" units="cm"/>
      <inkml:brushProperty name="color" value="#000000"/>
      <inkml:brushProperty name="ignorePressure" value="0"/>
    </inkml:brush>
  </inkml:definitions>
  <inkml:trace contextRef="#ctx0" brushRef="#br0">109203.000000 2752.000000 477,'-72.000000'-113.000000'1,"2.000000"21.000000"3 ,3.000000 22.000000 5,3.000000 22.000000 2,-7.000000 14.000000 4,-19.000000 6.000000 1,-18.000000 6.000000 1,-20.000000 7.000000 1,-11.000000 4.000000 0,-7.000000 3.000000-2,-6.000000 4.000000-3,-6.000000 2.000000-3,1.000000 8.000000-2,10.000000 13.000000 2,9.000000 12.000000-1,9.000000 12.000000 0,8.000000 15.000000 1,6.000000 15.000000-1,6.000000 15.000000 0,7.000000 16.000000 0,4.000000 14.000000-1,4.000000 12.000000-4,2.000000 13.000000-3,4.000000 12.000000-3,3.000000 14.000000 0,2.000000 16.000000 1,4.000000 15.000000 1,3.000000 15.000000 2,6.000000 16.000000 1,10.000000 16.000000-1,9.000000 15.000000-1,9.000000 16.000000 0,9.000000-2.000000 0,10.000000-18.000000 0,9.000000-20.000000 0,9.000000-17.000000 1,15.000000-12.000000 0,18.000000-3.000000 1,18.000000-2.000000 0,19.000000-4.000000 1,14.000000-8.000000 0,10.000000-12.000000 1,9.000000-12.000000 1,9.000000-13.000000 2,4.000000-14.000000 0,1.000000-16.000000 0,0.000000-14.000000 1,-1.000000-17.000000 1,3.000000-12.000000 0,2.000000-9.000000 2,3.000000-9.000000 0,4.000000-10.000000 2,9.000000-10.000000 0,15.000000-13.000000-1,16.000000-13.000000-1,15.000000-12.000000 0,5.000000-9.000000-1,-6.000000-6.000000 1,-6.000000-6.000000-1,-7.000000-7.000000 0,-6.000000-8.000000-2,-6.000000-8.000000-2,-6.000000-10.000000-3,-6.000000-10.000000-4,-5.000000-5.000000 0,-3.000000-4.000000 1,-4.000000-3.000000 1,-2.000000-3.000000 1,1.000000-3.000000 1,7.000000-3.000000-2,5.000000-3.000000 0,7.000000-4.000000-1,2.000000-4.000000-1,-4.000000-6.000000-1,-3.000000-6.000000-2,-3.000000-7.000000-1,-8.000000-2.000000-1,-12.000000-1.000000 1,-12.000000 0.000000 0,-13.000000 1.000000 2,-13.000000 0.000000 0,-11.000000 4.000000 2,-14.000000 4.000000 1,-11.000000 2.000000 1,-5.000000 1.000000 1,3.000000 1.000000-1,3.000000 0.000000-2,3.000000 0.000000 0,-3.000000-4.000000 0,-10.000000-5.000000-1,-8.000000-7.000000-1,-10.000000-6.000000 1,-8.000000-3.000000-1,-6.000000 0.000000 3,-6.000000 0.000000 0,-6.000000-1.000000 2,-8.000000 1.000000 1,-10.000000 0.000000-1,-8.000000 0.000000 1,-10.000000 0.000000-1,-10.000000 3.000000 0,-8.000000 6.000000 0,-10.000000 7.000000 1,-9.000000 5.000000 1,-5.000000 12.000000-1,0.000000 15.000000 0,0.000000 15.000000 1,0.000000 16.000000-1,-9.000000 2.000000-1,-19.000000-13.000000-4,-18.000000-12.000000-2,-19.000000-13.000000-2,-3.000000-6.000000-4,12.000000 0.000000-2,13.000000 1.000000-3,12.000000-1.000000-2,9.000000-2.000000-5,7.000000-2.000000-3,6.000000-4.000000-5,6.000000-3.000000-4,1.000000 1.000000-3,-2.000000 2.000000 0,-4.000000 4.000000 0,-3.000000 2.000000-1,-12.000000 18.000000 0,-22.000000 30.000000-1,-21.000000 32.000000 0,-22.000000 31.000000-2,4.000000 13.000000 3,31.000000-2.000000 5,32.000000-3.000000 5,30.000000-4.000000 6</inkml:trace>
</inkml:ink>
</file>

<file path=ppt/ink/ink5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51"/>
    </inkml:context>
    <inkml:brush xml:id="br0">
      <inkml:brushProperty name="width" value="0.0196312721818686" units="cm"/>
      <inkml:brushProperty name="height" value="0.0196312721818686" units="cm"/>
      <inkml:brushProperty name="color" value="#000000"/>
      <inkml:brushProperty name="ignorePressure" value="0"/>
    </inkml:brush>
  </inkml:definitions>
  <inkml:trace contextRef="#ctx0" brushRef="#br0">107168.000000 4787.000000 747,'-1.000000'54.000000'65,"-4.000000"10.000000"-14 ,-3.000000 9.000000-14,-3.000000 9.000000-14,-1.000000 11.000000-9,0.000000 12.000000 0,-1.000000 13.000000-3,1.000000 13.000000-1,1.000000 2.000000-1,3.000000-6.000000-2,4.000000-6.000000-2,2.000000-6.000000 0,4.000000-11.000000-4,2.000000-16.000000-2,4.000000-15.000000-4,3.000000-15.000000-3,4.000000-15.000000-1,7.000000-12.000000-1,6.000000-12.000000 0,6.000000-13.000000 1,6.000000-17.000000-2,7.000000-21.000000-1,6.000000-23.000000-2,6.000000-21.000000-2,3.000000-11.000000 0,0.000000 0.000000 3,0.000000 1.000000 2,0.000000-1.000000 3,-2.000000 0.000000 2,-2.000000 0.000000 1,-4.000000 0.000000 3,-3.000000 0.000000 1,-3.000000 5.000000 1,-3.000000 9.000000 1,-3.000000 10.000000 0,-3.000000 8.000000 1,-8.000000 13.000000 2,-12.000000 16.000000 2,-13.000000 15.000000 3,-12.000000 16.000000 3,-7.000000 15.000000 1,1.000000 16.000000-2,-1.000000 15.000000-2,1.000000 16.000000-2,0.000000 9.000000-1,-1.000000 3.000000-2,1.000000 3.000000-3,-1.000000 3.000000-1,2.000000-1.000000-6,4.000000-6.000000-10,2.000000-7.000000-9,4.000000-6.000000-9,2.000000-9.000000-3,4.000000-13.000000 7,3.000000-12.000000 5,2.000000-12.000000 7,3.000000-7.000000 1,-1.000000 1.000000-2,1.000000-1.000000-3,-1.000000 1.000000-3</inkml:trace>
</inkml:ink>
</file>

<file path=ppt/ink/ink5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52"/>
    </inkml:context>
    <inkml:brush xml:id="br0">
      <inkml:brushProperty name="width" value="0.0218571219593287" units="cm"/>
      <inkml:brushProperty name="height" value="0.0218571219593287" units="cm"/>
      <inkml:brushProperty name="color" value="#000000"/>
      <inkml:brushProperty name="ignorePressure" value="0"/>
    </inkml:brush>
  </inkml:definitions>
  <inkml:trace contextRef="#ctx0" brushRef="#br0">109055.000000 5283.000000 671,'21.000000'-46.000000'5,"-5.000000"5.000000"11 ,-7.000000 7.000000 12,-6.000000 6.000000 10,-3.000000 4.000000 4,0.000000-1.000000-6,0.000000 0.000000-5,0.000000 0.000000-4,-3.000000 3.000000-4,-6.000000 7.000000-1,-7.000000 6.000000-2,-5.000000 5.000000 0,-7.000000 9.000000-6,-6.000000 9.000000-8,-7.000000 9.000000-8,-5.000000 10.000000-9,-1.000000 7.000000-7,7.000000 7.000000-4,6.000000 6.000000-4,6.000000 5.000000-6,6.000000 3.000000 1,7.000000-4.000000 4,5.000000-2.000000 3,7.000000-4.000000 5,5.000000-3.000000 4,2.000000-3.000000 3,4.000000-3.000000 2,3.000000-3.000000 4,4.000000-2.000000 4,7.000000 0.000000 4,6.000000 0.000000 6,6.000000 0.000000 5,2.000000-1.000000 3,-4.000000-3.000000 2,-2.000000-4.000000 2,-4.000000-2.000000 2,-2.000000-1.000000-1,-4.000000 3.000000-1,-3.000000 4.000000-2,-3.000000 3.000000-2,-7.000000 2.000000-2,-8.000000 4.000000-4,-10.000000 3.000000-3,-9.000000 3.000000-3,-8.000000 4.000000-3,-6.000000 2.000000-6,-6.000000 3.000000-3,-7.000000 4.000000-5,-3.000000-2.000000-9,1.000000-7.000000-10,-1.000000-5.000000-11,0.000000-7.000000-12,5.000000-7.000000-1,10.000000-10.000000 7,8.000000-9.000000 8,10.000000-9.000000 8</inkml:trace>
</inkml:ink>
</file>

<file path=ppt/ink/ink5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3:52"/>
    </inkml:context>
    <inkml:brush xml:id="br0">
      <inkml:brushProperty name="width" value="0.0198217704892159" units="cm"/>
      <inkml:brushProperty name="height" value="0.0198217704892159" units="cm"/>
      <inkml:brushProperty name="color" value="#000000"/>
      <inkml:brushProperty name="ignorePressure" value="0"/>
    </inkml:brush>
  </inkml:definitions>
  <inkml:trace contextRef="#ctx0" brushRef="#br0">109055.000000 6127.000000 739,'69.000000'22.000000'-12,"-8.000000"-7.000000"8 ,-10.000000-5.000000 10,-9.000000-7.000000 8,-5.000000-5.000000 7,0.000000-2.000000 2,1.000000-4.000000 3,-1.000000-3.000000 2,0.000000-1.000000 0,0.000000-1.000000-3,1.000000 1.000000-5,-1.000000-1.000000-4,2.000000-2.000000-2,2.000000-7.000000-2,4.000000-6.000000 0,4.000000-6.000000-2,-3.000000-3.000000-1,-6.000000 0.000000-3,-6.000000-1.000000-1,-6.000000 1.000000-4,-4.000000 0.000000-1,-4.000000 0.000000-2,-3.000000-1.000000-2,-3.000000 1.000000-3,-3.000000 0.000000-2,-4.000000 0.000000-2,-2.000000 0.000000-4,-3.000000-1.000000-2,-7.000000 4.000000-2,-9.000000 6.000000 1,-9.000000 7.000000-1,-10.000000 5.000000 0,-4.000000 10.000000 1,0.000000 12.000000 2,0.000000 13.000000 1,-1.000000 12.000000 2,1.000000 11.000000 3,0.000000 9.000000 3,0.000000 9.000000 3,-1.000000 10.000000 4,6.000000 3.000000 3,9.000000-3.000000 0,9.000000-4.000000 1,9.000000-2.000000 1,6.000000-7.000000-1,4.000000-8.000000-2,3.000000-11.000000-2,3.000000-8.000000-3,9.000000-7.000000-3,16.000000-3.000000-2,15.000000-3.000000-3,16.000000-3.000000-3,9.000000-6.000000-3,3.000000-10.000000-4,3.000000-8.000000-2,3.000000-11.000000-4,0.000000-7.000000 1,-2.000000-6.000000 4,-4.000000-6.000000 5,-3.000000-7.000000 5,-6.000000-1.000000 3,-10.000000 3.000000 2,-9.000000 4.000000 2,-9.000000 2.000000 2,-9.000000 0.000000 3,-10.000000-3.000000 2,-9.000000-3.000000 4,-9.000000-3.000000 4,-4.000000 0.000000 1,4.000000 3.000000 3,3.000000 3.000000 1,2.000000 3.000000 2,3.000000 4.000000 1,-1.000000 2.000000 2,1.000000 4.000000 0,-1.000000 2.000000 2,2.000000 4.000000 1,3.000000 3.000000-1,3.000000 3.000000 0,4.000000 3.000000-1,2.000000 9.000000 0,3.000000 16.000000-3,4.000000 15.000000-2,3.000000 16.000000-3,-2.000000 5.000000-1,-6.000000-7.000000-4,-7.000000-6.000000-1,-5.000000-6.000000-3,-5.000000 2.000000-3,-3.000000 8.000000-2,-4.000000 10.000000-3,-2.000000 10.000000-2,-2.000000-1.000000 0,0.000000-9.000000 4,0.000000-9.000000 2,0.000000-9.000000 4,-2.000000-7.000000 2,-2.000000-3.000000 1,-4.000000-3.000000 1,-3.000000-3.000000 2,5.000000-11.000000-1,12.000000-18.000000-2,13.000000-19.000000-1,12.000000-19.000000-2,6.000000-11.000000-2,0.000000-3.000000-4,0.000000-2.000000-4,0.000000-4.000000-4,-1.000000 4.000000-8,-3.000000 14.000000-16,-4.000000 11.000000-14,-2.000000 13.000000-15</inkml:trace>
</inkml:ink>
</file>

<file path=ppt/ink/ink5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4:5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2700.000000 50379.000000,'584.000000'19.000000,"1.000000"-1.000000,1.000000 1.000000,-1.000000 0.000000,0.000000-1.000000,-1.000000 1.000000,1.000000-1.000000,1.000000 1.000000,-1.000000-1.000000,0.000000 0.000000,-1.000000 1.000000,1.000000-1.000000,1.000000 1.000000,-1.000000-1.000000,0.000000 1.000000,-1.000000-1.000000,1.000000 1.000000,1.000000-1.000000,-1.000000 1.000000,0.000000-1.000000,-1.000000 1.000000,1.000000-1.000000,1.000000 1.000000,-1.000000-1.000000,0.000000 1.000000,-1.000000-1.000000,1.000000 1.000000,1.000000-1.000000,-1.000000 1.000000,0.000000-1.000000,-1.000000 1.000000,1.000000-1.000000,1.000000 1.000000,-1.000000-1.000000,0.000000 1.000000,-1.000000-1.000000,1.000000 1.000000,1.000000-1.000000,-1.000000 1.000000,0.000000-1.000000</inkml:trace>
</inkml:ink>
</file>

<file path=ppt/ink/ink5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4:59"/>
    </inkml:context>
    <inkml:brush xml:id="br0">
      <inkml:brushProperty name="width" value="0.0333554781973362" units="cm"/>
      <inkml:brushProperty name="height" value="0.0333554781973362" units="cm"/>
      <inkml:brushProperty name="color" value="#000000"/>
      <inkml:brushProperty name="ignorePressure" value="0"/>
    </inkml:brush>
  </inkml:definitions>
  <inkml:trace contextRef="#ctx0" brushRef="#br0">4600.000000 52440.000000 439,'0.000000'-14.000000'15,"2.000000"15.000000"10 ,1.000000 13.000000 8,2.000000 15.000000 10,0.000000 12.000000 1,2.000000 13.000000-6,1.000000 12.000000-6,1.000000 12.000000-6,3.000000 11.000000-5,1.000000 5.000000-2,4.000000 7.000000-4,2.000000 6.000000-3,1.000000-2.000000-1,2.000000-8.000000 0,1.000000-9.000000 0,1.000000-8.000000 0,1.000000-12.000000-1,-2.000000-11.000000 0,-1.000000-14.000000-1,-1.000000-11.000000 0,0.000000-13.000000-1,3.000000-11.000000-1,2.000000-11.000000 0,3.000000-12.000000-1,0.000000-8.000000 2,-1.000000-8.000000 4,-1.000000-8.000000 4,-2.000000-7.000000 4,1.000000-7.000000 0,1.000000-4.000000-2,1.000000-6.000000-4,2.000000-4.000000-4,0.000000-4.000000-3,0.000000 1.000000-4,-1.000000 1.000000-6,1.000000-1.000000-4,1.000000 1.000000-4,1.000000 2.000000-3,1.000000 4.000000-2,2.000000 1.000000-3,-1.000000 7.000000-3,-1.000000 8.000000-3,-1.000000 9.000000-5,-1.000000 9.000000-4,-3.000000 6.000000-2,-4.000000 6.000000-3,-3.000000 4.000000-2,-5.000000 5.000000-2</inkml:trace>
</inkml:ink>
</file>

<file path=ppt/ink/ink5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0"/>
    </inkml:context>
    <inkml:brush xml:id="br0">
      <inkml:brushProperty name="width" value="0.0232773665338755" units="cm"/>
      <inkml:brushProperty name="height" value="0.0232773665338755" units="cm"/>
      <inkml:brushProperty name="color" value="#000000"/>
      <inkml:brushProperty name="ignorePressure" value="0"/>
    </inkml:brush>
  </inkml:definitions>
  <inkml:trace contextRef="#ctx0" brushRef="#br0">6580.000000 53159.000000 630,'-19.000000'-1.000000'-1,"2.000000"-3.000000"1 ,4.000000-2.000000-1,1.000000-2.000000 1,2.000000-3.000000 6,-2.000000-1.000000 17,-1.000000-1.000000 15,-2.000000-1.000000 15,0.000000-2.000000 4,-2.000000-1.000000-10,-1.000000-1.000000-9,-1.000000-1.000000-9,-2.000000-1.000000-8,-1.000000 2.000000-5,-1.000000 1.000000-5,-1.000000 2.000000-6,-2.000000 4.000000-3,-1.000000 9.000000-2,-1.000000 9.000000-2,-1.000000 8.000000-2,0.000000 10.000000-1,5.000000 8.000000 0,3.000000 9.000000-1,5.000000 8.000000-1,1.000000 6.000000 2,2.000000-1.000000 3,1.000000 0.000000 2,2.000000-1.000000 3,2.000000 0.000000 1,6.000000-5.000000 2,4.000000-3.000000 0,6.000000-4.000000 0,4.000000-7.000000 0,5.000000-11.000000-2,6.000000-8.000000-2,4.000000-11.000000-2,5.000000-9.000000-1,2.000000-8.000000-1,2.000000-6.000000-2,3.000000-8.000000-1,0.000000-8.000000-1,2.000000-5.000000-1,-1.000000-7.000000-1,-1.000000-5.000000 0,0.000000-3.000000-1,-3.000000 5.000000-1,-2.000000 3.000000-1,-2.000000 4.000000 0,-6.000000 5.000000 2,-5.000000 4.000000 5,-7.000000 6.000000 4,-5.000000 4.000000 5,-8.000000 10.000000 5,-5.000000 12.000000 4,-7.000000 12.000000 6,-6.000000 12.000000 5,-1.000000 9.000000-2,4.000000 4.000000-8,3.000000 3.000000-8,4.000000 4.000000-8,3.000000-2.000000-3,1.000000-9.000000 0,1.000000-9.000000 1,2.000000-8.000000 0,0.000000-5.000000-12,2.000000-1.000000-24,1.000000 1.000000-24,1.000000 0.000000-26</inkml:trace>
</inkml:ink>
</file>

<file path=ppt/ink/ink5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0"/>
    </inkml:context>
    <inkml:brush xml:id="br0">
      <inkml:brushProperty name="width" value="0.0278476048260927" units="cm"/>
      <inkml:brushProperty name="height" value="0.0278476048260927" units="cm"/>
      <inkml:brushProperty name="color" value="#000000"/>
      <inkml:brushProperty name="ignorePressure" value="0"/>
    </inkml:brush>
  </inkml:definitions>
  <inkml:trace contextRef="#ctx0" brushRef="#br0">7619.000000 52340.000000 526,'-18.000000'24.000000'107,"2.000000"9.000000"-22 ,2.000000 9.000000-21,3.000000 9.000000-20,-2.000000 10.000000-13,-4.000000 15.000000-3,-6.000000 13.000000-2,-4.000000 15.000000-2,-3.000000 4.000000-4,0.000000-2.000000-4,-1.000000-2.000000-3,2.000000-2.000000-4,0.000000-6.000000-3,5.000000-7.000000-6,3.000000-8.000000-3,4.000000-8.000000-5,5.000000-9.000000-6,5.000000-13.000000-6,4.000000-12.000000-7,6.000000-13.000000-6,4.000000-10.000000-7,6.000000-9.000000-7,4.000000-9.000000-7,6.000000-8.000000-6,0.000000-6.000000 0,-1.000000 2.000000 7,-4.000000-1.000000 9,-2.000000-1.000000 7</inkml:trace>
</inkml:ink>
</file>

<file path=ppt/ink/ink5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1"/>
    </inkml:context>
    <inkml:brush xml:id="br0">
      <inkml:brushProperty name="width" value="0.0239366609603167" units="cm"/>
      <inkml:brushProperty name="height" value="0.0239366609603167" units="cm"/>
      <inkml:brushProperty name="color" value="#000000"/>
      <inkml:brushProperty name="ignorePressure" value="0"/>
    </inkml:brush>
  </inkml:definitions>
  <inkml:trace contextRef="#ctx0" brushRef="#br0">7860.000000 52959.000000 612,'-1.000000'60.000000'150,"-1.000000"-2.000000"-39 ,-1.000000-1.000000-38,-1.000000-1.000000-39,-1.000000-2.000000-22,2.000000-1.000000-6,1.000000-1.000000-4,1.000000-1.000000-7,2.000000-5.000000-3,1.000000-8.000000-1,1.000000-6.000000-3,2.000000-8.000000 0,2.000000-9.000000-3,6.000000-8.000000-2,4.000000-9.000000-1,6.000000-8.000000-2,3.000000-11.000000 0,5.000000-8.000000 2,3.000000-12.000000 2,4.000000-9.000000 2,2.000000-4.000000 1,-2.000000 1.000000 2,-1.000000 1.000000 1,-2.000000 2.000000 2,-2.000000 3.000000 1,-5.000000 6.000000 1,-6.000000 7.000000 3,-5.000000 6.000000 1,-3.000000 7.000000 2,-3.000000 9.000000 4,-2.000000 9.000000 3,-2.000000 9.000000 4,-5.000000 9.000000 3,-5.000000 9.000000 3,-4.000000 12.000000 4,-5.000000 9.000000 2,-2.000000 5.000000 2,3.000000 2.000000-2,2.000000 1.000000-1,2.000000 2.000000-1,4.000000-1.000000-5,4.000000-1.000000-8,3.000000-1.000000-8,5.000000-2.000000-9,4.000000-4.000000-10,6.000000-9.000000-9,7.000000-9.000000-11,5.000000-8.000000-9,2.000000-7.000000-6,-5.000000-4.000000 1,-6.000000-3.000000 1,-5.000000-4.000000 1</inkml:trace>
</inkml:ink>
</file>

<file path=ppt/ink/ink5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1"/>
    </inkml:context>
    <inkml:brush xml:id="br0">
      <inkml:brushProperty name="width" value="0.0225534792989492" units="cm"/>
      <inkml:brushProperty name="height" value="0.0225534792989492" units="cm"/>
      <inkml:brushProperty name="color" value="#000000"/>
      <inkml:brushProperty name="ignorePressure" value="0"/>
    </inkml:brush>
  </inkml:definitions>
  <inkml:trace contextRef="#ctx0" brushRef="#br0">9219.000000 53100.000000 650,'-47.000000'-9.000000'3,"4.000000"2.000000"7 ,6.000000 4.000000 7,5.000000 1.000000 6,1.000000 2.000000 5,-1.000000 0.000000 3,-1.000000 0.000000 1,-1.000000 0.000000 3,-1.000000 2.000000-2,2.000000 1.000000-8,1.000000 4.000000-6,2.000000 2.000000-7,1.000000 4.000000-5,2.000000 6.000000-3,4.000000 7.000000-4,2.000000 6.000000-2,2.000000 5.000000-2,5.000000 6.000000 1,3.000000 4.000000 1,5.000000 6.000000 0,2.000000 0.000000 0,2.000000-4.000000-2,4.000000-3.000000-2,2.000000-5.000000-1,4.000000-5.000000-1,6.000000-9.000000 2,7.000000-9.000000 1,5.000000-8.000000 0,6.000000-10.000000 1,2.000000-8.000000-1,2.000000-9.000000-1,3.000000-8.000000 0,1.000000-9.000000-1,-1.000000-5.000000-2,1.000000-7.000000 0,0.000000-6.000000-1,0.000000-1.000000-1,-2.000000 2.000000 0,-1.000000 2.000000 0,-2.000000 2.000000-1,-3.000000 5.000000 1,-6.000000 5.000000 0,-7.000000 4.000000 0,-5.000000 6.000000 0,-8.000000 10.000000 9,-8.000000 19.000000 19,-6.000000 16.000000 18,-9.000000 18.000000 19,-1.000000 10.000000 2,4.000000-2.000000-12,3.000000 2.000000-13,4.000000-2.000000-14,4.000000-2.000000-7,2.000000-6.000000-4,2.000000-7.000000-3,2.000000-5.000000-3,3.000000-5.000000-14,1.000000-1.000000-25,1.000000-1.000000-24,1.000000-2.000000-26</inkml:trace>
</inkml:ink>
</file>

<file path=ppt/ink/ink5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2"/>
    </inkml:context>
    <inkml:brush xml:id="br0">
      <inkml:brushProperty name="width" value="0.0276907086372375" units="cm"/>
      <inkml:brushProperty name="height" value="0.0276907086372375" units="cm"/>
      <inkml:brushProperty name="color" value="#000000"/>
      <inkml:brushProperty name="ignorePressure" value="0"/>
    </inkml:brush>
  </inkml:definitions>
  <inkml:trace contextRef="#ctx0" brushRef="#br0">10139.000000 52159.000000 529,'-45.000000'10.000000'2,"8.000000"0.000000"5 ,9.000000 1.000000 3,9.000000-1.000000 5,5.000000 1.000000 5,3.000000 3.000000 5,2.000000 2.000000 7,2.000000 2.000000 4,3.000000 6.000000 3,1.000000 8.000000-4,1.000000 6.000000-3,2.000000 9.000000-2,0.000000 7.000000-4,0.000000 12.000000-2,0.000000 8.000000-3,0.000000 11.000000-4,-2.000000 8.000000 0,-1.000000 5.000000-2,-4.000000 4.000000 0,-2.000000 5.000000 0,-2.000000-1.000000-2,-3.000000-9.000000-3,-2.000000-9.000000-3,-2.000000-8.000000-2,-1.000000-11.000000-4,2.000000-11.000000-4,4.000000-11.000000-6,1.000000-12.000000-4,4.000000-12.000000-4,4.000000-15.000000-5,3.000000-16.000000-4,5.000000-15.000000-3,4.000000-10.000000-2,6.000000-9.000000 2,7.000000-6.000000 2,6.000000-9.000000 2,4.000000-1.000000 2,2.000000 4.000000 2,4.000000 3.000000 2,1.000000 5.000000 1,2.000000 2.000000 4,1.000000 5.000000 3,-2.000000 3.000000 5,2.000000 5.000000 3,-2.000000 3.000000 4,-1.000000 5.000000 3,-1.000000 6.000000 4,-1.000000 5.000000 3,-3.000000 5.000000 3,-4.000000 6.000000 2,-3.000000 7.000000 4,-5.000000 6.000000 2,-3.000000 6.000000 2,-6.000000 9.000000 0,-4.000000 6.000000-1,-5.000000 9.000000 0,-4.000000 3.000000 0,-1.000000 2.000000 0,-1.000000 1.000000 1,-2.000000 1.000000-1,-2.000000 2.000000-1,-5.000000 1.000000-5,-6.000000 1.000000-4,-4.000000 2.000000-4,-4.000000-2.000000-6,-1.000000-4.000000-6,-1.000000-3.000000-7,-1.000000-5.000000-8,-2.000000-5.000000-6,1.000000-11.000000-9,1.000000-11.000000-6,-1.000000-8.000000-8,3.000000-8.000000 0,6.000000-1.000000 8,7.000000-4.000000 8,6.000000-1.000000 8,2.000000-3.000000 1,2.000000-1.000000-8,-2.000000-1.000000-8,1.000000-1.000000-8</inkml:trace>
</inkml:ink>
</file>

<file path=ppt/ink/ink5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2"/>
    </inkml:context>
    <inkml:brush xml:id="br0">
      <inkml:brushProperty name="width" value="0.0290240701287985" units="cm"/>
      <inkml:brushProperty name="height" value="0.0290240701287985" units="cm"/>
      <inkml:brushProperty name="color" value="#000000"/>
      <inkml:brushProperty name="ignorePressure" value="0"/>
    </inkml:brush>
  </inkml:definitions>
  <inkml:trace contextRef="#ctx0" brushRef="#br0">11139.000000 52300.000000 505,'-10.000000'89.000000'142,"-2.000000"1.000000"-31 ,-1.000000 0.000000-29,-2.000000 0.000000-30,-1.000000 5.000000-18,-5.000000 8.000000-6,-3.000000 9.000000-6,-4.000000 9.000000-6,-1.000000 0.000000-9,2.000000-5.000000-9,4.000000-7.000000-12,2.000000-5.000000-10,2.000000-11.000000-7,5.000000-14.000000-3,3.000000-13.000000-3,5.000000-15.000000-3,3.000000-10.000000 1,6.000000-11.000000 3,4.000000-10.000000 5,5.000000-11.000000 3</inkml:trace>
</inkml:ink>
</file>

<file path=ppt/ink/ink5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2"/>
    </inkml:context>
    <inkml:brush xml:id="br0">
      <inkml:brushProperty name="width" value="0.0224602781236172" units="cm"/>
      <inkml:brushProperty name="height" value="0.0224602781236172" units="cm"/>
      <inkml:brushProperty name="color" value="#000000"/>
      <inkml:brushProperty name="ignorePressure" value="0"/>
    </inkml:brush>
  </inkml:definitions>
  <inkml:trace contextRef="#ctx0" brushRef="#br0">11260.000000 53700.000000 653,'1.000000'26.000000'-3,"3.000000"-8.000000"-4 ,2.000000-6.000000-4,3.000000-9.000000-5,2.000000-5.000000 8,5.000000-5.000000 20,3.000000-6.000000 20,5.000000-4.000000 20,2.000000-7.000000 7,5.000000-7.000000-9,3.000000-8.000000-7,5.000000-8.000000-9,-1.000000-3.000000-5,-4.000000 0.000000-5,-3.000000 0.000000-5,-4.000000 0.000000-3,-5.000000 2.000000-5,-4.000000 1.000000-4,-6.000000 4.000000-4,-5.000000 2.000000-3,-6.000000 4.000000-2,-9.000000 8.000000 0,-9.000000 8.000000-1,-9.000000 8.000000 0,-5.000000 6.000000-1,-5.000000 6.000000-4,-3.000000 7.000000-3,-5.000000 5.000000-3,1.000000 8.000000-1,2.000000 7.000000 3,2.000000 8.000000 3,3.000000 7.000000 2,4.000000 7.000000 2,6.000000 4.000000 0,7.000000 6.000000 0,5.000000 5.000000 1,8.000000 0.000000 2,5.000000-1.000000 5,7.000000-4.000000 4,6.000000-1.000000 4,8.000000-7.000000-4,12.000000-8.000000-12,11.000000-9.000000-14,12.000000-8.000000-12,0.000000-9.000000-5,-8.000000-5.000000 4,-9.000000-7.000000 2,-8.000000-5.000000 4,-5.000000-4.000000 0,2.000000-1.000000-4,1.000000 1.000000-3,2.000000 1.000000-4</inkml:trace>
</inkml:ink>
</file>

<file path=ppt/ink/ink5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3"/>
    </inkml:context>
    <inkml:brush xml:id="br0">
      <inkml:brushProperty name="width" value="0.0249909982085228" units="cm"/>
      <inkml:brushProperty name="height" value="0.0249909982085228" units="cm"/>
      <inkml:brushProperty name="color" value="#000000"/>
      <inkml:brushProperty name="ignorePressure" value="0"/>
    </inkml:brush>
  </inkml:definitions>
  <inkml:trace contextRef="#ctx0" brushRef="#br0">15900.000000 53479.000000 586,'-17.000000'-53.000000'14,"6.000000"11.000000"2 ,7.000000 14.000000 2,5.000000 12.000000 3,8.000000 7.000000 2,7.000000 3.000000 3,8.000000 2.000000 2,8.000000 3.000000 3,4.000000 2.000000-1,3.000000 3.000000-1,2.000000 2.000000-2,3.000000 3.000000-2,-1.000000 4.000000-2,-2.000000 9.000000-4,-2.000000 6.000000-3,-3.000000 9.000000-3,-3.000000 5.000000-2,-5.000000 6.000000-1,-6.000000 4.000000-1,-5.000000 6.000000-1,-3.000000 4.000000-1,-5.000000 6.000000-3,-3.000000 4.000000-2,-4.000000 6.000000-3,-4.000000-3.000000-2,-4.000000-8.000000-3,-3.000000-9.000000-2,-5.000000-8.000000-2,0.000000-10.000000-1,1.000000-11.000000 0,1.000000-9.000000 2,1.000000-9.000000 1,3.000000-10.000000 3,2.000000-5.000000 8,2.000000-7.000000 6,3.000000-5.000000 7,4.000000-10.000000 1,6.000000-11.000000-3,7.000000-11.000000-4,6.000000-11.000000-4,6.000000-10.000000-5,6.000000-5.000000-10,7.000000-7.000000-8,6.000000-6.000000-10,3.000000 2.000000-5,2.000000 8.000000-4,1.000000 9.000000-3,2.000000 9.000000-3,-4.000000 8.000000-4,-7.000000 9.000000-1,-8.000000 9.000000-3,-8.000000 9.000000-2</inkml:trace>
</inkml:ink>
</file>

<file path=ppt/ink/ink5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3"/>
    </inkml:context>
    <inkml:brush xml:id="br0">
      <inkml:brushProperty name="width" value="0.022861061617732" units="cm"/>
      <inkml:brushProperty name="height" value="0.022861061617732" units="cm"/>
      <inkml:brushProperty name="color" value="#000000"/>
      <inkml:brushProperty name="ignorePressure" value="0"/>
    </inkml:brush>
  </inkml:definitions>
  <inkml:trace contextRef="#ctx0" brushRef="#br0">17419.000000 53700.000000 641,'-6.000000'18.000000'6,"5.000000"-2.000000"13 ,7.000000-2.000000 12,6.000000-3.000000 12,5.000000-4.000000 4,5.000000-6.000000-6,6.000000-7.000000-4,5.000000-5.000000-6,2.000000-6.000000-5,2.000000-4.000000-5,1.000000-3.000000-6,2.000000-5.000000-5,-1.000000-1.000000-2,-1.000000 1.000000-2,-1.000000-1.000000-2,-1.000000 0.000000 0,-5.000000-1.000000-1,-5.000000 1.000000 0,-7.000000 1.000000-1,-6.000000-1.000000 0,-6.000000 2.000000-3,-8.000000 5.000000-3,-8.000000 6.000000-4,-7.000000 5.000000-3,-9.000000 3.000000-4,-8.000000 5.000000-1,-9.000000 3.000000-3,-8.000000 4.000000-1,-6.000000 7.000000-1,1.000000 11.000000 1,1.000000 9.000000 2,-1.000000 9.000000 2,2.000000 10.000000 2,6.000000 5.000000 3,4.000000 7.000000 4,6.000000 5.000000 2,5.000000 5.000000 4,8.000000 1.000000 3,8.000000 1.000000 2,7.000000 2.000000 2,9.000000-5.000000 2,11.000000-11.000000 0,9.000000-8.000000 1,10.000000-11.000000 0,9.000000-10.000000-5,9.000000-8.000000-10,9.000000-9.000000-9,8.000000-8.000000-10,0.000000-6.000000-7,-9.000000-1.000000-6,-11.000000-1.000000-4,-11.000000-2.000000-6</inkml:trace>
</inkml:ink>
</file>

<file path=ppt/ink/ink5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3"/>
    </inkml:context>
    <inkml:brush xml:id="br0">
      <inkml:brushProperty name="width" value="0.0262390915304422" units="cm"/>
      <inkml:brushProperty name="height" value="0.0262390915304422" units="cm"/>
      <inkml:brushProperty name="color" value="#000000"/>
      <inkml:brushProperty name="ignorePressure" value="0"/>
    </inkml:brush>
  </inkml:definitions>
  <inkml:trace contextRef="#ctx0" brushRef="#br0">18600.000000 53400.000000 558,'19.000000'1.000000'86,"-1.000000"2.000000"-16 ,-1.000000 4.000000-14,-2.000000 2.000000-16,2.000000 6.000000-9,2.000000 12.000000-3,2.000000 11.000000-4,3.000000 12.000000-3,0.000000 7.000000-4,-1.000000 5.000000-2,-1.000000 6.000000-2,-2.000000 4.000000-3,-1.000000-1.000000-2,-2.000000-9.000000-2,-4.000000-9.000000-3,-1.000000-8.000000-1,-1.000000-15.000000-1,5.000000-18.000000 1,3.000000-19.000000 1,4.000000-18.000000 0,2.000000-17.000000 0,0.000000-14.000000-6,0.000000-13.000000-4,0.000000-14.000000-5,2.000000-7.000000-9,4.000000 0.000000-17,3.000000 0.000000-14,5.000000 0.000000-17,-3.000000 8.000000-3,-8.000000 19.000000 8,-6.000000 16.000000 8,-8.000000 19.000000 7</inkml:trace>
</inkml:ink>
</file>

<file path=ppt/ink/ink5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4"/>
    </inkml:context>
    <inkml:brush xml:id="br0">
      <inkml:brushProperty name="width" value="0.0193571373820305" units="cm"/>
      <inkml:brushProperty name="height" value="0.0193571373820305" units="cm"/>
      <inkml:brushProperty name="color" value="#000000"/>
      <inkml:brushProperty name="ignorePressure" value="0"/>
    </inkml:brush>
  </inkml:definitions>
  <inkml:trace contextRef="#ctx0" brushRef="#br0">19739.000000 52940.000000 757,'11.000000'18.000000'33,"1.000000"-4.000000"6 ,1.000000-3.000000 8,1.000000-4.000000 6,3.000000-2.000000-7,2.000000 2.000000-22,2.000000 1.000000-23,2.000000 2.000000-23,0.000000-1.000000-10,-6.000000-1.000000 2,-4.000000-1.000000 2,-5.000000-1.000000 2,-3.000000-1.000000-2,-1.000000 2.000000-6,1.000000 1.000000-5,1.000000 1.000000-6</inkml:trace>
</inkml:ink>
</file>

<file path=ppt/ink/ink5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4"/>
    </inkml:context>
    <inkml:brush xml:id="br0">
      <inkml:brushProperty name="width" value="0.0223284605890512" units="cm"/>
      <inkml:brushProperty name="height" value="0.0223284605890512" units="cm"/>
      <inkml:brushProperty name="color" value="#000000"/>
      <inkml:brushProperty name="ignorePressure" value="0"/>
    </inkml:brush>
  </inkml:definitions>
  <inkml:trace contextRef="#ctx0" brushRef="#br0">19960.000000 53400.000000 656,'-27.000000'28.000000'6,"6.000000"-2.000000"12 ,7.000000-2.000000 11,5.000000-2.000000 12,4.000000 0.000000 4,-2.000000 6.000000-1,-1.000000 4.000000-2,-1.000000 6.000000-2,-1.000000 5.000000-6,2.000000 6.000000-10,1.000000 7.000000-9,2.000000 5.000000-9,0.000000 1.000000-8,2.000000-6.000000-5,1.000000-7.000000-5,1.000000-5.000000-4,1.000000-8.000000-11,0.000000-5.000000-17,0.000000-7.000000-16,0.000000-5.000000-18</inkml:trace>
</inkml:ink>
</file>

<file path=ppt/ink/ink5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4"/>
    </inkml:context>
    <inkml:brush xml:id="br0">
      <inkml:brushProperty name="width" value="0.0154742309823632" units="cm"/>
      <inkml:brushProperty name="height" value="0.0154742309823632" units="cm"/>
      <inkml:brushProperty name="color" value="#000000"/>
      <inkml:brushProperty name="ignorePressure" value="0"/>
    </inkml:brush>
  </inkml:definitions>
  <inkml:trace contextRef="#ctx0" brushRef="#br0">20819.000000 53759.000000 947,'0.000000'19.000000'0,"-2.000000"-5.000000"0 ,-1.000000-3.000000 0,-1.000000-5.000000 0,2.000000-4.000000 0,6.000000-6.000000 0,7.000000-7.000000-1,5.000000-6.000000 0,7.000000-7.000000 2,4.000000-9.000000 4,6.000000-9.000000 5,5.000000-9.000000 5,1.000000-4.000000-1,-1.000000-2.000000-6,-1.000000-1.000000-6,-1.000000-1.000000-7,-3.000000 0.000000-2,-4.000000 2.000000-2,-3.000000 4.000000-2,-5.000000 1.000000-1,-4.000000 5.000000 0,-8.000000 4.000000 0,-8.000000 6.000000 1,-8.000000 5.000000 1,-7.000000 5.000000 0,-9.000000 9.000000 1,-9.000000 6.000000 2,-8.000000 8.000000 1,-5.000000 11.000000 1,2.000000 11.000000 2,1.000000 14.000000 1,2.000000 11.000000 1,1.000000 11.000000 3,3.000000 5.000000 4,2.000000 7.000000 4,2.000000 5.000000 3,6.000000 4.000000 1,5.000000 0.000000-1,7.000000 0.000000-3,6.000000 0.000000-2,7.000000-3.000000 1,9.000000-9.000000 1,9.000000-6.000000 2,9.000000-8.000000 1,7.000000-9.000000-4,6.000000-8.000000-11,7.000000-9.000000-12,5.000000-9.000000-11,3.000000-7.000000-5,-2.000000-6.000000 0,-4.000000-7.000000 0,-2.000000-5.000000 1,-3.000000-4.000000 3,-5.000000 2.000000 3,-6.000000 1.000000 5,-4.000000 2.000000 3</inkml:trace>
</inkml:ink>
</file>

<file path=ppt/ink/ink5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5"/>
    </inkml:context>
    <inkml:brush xml:id="br0">
      <inkml:brushProperty name="width" value="0.0217390432953835" units="cm"/>
      <inkml:brushProperty name="height" value="0.0217390432953835" units="cm"/>
      <inkml:brushProperty name="color" value="#000000"/>
      <inkml:brushProperty name="ignorePressure" value="0"/>
    </inkml:brush>
  </inkml:definitions>
  <inkml:trace contextRef="#ctx0" brushRef="#br0">21739.000000 53159.000000 674,'19.000000'41.000000'86,"-2.000000"1.000000"-18 ,-4.000000 1.000000-17,-1.000000 1.000000-17,-3.000000 5.000000-11,1.000000 5.000000-3,0.000000 7.000000-4,0.000000 5.000000-4,0.000000 1.000000-3,-2.000000-6.000000-4,-1.000000-7.000000-4,-2.000000-5.000000-3,4.000000-18.000000-8,5.000000-25.000000-11,7.000000-27.000000-12,5.000000-26.000000-10,6.000000-16.000000-4,2.000000-6.000000 8,2.000000-7.000000 6,3.000000-5.000000 6,0.000000-1.000000 5,2.000000 6.000000 3,-1.000000 7.000000 3,-1.000000 5.000000 3,-1.000000 11.000000 3,-5.000000 11.000000 3,-6.000000 14.000000 3,-4.000000 12.000000 3,-5.000000 12.000000 1,-2.000000 15.000000 0,-2.000000 13.000000 0,-3.000000 14.000000 0,0.000000 11.000000-1,-2.000000 5.000000-2,2.000000 7.000000-1,-1.000000 6.000000-2,0.000000 1.000000-1,2.000000-1.000000-2,1.000000-4.000000-1,2.000000-1.000000-1,0.000000-8.000000-1,-1.000000-8.000000 1,1.000000-12.000000 1,0.000000-9.000000 1,1.000000-9.000000 4,1.000000-9.000000 4,1.000000-9.000000 6,1.000000-8.000000 5,1.000000-10.000000 2,1.000000-10.000000-2,-1.000000-11.000000-1,-1.000000-9.000000-3,3.000000-7.000000 9,2.000000-6.000000 21,2.000000-4.000000 19,2.000000-5.000000 21,5.000000-5.000000 0,4.000000-1.000000-21,6.000000-4.000000-20,5.000000-1.000000-21,2.000000-1.000000-16,0.000000 5.000000-14,0.000000 3.000000-13,0.000000 5.000000-12,-5.000000 8.000000-3,-10.000000 15.000000 7,-10.000000 16.000000 9,-10.000000 14.000000 7,-5.000000 9.000000 1,2.000000-2.000000-6,1.000000 2.000000-6,2.000000-1.000000-6</inkml:trace>
</inkml:ink>
</file>

<file path=ppt/ink/ink5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5"/>
    </inkml:context>
    <inkml:brush xml:id="br0">
      <inkml:brushProperty name="width" value="0.020367594435811" units="cm"/>
      <inkml:brushProperty name="height" value="0.020367594435811" units="cm"/>
      <inkml:brushProperty name="color" value="#000000"/>
      <inkml:brushProperty name="ignorePressure" value="0"/>
    </inkml:brush>
  </inkml:definitions>
  <inkml:trace contextRef="#ctx0" brushRef="#br0">24400.000000 53079.000000 720,'-10.000000'-28.000000'-5,"0.000000"2.000000"-7 ,0.000000 2.000000-9,0.000000 2.000000-8,-1.000000 2.000000 7,-1.000000 1.000000 22,-1.000000-1.000000 21,-1.000000 0.000000 23,-3.000000 1.000000 9,-4.000000 3.000000-4,-3.000000 2.000000-2,-5.000000 3.000000-3,-2.000000 4.000000-6,-2.000000 8.000000-8,-4.000000 8.000000-8,-1.000000 7.000000-8,-1.000000 8.000000-8,2.000000 5.000000-6,4.000000 7.000000-5,1.000000 6.000000-8,5.000000 3.000000-2,4.000000 2.000000-1,6.000000 1.000000 0,5.000000 1.000000 0,5.000000 0.000000-3,6.000000-2.000000-4,7.000000-4.000000-4,5.000000-2.000000-4,9.000000-2.000000 1,11.000000-3.000000 5,9.000000-2.000000 6,10.000000-2.000000 6,5.000000-4.000000 4,-1.000000-4.000000 4,2.000000-3.000000 4,-1.000000-4.000000 4,-4.000000-2.000000 4,-7.000000 0.000000 4,-8.000000-1.000000 2,-8.000000 2.000000 5,-5.000000 0.000000 1,-6.000000 2.000000 1,-4.000000 4.000000-1,-5.000000 1.000000 0,-7.000000 4.000000 1,-7.000000 4.000000 1,-8.000000 3.000000 1,-7.000000 4.000000 2,-6.000000 0.000000-1,-4.000000-6.000000-4,-3.000000-4.000000-5,-4.000000-6.000000-3,-3.000000-3.000000-12,-1.000000-2.000000-21,-1.000000-4.000000-19,-1.000000-1.000000-21,3.000000-4.000000-6,9.000000-4.000000 9,9.000000-3.000000 9,9.000000-4.000000 9</inkml:trace>
</inkml:ink>
</file>

<file path=ppt/ink/ink5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7"/>
    </inkml:context>
    <inkml:brush xml:id="br0">
      <inkml:brushProperty name="width" value="0.028109347447753" units="cm"/>
      <inkml:brushProperty name="height" value="0.028109347447753" units="cm"/>
      <inkml:brushProperty name="color" value="#000000"/>
      <inkml:brushProperty name="ignorePressure" value="0"/>
    </inkml:brush>
  </inkml:definitions>
  <inkml:trace contextRef="#ctx0" brushRef="#br0">4480.000000 55840.000000 521,'0.000000'-19.000000'0,"0.000000"2.000000"0 ,0.000000 4.000000 0,0.000000 1.000000 0,-1.000000 1.000000-1,-1.000000-5.000000-2,-1.000000-3.000000-3,-2.000000-5.000000-2,0.000000 1.000000 2,-2.000000 1.000000 5,-1.000000 4.000000 5,-2.000000 1.000000 5,0.000000 2.000000 3,-2.000000 1.000000 1,-1.000000-1.000000 1,-2.000000 0.000000 1,-1.000000 0.000000 0,-2.000000 2.000000-1,-4.000000 1.000000 0,-1.000000 2.000000 0,-3.000000 0.000000-1,-1.000000 2.000000-1,-1.000000 1.000000-2,-1.000000 2.000000-2,-3.000000 2.000000-1,-1.000000 6.000000-2,-4.000000 4.000000-1,-1.000000 5.000000 0,-4.000000 8.000000-2,-1.000000 8.000000-2,-4.000000 9.000000-1,-1.000000 9.000000-1,-2.000000 9.000000 0,2.000000 10.000000 1,1.000000 10.000000 1,1.000000 10.000000 2,5.000000 6.000000 1,7.000000 5.000000 1,8.000000 3.000000 2,7.000000 4.000000 1,7.000000 1.000000 1,5.000000-2.000000 0,4.000000-4.000000 1,6.000000-2.000000 0,5.000000-2.000000 2,9.000000-2.000000-1,6.000000-4.000000 2,9.000000-1.000000 1,6.000000-4.000000-1,8.000000-4.000000-3,8.000000-3.000000-2,8.000000-5.000000-2,4.000000-5.000000-1,2.000000-9.000000 1,4.000000-9.000000 1,2.000000-8.000000 1,0.000000-10.000000 0,-1.000000-8.000000 0,-1.000000-9.000000 0,-1.000000-9.000000 0,1.000000-7.000000-2,6.000000-9.000000-4,4.000000-6.000000-3,5.000000-8.000000-3,2.000000-7.000000-1,-5.000000-4.000000 2,-3.000000-6.000000 2,-4.000000-4.000000 3,-6.000000-7.000000 0,-7.000000-5.000000-1,-8.000000-7.000000 0,-8.000000-5.000000-2,-4.000000-5.000000 1,-5.000000-1.000000-1,-3.000000-1.000000 0,-5.000000-2.000000 0,-2.000000 0.000000 0,-3.000000-2.000000 0,-2.000000-1.000000 0,-3.000000-1.000000 1,-3.000000-2.000000 0,-6.000000 1.000000 2,-4.000000 0.000000 1,-5.000000 0.000000 2,-6.000000 3.000000 2,-4.000000 5.000000 3,-6.000000 4.000000 2,-5.000000 5.000000 3,-3.000000 6.000000 1,-3.000000 5.000000 2,-2.000000 4.000000 1,-3.000000 6.000000 1,-2.000000 3.000000-1,-2.000000 2.000000-4,-4.000000 4.000000-5,-1.000000 1.000000-4,-3.000000 3.000000-3,-1.000000 1.000000-5,-1.000000 1.000000-3,-1.000000 2.000000-5,-3.000000 2.000000-2,-4.000000 6.000000-2,-3.000000 4.000000-2,-5.000000 6.000000-2,-1.000000 3.000000-2,-2.000000 5.000000-4,-1.000000 3.000000-2,-2.000000 4.000000-4,4.000000 6.000000-1,8.000000 5.000000 0,6.000000 7.000000-1,8.000000 5.000000 0,8.000000 3.000000-2,5.000000-2.000000-2,7.000000-4.000000-3,6.000000-2.000000-3</inkml:trace>
</inkml:ink>
</file>

<file path=ppt/ink/ink5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8"/>
    </inkml:context>
    <inkml:brush xml:id="br0">
      <inkml:brushProperty name="width" value="0.0228740554302931" units="cm"/>
      <inkml:brushProperty name="height" value="0.0228740554302931" units="cm"/>
      <inkml:brushProperty name="color" value="#000000"/>
      <inkml:brushProperty name="ignorePressure" value="0"/>
    </inkml:brush>
  </inkml:definitions>
  <inkml:trace contextRef="#ctx0" brushRef="#br0">6400.000000 56379.000000 641,'-19.000000'5.000000'70,"5.000000"8.000000"-6 ,3.000000 9.000000-3,5.000000 9.000000-6,0.000000 8.000000-9,-1.000000 9.000000-13,-1.000000 9.000000-12,-2.000000 8.000000-12,2.000000 6.000000-10,2.000000-1.000000-3,2.000000 0.000000-5,3.000000 0.000000-4,2.000000-5.000000-2,5.000000-11.000000-1,3.000000-9.000000 0,5.000000-9.000000 0,4.000000-11.000000-1,6.000000-8.000000 1,7.000000-9.000000 0,5.000000-8.000000 0,6.000000-12.000000 1,2.000000-14.000000 1,2.000000-13.000000 0,2.000000-15.000000 1,1.000000-6.000000 0,-5.000000-2.000000 0,-3.000000-1.000000-1,-5.000000-2.000000 0,-2.000000 2.000000 2,-5.000000 4.000000 2,-3.000000 3.000000 4,-4.000000 4.000000 3,-6.000000 10.000000 6,-5.000000 14.000000 7,-7.000000 16.000000 8,-5.000000 15.000000 8,-4.000000 11.000000 3,0.000000 9.000000-2,-1.000000 9.000000-2,2.000000 8.000000-3,-1.000000 5.000000-4,2.000000-2.000000-7,1.000000-1.000000-6,2.000000-2.000000-6,1.000000 0.000000-9,5.000000-2.000000-10,3.000000-1.000000-11,5.000000-2.000000-10,0.000000-3.000000-4,-1.000000-6.000000-1,-1.000000-7.000000 2,-1.000000-5.000000 0</inkml:trace>
</inkml:ink>
</file>

<file path=ppt/ink/ink5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8"/>
    </inkml:context>
    <inkml:brush xml:id="br0">
      <inkml:brushProperty name="width" value="0.022859426215291" units="cm"/>
      <inkml:brushProperty name="height" value="0.022859426215291" units="cm"/>
      <inkml:brushProperty name="color" value="#000000"/>
      <inkml:brushProperty name="ignorePressure" value="0"/>
    </inkml:brush>
  </inkml:definitions>
  <inkml:trace contextRef="#ctx0" brushRef="#br0">7560.000000 56320.000000 641,'-11.000000'-10.000000'4,"-1.000000"0.000000"7 ,-1.000000-1.000000 7,-1.000000 1.000000 7,-2.000000 1.000000 5,-1.000000 1.000000 1,-1.000000 1.000000 2,-2.000000 2.000000 3,-1.000000 4.000000-2,-3.000000 9.000000-2,-2.000000 9.000000-3,-3.000000 9.000000-2,1.000000 5.000000-5,2.000000 3.000000-7,2.000000 2.000000-6,2.000000 3.000000-7,5.000000 1.000000-4,5.000000 0.000000-5,4.000000-1.000000-5,6.000000 2.000000-3,5.000000-4.000000-4,6.000000-4.000000-3,7.000000-6.000000-3,6.000000-4.000000-3,4.000000-5.000000-1,5.000000-2.000000 4,3.000000-2.000000 1,5.000000-3.000000 3,-1.000000-1.000000 4,-1.000000 1.000000 5,-4.000000-1.000000 6,-2.000000 0.000000 4,-2.000000 0.000000 5,-5.000000 2.000000 3,-3.000000 1.000000 4,-4.000000 2.000000 2,-6.000000 1.000000 3,-7.000000 5.000000 2,-8.000000 3.000000 2,-7.000000 4.000000 2,-9.000000 4.000000 0,-8.000000 2.000000-3,-9.000000 2.000000-5,-8.000000 3.000000-3,-4.000000-3.000000-3,5.000000-7.000000-1,3.000000-8.000000-3,5.000000-7.000000-1,4.000000-6.000000-13,6.000000-1.000000-21,7.000000-4.000000-21,5.000000-1.000000-23</inkml:trace>
</inkml:ink>
</file>

<file path=ppt/ink/ink5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8"/>
    </inkml:context>
    <inkml:brush xml:id="br0">
      <inkml:brushProperty name="width" value="0.0221077147871256" units="cm"/>
      <inkml:brushProperty name="height" value="0.0221077147871256" units="cm"/>
      <inkml:brushProperty name="color" value="#000000"/>
      <inkml:brushProperty name="ignorePressure" value="0"/>
    </inkml:brush>
  </inkml:definitions>
  <inkml:trace contextRef="#ctx0" brushRef="#br0">7800.000000 56700.000000 663,'0.000000'18.000000'51,"2.000000"-4.000000"-4 ,1.000000-3.000000-7,2.000000-4.000000-4,0.000000-3.000000-5,2.000000-1.000000-4,1.000000-1.000000-4,1.000000-2.000000-4,3.000000 0.000000-3,1.000000 0.000000-2,4.000000 0.000000-2,2.000000 0.000000-2,0.000000-2.000000-3,1.000000-5.000000-4,1.000000-6.000000-3,-1.000000-4.000000-5,-2.000000-3.000000-3,-4.000000 0.000000-2,-3.000000-1.000000-1,-4.000000 2.000000-3,-3.000000-1.000000 0,-1.000000 2.000000 1,-1.000000 1.000000 0,-2.000000 2.000000 1,-2.000000 1.000000 1,-6.000000 3.000000 0,-4.000000 2.000000 1,-5.000000 2.000000 1,-4.000000 8.000000 0,-1.000000 9.000000 1,-1.000000 10.000000 2,-1.000000 10.000000 0,0.000000 6.000000 2,3.000000 5.000000 4,2.000000 3.000000 4,3.000000 4.000000 3,2.000000 2.000000 0,5.000000 0.000000-5,3.000000 0.000000-4,5.000000 0.000000-5,6.000000-3.000000-4,9.000000-9.000000-6,12.000000-6.000000-5,9.000000-8.000000-5,3.000000-8.000000-2,-1.000000-5.000000 2,-4.000000-7.000000 0,-2.000000-6.000000 3,-2.000000-4.000000 0,-2.000000-2.000000 1,-4.000000-4.000000 1,-2.000000-1.000000 2</inkml:trace>
</inkml:ink>
</file>

<file path=ppt/ink/ink5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08"/>
    </inkml:context>
    <inkml:brush xml:id="br0">
      <inkml:brushProperty name="width" value="0.0215363577008247" units="cm"/>
      <inkml:brushProperty name="height" value="0.0215363577008247" units="cm"/>
      <inkml:brushProperty name="color" value="#000000"/>
      <inkml:brushProperty name="ignorePressure" value="0"/>
    </inkml:brush>
  </inkml:definitions>
  <inkml:trace contextRef="#ctx0" brushRef="#br0">8619.000000 56440.000000 681,'-18.000000'0.000000'1,"2.000000"2.000000"2 ,2.000000 1.000000 2,3.000000 2.000000 2,3.000000-1.000000 6,6.000000 1.000000 10,4.000000 1.000000 8,6.000000-1.000000 10,2.000000 0.000000 0,2.000000 2.000000-7,1.000000 1.000000-8,2.000000 2.000000-7,-1.000000 1.000000-6,-1.000000 5.000000-4,-1.000000 3.000000-3,-1.000000 5.000000-4,-2.000000 3.000000-3,-1.000000 6.000000-1,-1.000000 4.000000-2,-2.000000 5.000000-1,-1.000000 4.000000-2,-3.000000 1.000000-2,-2.000000 1.000000-2,-3.000000 2.000000-2,-1.000000-4.000000 2,1.000000-8.000000 7,-1.000000-6.000000 7,-1.000000-8.000000 8,2.000000-8.000000 2,1.000000-7.000000-3,1.000000-8.000000-2,2.000000-8.000000-3,1.000000-7.000000 1,3.000000-11.000000 4,2.000000-11.000000 5,3.000000-8.000000 3,4.000000-8.000000-6,6.000000-4.000000-17,7.000000-3.000000-18,5.000000-5.000000-18,1.000000 6.000000-6,-6.000000 11.000000 7,-7.000000 14.000000 7,-5.000000 12.000000 6,-4.000000 6.000000 1,2.000000 0.000000-6,1.000000 0.000000-4,2.000000 0.000000-6</inkml:trace>
</inkml:ink>
</file>

<file path=ppt/ink/ink5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10"/>
    </inkml:context>
    <inkml:brush xml:id="br0">
      <inkml:brushProperty name="width" value="0.0308480300009251" units="cm"/>
      <inkml:brushProperty name="height" value="0.0308480300009251" units="cm"/>
      <inkml:brushProperty name="color" value="#000000"/>
      <inkml:brushProperty name="ignorePressure" value="0"/>
    </inkml:brush>
  </inkml:definitions>
  <inkml:trace contextRef="#ctx0" brushRef="#br0">9680.000000 55979.000000 475,'-1.000000'-18.000000'5,"-1.000000"4.000000"1 ,-1.000000 3.000000 1,-2.000000 4.000000 2,0.000000 6.000000 8,1.000000 5.000000 14,-1.000000 7.000000 14,0.000000 5.000000 14,-1.000000 8.000000 1,1.000000 5.000000-8,1.000000 7.000000-11,-1.000000 6.000000-9,0.000000 6.000000-6,0.000000 9.000000-2,-1.000000 6.000000-2,2.000000 8.000000-3,-2.000000 5.000000-2,-1.000000 1.000000-2,-1.000000 1.000000-2,-1.000000 2.000000-3,0.000000-4.000000-2,2.000000-8.000000-4,4.000000-6.000000-1,2.000000-8.000000-4,1.000000-8.000000-2,0.000000-8.000000-2,0.000000-6.000000-1,0.000000-8.000000-2,1.000000-6.000000-15,3.000000-1.000000-28,2.000000-4.000000-27,3.000000-1.000000-28</inkml:trace>
</inkml:ink>
</file>

<file path=ppt/ink/ink5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12"/>
    </inkml:context>
    <inkml:brush xml:id="br0">
      <inkml:brushProperty name="width" value="0.0275592282414436" units="cm"/>
      <inkml:brushProperty name="height" value="0.0275592282414436" units="cm"/>
      <inkml:brushProperty name="color" value="#000000"/>
      <inkml:brushProperty name="ignorePressure" value="0"/>
    </inkml:brush>
  </inkml:definitions>
  <inkml:trace contextRef="#ctx0" brushRef="#br0">6419.000000 57859.000000 532,'-44.000000'-8.000000'-15,"11.000000"2.000000"10 ,11.000000 2.000000 8,12.000000 3.000000 9,6.000000 0.000000 6,3.000000-1.000000 4,2.000000-1.000000 4,3.000000-2.000000 4,2.000000 1.000000 0,5.000000 1.000000-4,3.000000 1.000000-3,5.000000 2.000000-5,3.000000 0.000000-1,6.000000 0.000000 1,4.000000 0.000000 0,6.000000 0.000000 1,4.000000 0.000000 0,5.000000 0.000000-1,6.000000 0.000000 0,5.000000 0.000000-1,2.000000 0.000000-2,2.000000 0.000000-4,1.000000 0.000000-2,2.000000 0.000000-4,1.000000-2.000000-1,5.000000-1.000000-2,3.000000-4.000000 0,4.000000-1.000000-1,4.000000-2.000000-1,4.000000 2.000000 1,3.000000 1.000000 0,4.000000 2.000000 1,-1.000000 0.000000 0,-6.000000-1.000000-2,-7.000000 1.000000 0,-5.000000 1.000000-2,-3.000000-1.000000 1,2.000000 2.000000 0,4.000000 1.000000 1,2.000000 2.000000 1,1.000000 0.000000 1,0.000000 2.000000 1,-1.000000 1.000000 2,1.000000 2.000000 2,-4.000000-1.000000 0,-9.000000-1.000000-2,-9.000000-1.000000-2,-9.000000-2.000000-2,-4.000000 0.000000 1,1.000000 0.000000 1,-1.000000 0.000000 1,0.000000 0.000000 3,-1.000000 0.000000-1,-1.000000 0.000000-1,-1.000000 0.000000 0,-2.000000 0.000000-2,-1.000000 0.000000 0,-5.000000 0.000000 0,-3.000000 0.000000 1,-4.000000 0.000000 0,-4.000000 0.000000-2,-2.000000 0.000000-5,-2.000000 0.000000-4,-2.000000 0.000000-5,-3.000000 1.000000-14,-1.000000 1.000000-24,-1.000000 1.000000-24,-1.000000 2.000000-23</inkml:trace>
</inkml:ink>
</file>

<file path=ppt/ink/ink5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19"/>
    </inkml:context>
    <inkml:brush xml:id="br0">
      <inkml:brushProperty name="width" value="0.0235433410853148" units="cm"/>
      <inkml:brushProperty name="height" value="0.0235433410853148" units="cm"/>
      <inkml:brushProperty name="color" value="#000000"/>
      <inkml:brushProperty name="ignorePressure" value="0"/>
    </inkml:brush>
  </inkml:definitions>
  <inkml:trace contextRef="#ctx0" brushRef="#br0">7339.000000 59459.000000 622,'0.000000'19.000000'-17,"-2.000000"-2.000000"0 ,-1.000000-4.000000 3,-1.000000-1.000000 1,-1.000000-2.000000 2,0.000000 2.000000 2,-1.000000 1.000000 2,2.000000 2.000000 3,-2.000000 0.000000 4,2.000000 0.000000 6,-2.000000 0.000000 6,1.000000-1.000000 6,1.000000 0.000000 4,1.000000-3.000000 1,1.000000-2.000000 2,2.000000-2.000000 1,0.000000-6.000000 1,0.000000-5.000000 1,0.000000-7.000000 2,0.000000-5.000000 1,1.000000-8.000000-2,5.000000-8.000000-4,3.000000-6.000000-4,5.000000-8.000000-5,1.000000-5.000000-4,-1.000000-1.000000-1,1.000000-1.000000-3,0.000000-1.000000-1,1.000000-3.000000-3,1.000000-1.000000-2,1.000000-4.000000-1,1.000000-1.000000-3,1.000000-2.000000-1,1.000000 0.000000-1,-1.000000 0.000000-1,-1.000000 0.000000 0,1.000000 1.000000-2,-2.000000 5.000000 0,-1.000000 3.000000-1,-2.000000 4.000000 0,-1.000000 6.000000 0,-3.000000 8.000000 0,-2.000000 6.000000 2,-2.000000 9.000000 0,-3.000000 7.000000 1,-1.000000 12.000000-1,-1.000000 8.000000-1,-2.000000 12.000000 0,2.000000 5.000000 2,4.000000 2.000000 2,3.000000 4.000000 2,4.000000 2.000000 3,3.000000 2.000000 2,1.000000 5.000000-1,1.000000 3.000000 0,1.000000 5.000000 0,2.000000 2.000000 1,1.000000 5.000000 0,1.000000 3.000000 2,2.000000 4.000000 1,-1.000000 3.000000 0,-1.000000 1.000000-1,-1.000000 1.000000-2,-2.000000 1.000000-1,0.000000 2.000000-1,-2.000000-2.000000 1,-1.000000 2.000000-1,-2.000000-1.000000 1,-1.000000-2.000000-1,-3.000000-4.000000 0,-2.000000-3.000000-1,-2.000000-4.000000-1,-2.000000-7.000000 1,-1.000000-8.000000 0,1.000000-9.000000 1,1.000000-8.000000 1,-5.000000-10.000000 4,-5.000000-8.000000 7,-7.000000-9.000000 7,-6.000000-8.000000 8,-4.000000-6.000000-3,-5.000000 2.000000-10,-3.000000-2.000000-10,-4.000000 1.000000-12,-4.000000 0.000000-5,-1.000000-2.000000 0,-4.000000-1.000000-1,-1.000000-1.000000 0,-4.000000-3.000000-1,-1.000000-4.000000 0,-4.000000-3.000000-1,-1.000000-4.000000-1,-3.000000-4.000000 0,1.000000-2.000000 0,1.000000-2.000000 0,-1.000000-3.000000-1,1.000000 1.000000 1,5.000000 1.000000 3,3.000000 4.000000 3,4.000000 1.000000 2,7.000000 6.000000 3,8.000000 5.000000 2,9.000000 7.000000 3,9.000000 6.000000 2,6.000000 5.000000 1,6.000000 6.000000-1,4.000000 4.000000-2,5.000000 6.000000 0,5.000000 1.000000-3,4.000000-1.000000-2,3.000000-1.000000-3,5.000000-2.000000-2,3.000000 0.000000 0,6.000000 0.000000 1,4.000000 0.000000 1,5.000000 0.000000 2,7.000000-2.000000 1,7.000000-5.000000 0,8.000000-6.000000 0,8.000000-4.000000 0,1.000000-4.000000 1,-2.000000-1.000000-1,-2.000000-1.000000 1,-2.000000-2.000000-1,-7.000000 2.000000 1,-8.000000 1.000000 1,-9.000000 4.000000-1,-9.000000 2.000000 1,-7.000000 2.000000 0,-6.000000 5.000000 1,-7.000000 3.000000-2,-5.000000 5.000000 1,-6.000000 2.000000 0,-4.000000 5.000000 0,-3.000000 3.000000 0,-5.000000 5.000000 0,-2.000000 3.000000 3,-5.000000 6.000000 3,-3.000000 4.000000 5,-5.000000 6.000000 3,-2.000000 4.000000 3,-5.000000 5.000000-1,-3.000000 6.000000 0,-4.000000 4.000000 0,-7.000000 6.000000 0,-8.000000 5.000000-2,-9.000000 4.000000-1,-9.000000 6.000000-1,-7.000000 3.000000-1,-6.000000 3.000000-3,-7.000000 2.000000-1,-6.000000 2.000000-3,5.000000-4.000000-1,15.000000-15.000000-3,14.000000-13.000000 0,16.000000-14.000000-3,12.000000-13.000000-2,12.000000-11.000000-5,11.000000-11.000000-4,12.000000-11.000000-4,5.000000-6.000000-6,0.000000 2.000000-7,0.000000 1.000000-8,-1.000000 2.000000-8</inkml:trace>
</inkml:ink>
</file>

<file path=ppt/ink/ink5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26"/>
    </inkml:context>
    <inkml:brush xml:id="br0">
      <inkml:brushProperty name="width" value="0.0232025776058435" units="cm"/>
      <inkml:brushProperty name="height" value="0.0232025776058435" units="cm"/>
      <inkml:brushProperty name="color" value="#000000"/>
      <inkml:brushProperty name="ignorePressure" value="0"/>
    </inkml:brush>
  </inkml:definitions>
  <inkml:trace contextRef="#ctx0" brushRef="#br0">9439.000000 58420.000000 632,'-27.000000'-26.000000'10,"4.000000"9.000000"9 ,6.000000 9.000000 11,5.000000 9.000000 10,2.000000 7.000000 0,-1.000000 6.000000-6,1.000000 7.000000-9,0.000000 6.000000-6,1.000000 5.000000-6,1.000000 5.000000-3,1.000000 6.000000-4,1.000000 5.000000-2,2.000000 0.000000-3,1.000000-1.000000-3,1.000000-4.000000-1,2.000000-2.000000-3,0.000000-1.000000-2,2.000000-2.000000 0,1.000000-1.000000-1,1.000000-2.000000 0,4.000000-1.000000 1,5.000000-2.000000 1,4.000000-4.000000 2,6.000000-1.000000 1,2.000000-2.000000 2,0.000000 0.000000 2,0.000000 0.000000 1,0.000000 0.000000 3,0.000000 0.000000 0,0.000000 0.000000 0,0.000000 0.000000 1,0.000000 0.000000 1,-2.000000-2.000000 0,-4.000000-1.000000 3,-3.000000-4.000000 3,-5.000000-2.000000 1,-2.000000 0.000000 3,-2.000000-2.000000 0,-4.000000 2.000000 2,-2.000000-1.000000 0,-3.000000 1.000000-1,-6.000000 3.000000-2,-4.000000 2.000000-4,-5.000000 3.000000-2,-6.000000 0.000000-6,-4.000000-1.000000-5,-6.000000-1.000000-6,-4.000000-2.000000-7,-5.000000-1.000000-3,-4.000000-5.000000 0,-3.000000-3.000000-1,-5.000000-5.000000-1,3.000000-3.000000 2,5.000000-6.000000 2,7.000000-4.000000 2,5.000000-5.000000 3,6.000000-3.000000-7,4.000000-1.000000-14,3.000000 1.000000-15,5.000000 0.000000-13</inkml:trace>
</inkml:ink>
</file>

<file path=ppt/ink/ink5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26"/>
    </inkml:context>
    <inkml:brush xml:id="br0">
      <inkml:brushProperty name="width" value="0.0192164517939091" units="cm"/>
      <inkml:brushProperty name="height" value="0.0192164517939091" units="cm"/>
      <inkml:brushProperty name="color" value="#000000"/>
      <inkml:brushProperty name="ignorePressure" value="0"/>
    </inkml:brush>
  </inkml:definitions>
  <inkml:trace contextRef="#ctx0" brushRef="#br0">9339.000000 58659.000000 763,'29.000000'1.000000'35,"-3.000000"1.000000"2 ,-2.000000 1.000000-1,-3.000000 2.000000 0,0.000000-1.000000-2,1.000000-1.000000-9,1.000000-1.000000-7,2.000000-2.000000-7,0.000000 1.000000-7,2.000000 1.000000-5,1.000000 1.000000-7,1.000000 2.000000-5,-1.000000-1.000000-10,-6.000000 2.000000-15,-4.000000-2.000000-14,-6.000000 1.000000-14</inkml:trace>
</inkml:ink>
</file>

<file path=ppt/ink/ink5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26"/>
    </inkml:context>
    <inkml:brush xml:id="br0">
      <inkml:brushProperty name="width" value="0.0185534153133631" units="cm"/>
      <inkml:brushProperty name="height" value="0.0185534153133631" units="cm"/>
      <inkml:brushProperty name="color" value="#000000"/>
      <inkml:brushProperty name="ignorePressure" value="0"/>
    </inkml:brush>
  </inkml:definitions>
  <inkml:trace contextRef="#ctx0" brushRef="#br0">10200.000000 59400.000000 790,'-17.000000'1.000000'107,"9.000000"2.000000"-37 ,6.000000 4.000000-37,9.000000 2.000000-39,3.000000 0.000000-23,0.000000-1.000000-12,0.000000-1.000000-12,-1.000000-1.000000-11</inkml:trace>
</inkml:ink>
</file>

<file path=ppt/ink/ink5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27"/>
    </inkml:context>
    <inkml:brush xml:id="br0">
      <inkml:brushProperty name="width" value="0.0258581154048443" units="cm"/>
      <inkml:brushProperty name="height" value="0.0258581154048443" units="cm"/>
      <inkml:brushProperty name="color" value="#000000"/>
      <inkml:brushProperty name="ignorePressure" value="0"/>
    </inkml:brush>
  </inkml:definitions>
  <inkml:trace contextRef="#ctx0" brushRef="#br0">10760.000000 58859.000000 567,'-28.000000'10.000000'20,"6.000000"0.000000"-5 ,4.000000 1.000000-5,6.000000-1.000000-5,2.000000 3.000000 0,2.000000 6.000000 3,1.000000 7.000000 4,2.000000 6.000000 3,1.000000 4.000000 2,5.000000 5.000000-1,3.000000 3.000000 0,5.000000 4.000000-2,3.000000 3.000000 0,5.000000 1.000000 0,6.000000 1.000000 0,4.000000 2.000000 0,5.000000-5.000000-1,4.000000-8.000000 0,3.000000-9.000000-2,4.000000-8.000000 0,2.000000-10.000000-1,-2.000000-8.000000-2,-1.000000-9.000000-1,-1.000000-9.000000-2,-3.000000-10.000000 0,-1.000000-15.000000 0,-4.000000-13.000000 0,-1.000000-15.000000 1,-5.000000-6.000000-1,-4.000000-2.000000 0,-6.000000-1.000000 0,-4.000000-1.000000-2,-5.000000 2.000000 2,-2.000000 6.000000 2,-2.000000 7.000000 2,-2.000000 6.000000 3,-6.000000 7.000000 1,-5.000000 9.000000 0,-7.000000 9.000000 2,-5.000000 9.000000 0,-7.000000 5.000000-2,-5.000000 5.000000-9,-4.000000 3.000000-6,-5.000000 4.000000-8,-4.000000 7.000000-7,-1.000000 8.000000-6,-1.000000 9.000000-5,-2.000000 8.000000-7,5.000000 4.000000-8,8.000000-5.000000-9,9.000000-3.000000-9,8.000000-4.000000-10</inkml:trace>
</inkml:ink>
</file>

<file path=ppt/ink/ink5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30"/>
    </inkml:context>
    <inkml:brush xml:id="br0">
      <inkml:brushProperty name="width" value="0.0330360382795334" units="cm"/>
      <inkml:brushProperty name="height" value="0.0330360382795334" units="cm"/>
      <inkml:brushProperty name="color" value="#000000"/>
      <inkml:brushProperty name="ignorePressure" value="0"/>
    </inkml:brush>
  </inkml:definitions>
  <inkml:trace contextRef="#ctx0" brushRef="#br0">10260.000000 61279.000000 443,'-15.000000'0.000000'51,"12.000000"0.000000"-7 ,11.000000 0.000000-5,11.000000 0.000000-7,8.000000 1.000000-3,4.000000 1.000000-4,3.000000 1.000000-2,5.000000 2.000000-3,4.000000 0.000000-1,6.000000 2.000000-1,7.000000 1.000000-1,6.000000 2.000000 0,7.000000 0.000000-1,9.000000 2.000000 0,9.000000 1.000000 1,8.000000 2.000000 0,4.000000-2.000000-1,-3.000000-2.000000-1,-2.000000-2.000000-1,-3.000000-3.000000-2,3.000000-1.000000 0,7.000000 1.000000 0,8.000000-1.000000-1,7.000000-1.000000 1,4.000000 1.000000-1,1.000000 1.000000-2,-1.000000-1.000000-2,-1.000000 0.000000-2,3.000000 0.000000-2,2.000000 2.000000-1,2.000000 1.000000-1,2.000000 1.000000-1,1.000000 2.000000-1,-5.000000 1.000000 0,-3.000000 1.000000 0,-4.000000 1.000000-1,-1.000000 1.000000 1,5.000000-2.000000 0,3.000000-1.000000-1,5.000000-2.000000 0,-3.000000 0.000000 0,-5.000000-2.000000 0,-7.000000-1.000000 0,-6.000000-2.000000 0,-1.000000 0.000000 0,4.000000-2.000000-1,3.000000-1.000000 0,4.000000-1.000000-1,2.000000-1.000000 1,-2.000000 2.000000 1,-1.000000 1.000000 2,-2.000000 1.000000 1,-1.000000 1.000000 1,-3.000000-2.000000-2,-2.000000-1.000000-1,-2.000000-1.000000-1,-2.000000-1.000000 0,-1.000000 0.000000 2,1.000000 0.000000 1,1.000000 0.000000 2,0.000000 0.000000 1,2.000000 2.000000 0,4.000000 1.000000-1,1.000000 2.000000 0,0.000000-1.000000 1,-5.000000 1.000000-1,-6.000000 1.000000 1,-4.000000-1.000000-1,-2.000000 0.000000 1,5.000000 2.000000 0,3.000000 1.000000-1,4.000000 2.000000-1,-1.000000 0.000000 0,-6.000000 0.000000 0,-7.000000 0.000000-1,-5.000000 0.000000-1,-4.000000-1.000000 0,2.000000-1.000000 0,1.000000-1.000000 1,2.000000-1.000000 0,-5.000000-1.000000-1,-8.000000 0.000000 0,-9.000000-1.000000-2,-8.000000 2.000000-2,-9.000000-2.000000-1,-5.000000-1.000000-2,-7.000000-1.000000-1,-6.000000-1.000000-2,-4.000000-1.000000-7,-5.000000 0.000000-9,-3.000000 0.000000-10,-4.000000 0.000000-11</inkml:trace>
</inkml:ink>
</file>

<file path=ppt/ink/ink5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31"/>
    </inkml:context>
    <inkml:brush xml:id="br0">
      <inkml:brushProperty name="width" value="0.0269248634576797" units="cm"/>
      <inkml:brushProperty name="height" value="0.0269248634576797" units="cm"/>
      <inkml:brushProperty name="color" value="#000000"/>
      <inkml:brushProperty name="ignorePressure" value="0"/>
    </inkml:brush>
  </inkml:definitions>
  <inkml:trace contextRef="#ctx0" brushRef="#br0">15800.000000 63179.000000 544,'97.000000'0.000000'21,"-5.000000"0.000000"5 ,-4.000000 0.000000 4,-5.000000 0.000000 6,-3.000000 2.000000 0,2.000000 1.000000-3,1.000000 4.000000-2,1.000000 2.000000-2,4.000000 1.000000-4,4.000000 2.000000-2,6.000000 1.000000-3,4.000000 2.000000-3,3.000000-2.000000-1,-2.000000-4.000000 1,-1.000000-3.000000 0,-1.000000-5.000000 0,-4.000000-2.000000-1,-4.000000-2.000000-3,-6.000000-4.000000-3,-5.000000-2.000000-4,-2.000000 0.000000-2,-2.000000 1.000000 0,-1.000000 1.000000-1,-1.000000 1.000000 0,-5.000000 2.000000-1,-7.000000 1.000000-2,-8.000000 1.000000-1,-8.000000 2.000000-2,-7.000000 0.000000-4,-9.000000 0.000000-5,-9.000000 0.000000-6,-8.000000 0.000000-5,-8.000000 0.000000-12,-4.000000 0.000000-16,-6.000000 0.000000-18,-4.000000 0.000000-17</inkml:trace>
</inkml:ink>
</file>

<file path=ppt/ink/ink5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37"/>
    </inkml:context>
    <inkml:brush xml:id="br0">
      <inkml:brushProperty name="width" value="0.0248044710606337" units="cm"/>
      <inkml:brushProperty name="height" value="0.0248044710606337" units="cm"/>
      <inkml:brushProperty name="color" value="#000000"/>
      <inkml:brushProperty name="ignorePressure" value="0"/>
    </inkml:brush>
  </inkml:definitions>
  <inkml:trace contextRef="#ctx0" brushRef="#br0">65112.000000 45474.000000 591,'-46.000000'-2.000000'-2,"6.000000"-3.000000"-4 ,6.000000-2.000000-3,7.000000-4.000000-3,4.000000 0.000000-2,3.000000 4.000000 1,3.000000 2.000000 2,4.000000 4.000000 2,0.000000-1.000000 1,1.000000-2.000000 2,0.000000-4.000000 2,0.000000-3.000000 2,1.000000-1.000000 2,3.000000 0.000000 1,4.000000 0.000000 1,2.000000-1.000000 2,2.000000 1.000000 1,0.000000 0.000000 0,0.000000 0.000000 1,0.000000-1.000000 1,2.000000 0.000000 1,2.000000-4.000000 0,4.000000-3.000000 2,3.000000-3.000000 0,1.000000-3.000000 1,0.000000-3.000000-2,0.000000-3.000000-1,1.000000-3.000000-2,-1.000000 0.000000 0,0.000000 3.000000 1,0.000000 3.000000 0,1.000000 3.000000 0,-1.000000 1.000000 0,0.000000 1.000000-3,0.000000-1.000000-1,0.000000 1.000000-1,1.000000 4.000000-1,-1.000000 9.000000 3,0.000000 10.000000 2,0.000000 9.000000 3,1.000000 10.000000 1,-1.000000 12.000000 2,0.000000 13.000000 2,0.000000 12.000000 0,-1.000000 11.000000 2,-3.000000 9.000000 0,-4.000000 9.000000 0,-2.000000 9.000000 1,-4.000000 11.000000-1,-2.000000 12.000000-2,-4.000000 12.000000-2,-3.000000 13.000000-2,-1.000000 8.000000 0,0.000000 7.000000 0,0.000000 6.000000 1,-1.000000 6.000000 0,-2.000000 8.000000 0,-6.000000 9.000000 0,-7.000000 9.000000-2,-5.000000 9.000000 0,-3.000000 11.000000-2,4.000000 12.000000-1,3.000000 12.000000-1,3.000000 13.000000-2,0.000000 1.000000 0,-3.000000-9.000000 0,-3.000000-10.000000-1,-3.000000-8.000000 1,0.000000-1.000000 0,3.000000 10.000000-1,3.000000 9.000000 1,3.000000 9.000000-2,2.000000 2.000000 2,-1.000000-7.000000 1,1.000000-5.000000 3,-1.000000-7.000000 1,2.000000-2.000000 0,3.000000 4.000000-2,4.000000 3.000000 0,2.000000 3.000000-3,2.000000 3.000000 0,-1.000000 3.000000-1,1.000000 3.000000-1,0.000000 3.000000-1,0.000000 5.000000 0,0.000000 6.000000 0,-1.000000 6.000000 0,1.000000 6.000000 0,1.000000 6.000000-1,4.000000 6.000000-1,2.000000 6.000000-1,4.000000 7.000000-1,1.000000 2.000000-1,0.000000 1.000000 0,0.000000-1.000000-2,0.000000 1.000000 0,0.000000-14.000000-1,0.000000-28.000000 1,0.000000-27.000000-1,0.000000-28.000000 0,1.000000-23.000000 2,4.000000-18.000000 1,2.000000-18.000000 1,4.000000-19.000000 2,1.000000-2.000000 1,1.000000 11.000000 0,-1.000000 13.000000 1,0.000000 12.000000-1,0.000000-3.000000 1,0.000000-19.000000-1,1.000000-17.000000 1,-1.000000-19.000000 0,-1.000000-13.000000 0,-4.000000-5.000000 1,-2.000000-7.000000 0,-4.000000-5.000000 0,1.000000-4.000000 1,2.000000 1.000000-1,4.000000-1.000000 1,3.000000 0.000000-1,-1.000000-1.000000 1,-2.000000-3.000000-1,-3.000000-4.000000 0,-4.000000-2.000000 0,-1.000000 0.000000 0,0.000000 2.000000 0,0.000000 4.000000 1,0.000000 3.000000 0,0.000000 3.000000 0,0.000000 3.000000 0,0.000000 3.000000 0,0.000000 3.000000-1,0.000000 1.000000 0,0.000000 1.000000 0,0.000000-1.000000 1,0.000000 1.000000-1,0.000000 1.000000 1,0.000000 3.000000-2,0.000000 3.000000-1,0.000000 3.000000 0,0.000000 1.000000-1,0.000000-4.000000 1,0.000000-3.000000-1,0.000000-3.000000 1,0.000000-1.000000 0,0.000000-1.000000-2,0.000000 1.000000-1,0.000000-1.000000-2,0.000000 1.000000 1,0.000000-1.000000 1,0.000000 1.000000 2,0.000000-1.000000 2,0.000000 2.000000 1,0.000000 4.000000 0,0.000000 2.000000-1,0.000000 3.000000 0,0.000000 2.000000 1,0.000000 0.000000 0,0.000000-1.000000 1,0.000000 1.000000 1,0.000000-3.000000 0,0.000000-7.000000 0,0.000000-5.000000 0,0.000000-7.000000-1,0.000000-4.000000 0,0.000000-3.000000 1,0.000000-4.000000-1,0.000000-2.000000 1,-1.000000-3.000000-1,-4.000000-4.000000 0,-3.000000-2.000000 0,-2.000000-4.000000-1,-1.000000-4.000000 0,3.000000-6.000000 0,4.000000-7.000000 0,2.000000-5.000000 0,2.000000-1.000000 0,0.000000 7.000000-1,0.000000 6.000000 1,0.000000 5.000000 0,-1.000000 3.000000 0,-4.000000-4.000000 1,-2.000000-3.000000-1,-4.000000-3.000000 1,0.000000 1.000000 0,4.000000 2.000000-1,2.000000 3.000000 1,3.000000 4.000000-2,2.000000 0.000000 1,0.000000 1.000000 0,0.000000 0.000000-1,0.000000 0.000000 0,-1.000000 2.000000 0,-4.000000 2.000000 1,-2.000000 4.000000 1,-4.000000 2.000000 0,0.000000 4.000000 1,4.000000 2.000000-1,2.000000 4.000000 0,4.000000 3.000000-1,1.000000-2.000000 1,0.000000-6.000000-1,0.000000-6.000000 1,0.000000-6.000000 0,-2.000000 0.000000 0,-3.000000 6.000000-2,-2.000000 6.000000 0,-4.000000 7.000000-1,0.000000-1.000000-2,4.000000-6.000000-1,2.000000-6.000000-2,4.000000-6.000000-1,1.000000-3.000000-4,0.000000 0.000000-5,0.000000 0.000000-5,0.000000 0.000000-6,0.000000-3.000000 0,0.000000-7.000000 4,0.000000-5.000000 5,0.000000-7.000000 5</inkml:trace>
</inkml:ink>
</file>

<file path=ppt/ink/ink5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2"/>
    </inkml:context>
    <inkml:brush xml:id="br0">
      <inkml:brushProperty name="width" value="0.0205990672111511" units="cm"/>
      <inkml:brushProperty name="height" value="0.0205990672111511" units="cm"/>
      <inkml:brushProperty name="color" value="#000000"/>
      <inkml:brushProperty name="ignorePressure" value="0"/>
    </inkml:brush>
  </inkml:definitions>
  <inkml:trace contextRef="#ctx0" brushRef="#br0">68142.000000 47478.000000 712,'-42.000000'-16.000000'17,"11.000000"20.000000"4 ,13.000000 17.000000 5,12.000000 19.000000 5,4.000000 15.000000 0,-2.000000 12.000000-6,-4.000000 12.000000-6,-3.000000 13.000000-4,-1.000000 9.000000-4,0.000000 6.000000 0,0.000000 6.000000 0,-1.000000 6.000000-1,1.000000 0.000000 0,0.000000-6.000000-1,0.000000-6.000000-1,-1.000000-6.000000 0,1.000000-8.000000-1,0.000000-9.000000 0,0.000000-9.000000-1,0.000000-9.000000-2,1.000000-19.000000-8,3.000000-27.000000-20,4.000000-28.000000-18,2.000000-27.000000-19,2.000000-11.000000-3,0.000000 6.000000 12,0.000000 7.000000 13,0.000000 5.000000 12,0.000000 4.000000 6,0.000000-1.000000 0,0.000000 1.000000 0,0.000000 0.000000 0</inkml:trace>
</inkml:ink>
</file>

<file path=ppt/ink/ink5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3"/>
    </inkml:context>
    <inkml:brush xml:id="br0">
      <inkml:brushProperty name="width" value="0.0191950425505638" units="cm"/>
      <inkml:brushProperty name="height" value="0.0191950425505638" units="cm"/>
      <inkml:brushProperty name="color" value="#000000"/>
      <inkml:brushProperty name="ignorePressure" value="0"/>
    </inkml:brush>
  </inkml:definitions>
  <inkml:trace contextRef="#ctx0" brushRef="#br0">67849.000000 47380.000000 764,'-24.000000'-23.000000'-1,"-1.000000"3.000000"-2 ,1.000000 3.000000-1,-1.000000 4.000000-3,2.000000 0.000000 4,4.000000 1.000000 9,2.000000 0.000000 8,3.000000 0.000000 9,8.000000 0.000000 3,12.000000-1.000000-1,12.000000 1.000000-2,13.000000 0.000000-1,9.000000 1.000000-2,5.000000 4.000000-5,7.000000 2.000000-3,6.000000 3.000000-5,4.000000 6.000000-2,-1.000000 5.000000-2,0.000000 6.000000-1,0.000000 6.000000-1,0.000000 4.000000-2,0.000000-1.000000-1,0.000000 1.000000-2,0.000000-1.000000 0,-3.000000 4.000000-1,-6.000000 5.000000 1,-6.000000 7.000000 0,-6.000000 6.000000 2,-5.000000 4.000000 1,-3.000000 4.000000 2,-3.000000 2.000000 3,-3.000000 4.000000 2,-9.000000 7.000000 2,-16.000000 12.000000 0,-14.000000 13.000000 2,-16.000000 12.000000 1,-13.000000 7.000000-1,-8.000000 4.000000-3,-10.000000 3.000000-1,-8.000000 2.000000-3,-4.000000-2.000000-1,3.000000-10.000000-1,3.000000-8.000000-2,4.000000-10.000000-1,4.000000-12.000000-2,6.000000-16.000000-2,6.000000-14.000000-2,6.000000-16.000000-1,10.000000-15.000000-10,11.000000-16.000000-15,13.000000-15.000000-17,12.000000-15.000000-15</inkml:trace>
</inkml:ink>
</file>

<file path=ppt/ink/ink5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3"/>
    </inkml:context>
    <inkml:brush xml:id="br0">
      <inkml:brushProperty name="width" value="0.0213122107088566" units="cm"/>
      <inkml:brushProperty name="height" value="0.0213122107088566" units="cm"/>
      <inkml:brushProperty name="color" value="#000000"/>
      <inkml:brushProperty name="ignorePressure" value="0"/>
    </inkml:brush>
  </inkml:definitions>
  <inkml:trace contextRef="#ctx0" brushRef="#br0">68973.000000 48358.000000 688,'-19.000000'26.000000'77,"8.000000"3.000000"-16 ,9.000000 3.000000-16,10.000000 3.000000-15,6.000000 2.000000-9,3.000000-1.000000-4,2.000000 1.000000-3,4.000000 0.000000-3,0.000000 1.000000-3,-3.000000 3.000000-1,-3.000000 3.000000-2,-3.000000 4.000000-1,-1.000000-1.000000-1,4.000000-3.000000-1,3.000000-3.000000 0,3.000000-2.000000 0,1.000000-6.000000-1,1.000000-5.000000 0,-1.000000-7.000000-1,1.000000-6.000000 1,2.000000-10.000000-2,7.000000-16.000000-2,6.000000-15.000000 0,5.000000-15.000000-3,6.000000-11.000000-4,2.000000-6.000000-8,4.000000-6.000000-7,2.000000-6.000000-8,1.000000-1.000000-5,-4.000000 7.000000-3,-2.000000 6.000000-4,-4.000000 6.000000-3,-5.000000 8.000000 1,-10.000000 9.000000 8,-9.000000 9.000000 7,-9.000000 9.000000 7</inkml:trace>
</inkml:ink>
</file>

<file path=ppt/ink/ink5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3"/>
    </inkml:context>
    <inkml:brush xml:id="br0">
      <inkml:brushProperty name="width" value="0.0173602923750877" units="cm"/>
      <inkml:brushProperty name="height" value="0.0173602923750877" units="cm"/>
      <inkml:brushProperty name="color" value="#000000"/>
      <inkml:brushProperty name="ignorePressure" value="0"/>
    </inkml:brush>
  </inkml:definitions>
  <inkml:trace contextRef="#ctx0" brushRef="#br0">70244.000000 48944.000000 844,'26.000000'-44.000000'43,"3.000000"9.000000"-11 ,3.000000 9.000000-11,4.000000 9.000000-12,0.000000 3.000000-6,1.000000-3.000000-2,0.000000-2.000000-2,-1.000000-4.000000-3,-1.000000-2.000000 0,-3.000000 1.000000 0,-3.000000-1.000000 0,-3.000000 1.000000 0,-3.000000 0.000000 2,-3.000000-1.000000 0,-3.000000 1.000000 0,-3.000000-1.000000 2,-2.000000 1.000000 0,0.000000-1.000000 0,0.000000 1.000000 1,1.000000-1.000000-1,-6.000000 3.000000 0,-8.000000 2.000000-1,-10.000000 3.000000-1,-9.000000 3.000000-2,-6.000000 3.000000 1,-3.000000 4.000000-1,-3.000000 2.000000-1,-3.000000 4.000000 0,-2.000000 4.000000 0,1.000000 6.000000 3,-1.000000 6.000000 1,0.000000 7.000000 3,1.000000 5.000000 0,-1.000000 7.000000 2,0.000000 5.000000 0,1.000000 7.000000 0,4.000000 5.000000 2,9.000000 2.000000 2,9.000000 4.000000 1,9.000000 2.000000 3,5.000000-2.000000 0,0.000000-10.000000-1,0.000000-9.000000 1,0.000000-9.000000-1,6.000000-3.000000-4,13.000000 3.000000-8,11.000000 3.000000-8,13.000000 3.000000-8,4.000000-2.000000-6,-2.000000-11.000000-4,-4.000000-8.000000-2,-3.000000-9.000000-3,-1.000000-5.000000-1,0.000000 0.000000 1,-1.000000 0.000000 0,1.000000 0.000000 1</inkml:trace>
</inkml:ink>
</file>

<file path=ppt/ink/ink5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4"/>
    </inkml:context>
    <inkml:brush xml:id="br0">
      <inkml:brushProperty name="width" value="0.0194094404578209" units="cm"/>
      <inkml:brushProperty name="height" value="0.0194094404578209" units="cm"/>
      <inkml:brushProperty name="color" value="#000000"/>
      <inkml:brushProperty name="ignorePressure" value="0"/>
    </inkml:brush>
  </inkml:definitions>
  <inkml:trace contextRef="#ctx0" brushRef="#br0">71222.000000 48455.000000 755,'24.000000'22.000000'3,"1.000000"-7.000000"10 ,-1.000000-6.000000 12,1.000000-6.000000 10,-1.000000 0.000000 2,1.000000 7.000000-7,-1.000000 5.000000-8,1.000000 6.000000-8,-3.000000 5.000000-4,-2.000000 3.000000-1,-3.000000 3.000000-1,-3.000000 3.000000-1,0.000000 1.000000-1,2.000000-4.000000 0,4.000000-3.000000-1,3.000000-3.000000 0,0.000000-2.000000-1,-3.000000 0.000000-1,-3.000000 1.000000-1,-3.000000-1.000000-2,4.000000-10.000000 0,12.000000-22.000000-2,13.000000-21.000000-2,12.000000-21.000000-2,5.000000-13.000000-5,-4.000000-2.000000-9,-2.000000-4.000000-11,-4.000000-3.000000-9,-6.000000 5.000000-5,-8.000000 12.000000 0,-10.000000 12.000000 0,-10.000000 13.000000 0</inkml:trace>
</inkml:ink>
</file>

<file path=ppt/ink/ink5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4"/>
    </inkml:context>
    <inkml:brush xml:id="br0">
      <inkml:brushProperty name="width" value="0.0172488074749708" units="cm"/>
      <inkml:brushProperty name="height" value="0.0172488074749708" units="cm"/>
      <inkml:brushProperty name="color" value="#000000"/>
      <inkml:brushProperty name="ignorePressure" value="0"/>
    </inkml:brush>
  </inkml:definitions>
  <inkml:trace contextRef="#ctx0" brushRef="#br0">72444.000000 48798.000000 850,'66.000000'-23.000000'22,"-16.000000"3.000000"-3 ,-15.000000 3.000000-4,-15.000000 3.000000-3,-5.000000-1.000000-3,7.000000-6.000000-2,5.000000-7.000000-1,7.000000-5.000000-2,0.000000-4.000000-1,-7.000000 0.000000 0,-6.000000 1.000000 1,-5.000000-1.000000 0,-4.000000 2.000000 0,0.000000 3.000000-1,0.000000 3.000000-1,1.000000 3.000000-1,-4.000000 1.000000-1,-6.000000 1.000000 1,-6.000000-1.000000 1,-6.000000 1.000000-1,-7.000000 3.000000-1,-5.000000 5.000000-4,-7.000000 7.000000-3,-5.000000 6.000000-4,-4.000000 8.000000 0,1.000000 8.000000 2,-1.000000 10.000000 3,0.000000 9.000000 2,2.000000 8.000000 2,3.000000 6.000000 1,3.000000 6.000000 2,3.000000 6.000000 0,3.000000 1.000000 4,3.000000-2.000000 3,3.000000-4.000000 4,4.000000-2.000000 4,5.000000-2.000000 0,10.000000 0.000000-4,8.000000-1.000000-5,10.000000 1.000000-2,8.000000-4.000000-8,5.000000-10.000000-8,7.000000-9.000000-9,6.000000-9.000000-8,0.000000-7.000000-3,-7.000000-2.000000 7,-5.000000-4.000000 5,-7.000000-2.000000 6,-2.000000-2.000000-1,-1.000000 0.000000-6,1.000000 0.000000-7,-1.000000 0.000000-7</inkml:trace>
</inkml:ink>
</file>

<file path=ppt/ink/ink5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5"/>
    </inkml:context>
    <inkml:brush xml:id="br0">
      <inkml:brushProperty name="width" value="0.0223553255200386" units="cm"/>
      <inkml:brushProperty name="height" value="0.0223553255200386" units="cm"/>
      <inkml:brushProperty name="color" value="#000000"/>
      <inkml:brushProperty name="ignorePressure" value="0"/>
    </inkml:brush>
  </inkml:definitions>
  <inkml:trace contextRef="#ctx0" brushRef="#br0">74057.000000 47478.000000 656,'-24.000000'75.000000'109,"-1.000000"3.000000"-26 ,1.000000 2.000000-26,-1.000000 4.000000-26,-2.000000 10.000000-14,-7.000000 14.000000-3,-5.000000 16.000000-2,-7.000000 15.000000-3,-2.000000 4.000000-2,4.000000-5.000000-3,3.000000-7.000000-3,3.000000-5.000000-4,4.000000-12.000000-3,7.000000-15.000000-5,5.000000-15.000000-5,7.000000-15.000000-6,4.000000-12.000000-7,4.000000-10.000000-11,2.000000-9.000000-9,4.000000-9.000000-12,5.000000-9.000000 0,10.000000-9.000000 10,9.000000-10.000000 10,9.000000-8.000000 9,1.000000-7.000000 7,-5.000000-3.000000 6,-7.000000-3.000000 6,-5.000000-3.000000 5</inkml:trace>
</inkml:ink>
</file>

<file path=ppt/ink/ink5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5"/>
    </inkml:context>
    <inkml:brush xml:id="br0">
      <inkml:brushProperty name="width" value="0.0198762472718954" units="cm"/>
      <inkml:brushProperty name="height" value="0.0198762472718954" units="cm"/>
      <inkml:brushProperty name="color" value="#000000"/>
      <inkml:brushProperty name="ignorePressure" value="0"/>
    </inkml:brush>
  </inkml:definitions>
  <inkml:trace contextRef="#ctx0" brushRef="#br0">74106.000000 48749.000000 737,'22.000000'24.000000'73,"-7.000000"1.000000"-14 ,-6.000000-1.000000-15,-6.000000 0.000000-13,-1.000000 2.000000-11,2.000000 3.000000-4,4.000000 4.000000-5,2.000000 2.000000-4,4.000000-2.000000-5,3.000000-5.000000-4,3.000000-7.000000-4,3.000000-6.000000-3,1.000000-4.000000-2,1.000000-3.000000 1,-1.000000-4.000000 0,1.000000-2.000000 1,-1.000000-5.000000 0,0.000000-6.000000 2,1.000000-7.000000 1,-1.000000-5.000000 1,-2.000000-6.000000 1,-7.000000-7.000000 1,-6.000000-6.000000 1,-6.000000-6.000000 0,-3.000000-1.000000 0,0.000000 3.000000-3,0.000000 2.000000-1,0.000000 4.000000-3,-4.000000 3.000000-2,-10.000000 3.000000-2,-9.000000 3.000000-3,-9.000000 3.000000-3,-3.000000 5.000000-3,3.000000 5.000000-4,3.000000 7.000000-4,3.000000 6.000000-5,3.000000 3.000000 2,3.000000 0.000000 4,3.000000 0.000000 5,3.000000 0.000000 6</inkml:trace>
</inkml:ink>
</file>

<file path=ppt/ink/ink5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5"/>
    </inkml:context>
    <inkml:brush xml:id="br0">
      <inkml:brushProperty name="width" value="0.0213194210082293" units="cm"/>
      <inkml:brushProperty name="height" value="0.0213194210082293" units="cm"/>
      <inkml:brushProperty name="color" value="#000000"/>
      <inkml:brushProperty name="ignorePressure" value="0"/>
    </inkml:brush>
  </inkml:definitions>
  <inkml:trace contextRef="#ctx0" brushRef="#br0">74644.000000 48651.000000 687,'23.000000'-23.000000'25,"-3.000000"3.000000"-7 ,-4.000000 3.000000-7,-2.000000 4.000000-6,1.000000-1.000000-3,7.000000-3.000000 2,5.000000-3.000000 2,7.000000-3.000000 1,4.000000-1.000000-1,3.000000-1.000000-6,4.000000 1.000000-5,2.000000 0.000000-6,0.000000-1.000000-1,-2.000000 1.000000 1,-4.000000-1.000000 2,-3.000000 1.000000 1,-4.000000 4.000000 3,-7.000000 9.000000 3,-5.000000 10.000000 4,-7.000000 8.000000 3,-4.000000 13.000000 3,-4.000000 15.000000 3,-2.000000 16.000000 3,-4.000000 14.000000 3,-2.000000 12.000000 1,-4.000000 5.000000 0,-2.000000 7.000000 1,-4.000000 6.000000 0,-4.000000 7.000000 0,-7.000000 9.000000 0,-5.000000 10.000000 0,-7.000000 9.000000 0,-1.000000 1.000000 0,3.000000-5.000000-2,3.000000-7.000000-2,3.000000-6.000000-2,3.000000-8.000000-2,3.000000-9.000000-4,3.000000-8.000000-4,4.000000-11.000000-5,2.000000-9.000000-3,3.000000-13.000000-4,4.000000-13.000000-4,2.000000-11.000000-5,2.000000-13.000000-6,0.000000-12.000000-10,0.000000-12.000000-9,0.000000-12.000000-11,0.000000-6.000000 1,0.000000-1.000000 9,0.000000 1.000000 9,0.000000-1.000000 10,2.000000 1.000000 5,2.000000-1.000000 1,4.000000 1.000000 1,3.000000-1.000000 2</inkml:trace>
</inkml:ink>
</file>

<file path=ppt/ink/ink5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6"/>
    </inkml:context>
    <inkml:brush xml:id="br0">
      <inkml:brushProperty name="width" value="0.0182975437492132" units="cm"/>
      <inkml:brushProperty name="height" value="0.0182975437492132" units="cm"/>
      <inkml:brushProperty name="color" value="#000000"/>
      <inkml:brushProperty name="ignorePressure" value="0"/>
    </inkml:brush>
  </inkml:definitions>
  <inkml:trace contextRef="#ctx0" brushRef="#br0">75279.000000 48211.000000 801,'23.000000'23.000000'33,"-3.000000"-3.000000"-3 ,-3.000000-3.000000-3,-3.000000-4.000000-2,-2.000000 0.000000-3,0.000000-1.000000-4,0.000000 0.000000-4,1.000000 0.000000-4,-1.000000 2.000000-2,0.000000 3.000000-3,0.000000 3.000000-1,0.000000 3.000000-2,-1.000000 3.000000-1,-3.000000 3.000000-2,-4.000000 3.000000 0,-2.000000 3.000000-1,-7.000000 4.000000-3,-8.000000 7.000000-4,-10.000000 6.000000-4,-9.000000 6.000000-4,-4.000000 0.000000-2,4.000000-6.000000-1,3.000000-6.000000-1,3.000000-6.000000 0,2.000000-7.000000-4,-1.000000-5.000000-5,1.000000-7.000000-6,0.000000-5.000000-5</inkml:trace>
</inkml:ink>
</file>

<file path=ppt/ink/ink5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6"/>
    </inkml:context>
    <inkml:brush xml:id="br0">
      <inkml:brushProperty name="width" value="0.0171578619629145" units="cm"/>
      <inkml:brushProperty name="height" value="0.0171578619629145" units="cm"/>
      <inkml:brushProperty name="color" value="#000000"/>
      <inkml:brushProperty name="ignorePressure" value="0"/>
    </inkml:brush>
  </inkml:definitions>
  <inkml:trace contextRef="#ctx0" brushRef="#br0">76110.000000 48749.000000 854,'-20.000000'44.000000'3,"10.000000"-9.000000"6 ,8.000000-9.000000 5,10.000000-9.000000 6,7.000000-8.000000 1,7.000000-6.000000-3,5.000000-6.000000-2,7.000000-6.000000-4,2.000000-6.000000-3,1.000000-7.000000-2,0.000000-5.000000-3,-1.000000-7.000000-4,-1.000000-4.000000 0,-2.000000-3.000000-1,-4.000000-4.000000 0,-3.000000-2.000000 0,-4.000000 0.000000-1,-2.000000 2.000000-2,-3.000000 4.000000-1,-3.000000 3.000000-1,-3.000000 3.000000-1,-4.000000 3.000000 0,-2.000000 3.000000 1,-4.000000 3.000000 0,-7.000000 6.000000 1,-12.000000 9.000000-1,-13.000000 10.000000-1,-11.000000 8.000000 0,-7.000000 13.000000 1,0.000000 15.000000 2,0.000000 16.000000 3,0.000000 14.000000 2,3.000000 7.000000 3,6.000000-3.000000 4,7.000000-3.000000 4,5.000000-4.000000 2,5.000000-2.000000 2,4.000000-4.000000-4,2.000000-2.000000-2,3.000000-4.000000-3,6.000000-4.000000-2,10.000000-6.000000-1,9.000000-7.000000-3,8.000000-5.000000-1,12.000000-8.000000-6,12.000000-10.000000-13,12.000000-8.000000-11,12.000000-10.000000-12,0.000000-2.000000-2,-12.000000 2.000000 6,-12.000000 3.000000 7,-12.000000 4.000000 6,-9.000000-2.000000 5,-2.000000-6.000000 1,-3.000000-7.000000 1,-3.000000-5.000000 3</inkml:trace>
</inkml:ink>
</file>

<file path=ppt/ink/ink5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6"/>
    </inkml:context>
    <inkml:brush xml:id="br0">
      <inkml:brushProperty name="width" value="0.0192625522613525" units="cm"/>
      <inkml:brushProperty name="height" value="0.0192625522613525" units="cm"/>
      <inkml:brushProperty name="color" value="#000000"/>
      <inkml:brushProperty name="ignorePressure" value="0"/>
    </inkml:brush>
  </inkml:definitions>
  <inkml:trace contextRef="#ctx0" brushRef="#br0">77381.000000 48113.000000 761,'-42.000000'90.000000'25,"11.000000"-15.000000"-2 ,13.000000-15.000000-2,12.000000-16.000000-1,6.000000-9.000000-5,0.000000-3.000000-5,0.000000-3.000000-6,0.000000-3.000000-6,1.000000 0.000000-2,4.000000 3.000000 0,2.000000 3.000000 0,4.000000 4.000000 0,1.000000 2.000000 0,0.000000 3.000000-1,1.000000 3.000000-2,-1.000000 4.000000-1,-1.000000 2.000000-1,-4.000000 3.000000-2,-2.000000 4.000000-2,-4.000000 3.000000-2,-4.000000-2.000000 1,-6.000000-6.000000 5,-6.000000-7.000000 4,-7.000000-5.000000 4,-1.000000-6.000000 5,4.000000-7.000000 6,2.000000-5.000000 6,3.000000-7.000000 5,5.000000-11.000000 4,6.000000-14.000000 2,6.000000-16.000000 2,6.000000-15.000000 2,16.000000-18.000000-3,23.000000-17.000000-6,26.000000-19.000000-6,23.000000-18.000000-7,10.000000-4.000000-7,-6.000000 8.000000-10,-6.000000 10.000000-9,-6.000000 9.000000-9,-8.000000 10.000000-9,-10.000000 13.000000-7,-8.000000 12.000000-9,-10.000000 12.000000-7</inkml:trace>
</inkml:ink>
</file>

<file path=ppt/ink/ink5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6"/>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79874.000000 48895.000000 999,'66.000000'0.000000'-42,"-16.000000"0.000000"2 ,-14.000000 0.000000 4,-17.000000 0.000000 4</inkml:trace>
</inkml:ink>
</file>

<file path=ppt/ink/ink5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7"/>
    </inkml:context>
    <inkml:brush xml:id="br0">
      <inkml:brushProperty name="width" value="0.015264505520463" units="cm"/>
      <inkml:brushProperty name="height" value="0.015264505520463" units="cm"/>
      <inkml:brushProperty name="color" value="#000000"/>
      <inkml:brushProperty name="ignorePressure" value="0"/>
    </inkml:brush>
  </inkml:definitions>
  <inkml:trace contextRef="#ctx0" brushRef="#br0">80168.000000 49189.000000 960,'0.000000'45.000000'34,"0.000000"-5.000000"-29 ,0.000000-6.000000-28,0.000000-7.000000-28</inkml:trace>
</inkml:ink>
</file>

<file path=ppt/ink/ink5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8"/>
    </inkml:context>
    <inkml:brush xml:id="br0">
      <inkml:brushProperty name="width" value="0.0283679403364658" units="cm"/>
      <inkml:brushProperty name="height" value="0.0283679403364658" units="cm"/>
      <inkml:brushProperty name="color" value="#000000"/>
      <inkml:brushProperty name="ignorePressure" value="0"/>
    </inkml:brush>
  </inkml:definitions>
  <inkml:trace contextRef="#ctx0" brushRef="#br0">72444.000000 52904.000000 517,'106.000000'0.000000'81,"14.000000"0.000000"-17 ,16.000000 0.000000-17,15.000000 0.000000-16,30.000000 0.000000-9,42.000000 0.000000-1,42.000000 0.000000-1,44.000000 0.000000 0,38.000000 3.000000-1,33.000000 6.000000 1,34.000000 6.000000-1,34.000000 7.000000 2,18.000000 1.000000-3,3.000000-4.000000-3,3.000000-2.000000-3,3.000000-3.000000-4,1.000000-5.000000-1,1.000000-6.000000 2,0.000000-6.000000 1,-1.000000-6.000000 1,-5.000000-5.000000-3,-13.000000-3.000000-10,-12.000000-2.000000-9,-12.000000-4.000000-9,-11.000000 0.000000-2,-9.000000 3.000000 4,-9.000000 3.000000 4,-10.000000 3.000000 5,-7.000000 2.000000 4,-6.000000 0.000000 2,-6.000000 0.000000 3,-6.000000-1.000000 3,-14.000000 7.000000 1,-22.000000 12.000000 1,-21.000000 13.000000 0,-21.000000 11.000000 1,-12.000000 10.000000-1,-4.000000 6.000000-2,-2.000000 6.000000-2,-4.000000 6.000000-2,-16.000000 0.000000-2,-31.000000-6.000000-2,-31.000000-6.000000 0,-30.000000-7.000000-2,-23.000000-3.000000-1,-15.000000-4.000000-1,-16.000000-3.000000 0,-15.000000-3.000000 0,-15.000000-5.000000-1,-15.000000-6.000000-3,-16.000000-6.000000-3,-15.000000-6.000000-1,-24.000000-4.000000-5,-34.000000-4.000000-6,-33.000000-2.000000-6,-35.000000-4.000000-6,-6.000000-1.000000-4,17.000000 0.000000 1,19.000000-1.000000 0,18.000000 1.000000 0</inkml:trace>
</inkml:ink>
</file>

<file path=ppt/ink/ink5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8"/>
    </inkml:context>
    <inkml:brush xml:id="br0">
      <inkml:brushProperty name="width" value="0.027318898588419" units="cm"/>
      <inkml:brushProperty name="height" value="0.027318898588419" units="cm"/>
      <inkml:brushProperty name="color" value="#000000"/>
      <inkml:brushProperty name="ignorePressure" value="0"/>
    </inkml:brush>
  </inkml:definitions>
  <inkml:trace contextRef="#ctx0" brushRef="#br0">81243.000000 56423.000000 536,'11.000000'-70.000000'44,"21.000000"6.000000"-5 ,21.000000 6.000000-3,22.000000 6.000000-4,24.000000 5.000000-3,28.000000 2.000000-1,27.000000 4.000000-3,28.000000 3.000000-2,14.000000 7.000000-2,-1.000000 13.000000-2,1.000000 12.000000-1,-1.000000 12.000000-2,-2.000000 11.000000-2,-7.000000 9.000000 1,-5.000000 9.000000 0,-7.000000 9.000000-1,3.000000 4.000000 0,12.000000-4.000000 0,13.000000-3.000000-1,12.000000-3.000000-1,3.000000-6.000000-2,-6.000000-9.000000-3,-7.000000-9.000000-3,-5.000000-9.000000-2,-14.000000-10.000000-5,-22.000000-9.000000-3,-21.000000-9.000000-4,-21.000000-9.000000-4,-19.000000-1.000000-4,-15.000000 5.000000-7,-15.000000 7.000000-5,-15.000000 5.000000-7,-15.000000 9.000000-6,-11.000000 8.000000-10,-13.000000 10.000000-8,-12.000000 9.000000-9</inkml:trace>
</inkml:ink>
</file>

<file path=ppt/ink/ink5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8"/>
    </inkml:context>
    <inkml:brush xml:id="br0">
      <inkml:brushProperty name="width" value="0.0286499485373497" units="cm"/>
      <inkml:brushProperty name="height" value="0.0286499485373497" units="cm"/>
      <inkml:brushProperty name="color" value="#000000"/>
      <inkml:brushProperty name="ignorePressure" value="0"/>
    </inkml:brush>
  </inkml:definitions>
  <inkml:trace contextRef="#ctx0" brushRef="#br0">83785.000000 59112.000000 511,'-73.000000'40.000000'5,"48.000000"-19.000000"10 ,50.000000-18.000000 9,48.000000-18.000000 9,29.000000-8.000000 5,10.000000 3.000000-3,8.000000 3.000000-2,10.000000 3.000000-3,6.000000 4.000000 0,3.000000 2.000000 0,3.000000 4.000000 0,3.000000 2.000000 1,1.000000 7.000000-2,-4.000000 8.000000-3,-3.000000 10.000000-4,-3.000000 9.000000-4,1.000000 5.000000-3,7.000000 0.000000-1,5.000000-1.000000-1,7.000000 1.000000-2,5.000000-2.000000-5,2.000000-3.000000-6,4.000000-3.000000-7,2.000000-3.000000-7,-7.000000-4.000000-10,-18.000000-7.000000-13,-19.000000-6.000000-12,-18.000000-6.000000-13,-19.000000-3.000000-1,-17.000000 0.000000 9,-19.000000 0.000000 10,-19.000000 0.000000 11</inkml:trace>
</inkml:ink>
</file>

<file path=ppt/ink/ink5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9"/>
    </inkml:context>
    <inkml:brush xml:id="br0">
      <inkml:brushProperty name="width" value="0.0228547975420952" units="cm"/>
      <inkml:brushProperty name="height" value="0.0228547975420952" units="cm"/>
      <inkml:brushProperty name="color" value="#000000"/>
      <inkml:brushProperty name="ignorePressure" value="0"/>
    </inkml:brush>
  </inkml:definitions>
  <inkml:trace contextRef="#ctx0" brushRef="#br0">84811.000000 61703.000000 641,'4.000000'42.000000'32,"5.000000"-11.000000"1 ,6.000000-13.000000 3,6.000000-12.000000 1,11.000000-4.000000 1,16.000000 3.000000-2,14.000000 2.000000-2,16.000000 4.000000-1,12.000000 0.000000-4,10.000000-4.000000-7,8.000000-2.000000-7,10.000000-4.000000-6,7.000000-1.000000-5,7.000000 0.000000-3,5.000000 0.000000-5,7.000000 0.000000-2,-2.000000 0.000000-5,-9.000000 0.000000-7,-10.000000 0.000000-5,-8.000000 0.000000-6,-16.000000-1.000000-3,-21.000000-4.000000 0,-21.000000-2.000000 1,-22.000000-4.000000 0</inkml:trace>
</inkml:ink>
</file>

<file path=ppt/ink/ink5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5:49"/>
    </inkml:context>
    <inkml:brush xml:id="br0">
      <inkml:brushProperty name="width" value="0.0223651845008135" units="cm"/>
      <inkml:brushProperty name="height" value="0.0223651845008135" units="cm"/>
      <inkml:brushProperty name="color" value="#000000"/>
      <inkml:brushProperty name="ignorePressure" value="0"/>
    </inkml:brush>
  </inkml:definitions>
  <inkml:trace contextRef="#ctx0" brushRef="#br0">75964.000000 63707.000000 655,'-29.000000'40.000000'15,"39.000000"-19.000000"3 ,41.000000-18.000000 3,39.000000-18.000000 3,24.000000-11.000000 0,10.000000-3.000000-1,9.000000-3.000000-2,9.000000-3.000000-2,14.000000 1.000000-1,18.000000 6.000000 0,19.000000 7.000000 0,17.000000 6.000000-1,23.000000 4.000000-1,23.000000 3.000000 1,25.000000 4.000000-1,25.000000 2.000000 0,13.000000 4.000000-1,3.000000 2.000000-3,4.000000 4.000000-3,2.000000 3.000000-2,1.000000-5.000000-7,-4.000000-12.000000-10,-3.000000-13.000000-10,-2.000000-11.000000-11,-33.000000-4.000000-10,-61.000000 7.000000-9,-61.000000 5.000000-10,-61.000000 7.000000-9</inkml:trace>
</inkml:ink>
</file>

<file path=ppt/ink/ink5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46:0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25516.000000 51242.000000,'946.000000'52.000000,"0.000000"1.000000,0.000000-1.000000,0.000000 1.000000,0.000000-1.000000,0.000000 1.000000,0.000000 0.000000,0.000000-1.000000,-1.000000 1.000000,1.000000-1.000000,0.000000 1.000000,0.000000-1.000000,0.000000 1.000000,0.000000-1.000000,0.000000 1.000000,0.000000 0.000000,-1.000000-1.000000,1.000000 1.000000,0.000000-1.000000,0.000000 1.000000,0.000000-1.000000,0.000000 1.000000,0.000000-1.000000,0.000000 1.000000,0.000000-1.000000,-1.000000 1.000000,1.000000 0.000000,0.000000-1.000000,0.000000 1.000000,0.000000-1.000000,0.000000 1.000000,0.000000-1.000000,0.000000 1.000000,0.000000-1.000000,-1.000000 1.000000,1.000000 0.000000,0.000000-1.000000,0.000000 1.000000,0.000000-1.000000,0.000000 1.000000</inkml:trace>
</inkml:ink>
</file>

<file path=ppt/ink/ink5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3"/>
    </inkml:context>
    <inkml:brush xml:id="br0">
      <inkml:brushProperty name="width" value="0.0238410700112581" units="cm"/>
      <inkml:brushProperty name="height" value="0.0238410700112581" units="cm"/>
      <inkml:brushProperty name="color" value="#000000"/>
      <inkml:brushProperty name="ignorePressure" value="0"/>
    </inkml:brush>
  </inkml:definitions>
  <inkml:trace contextRef="#ctx0" brushRef="#br0">66500.000000 37020.000000 615,'-19.000000'-11.000000'0,"5.000000"2.000000"0 ,3.000000-2.000000 0,5.000000 1.000000 0,0.000000 0.000000 4,-1.000000-2.000000 10,-1.000000-1.000000 9,-2.000000-2.000000 9,0.000000 1.000000 2,-2.000000-1.000000-4,-1.000000 0.000000-5,-2.000000 0.000000-4,0.000000 0.000000-3,0.000000-1.000000-4,1.000000 2.000000-2,-1.000000-1.000000-2,-2.000000 1.000000-3,-1.000000 5.000000-1,-4.000000 3.000000-1,-1.000000 4.000000-2,-3.000000 6.000000-1,-1.000000 5.000000-1,-1.000000 7.000000-3,-2.000000 5.000000-1,1.000000 6.000000 0,1.000000 1.000000 0,1.000000 4.000000 2,2.000000 2.000000-1,1.000000 1.000000 2,5.000000 0.000000-2,3.000000-1.000000 0,4.000000 1.000000 0,4.000000-1.000000-2,4.000000-3.000000 0,3.000000-2.000000-2,5.000000-2.000000 0,4.000000-3.000000-1,8.000000-1.000000 1,8.000000-1.000000 0,8.000000-1.000000 1,3.000000-3.000000 1,0.000000-4.000000 1,-1.000000-3.000000 0,2.000000-4.000000 1,-3.000000-2.000000 1,-1.000000-1.000000 2,-4.000000 2.000000 3,-2.000000-1.000000 2,-1.000000-1.000000 1,-2.000000 2.000000 0,-1.000000-2.000000 1,-1.000000 1.000000 0,-4.000000 2.000000 1,-5.000000 1.000000 3,-4.000000 4.000000 2,-5.000000 1.000000 4,-7.000000 4.000000 1,-5.000000 4.000000 0,-7.000000 3.000000 2,-5.000000 5.000000 1,-5.000000 0.000000-4,-1.000000-1.000000-11,-1.000000-1.000000-8,-2.000000-2.000000-10,2.000000-2.000000-6,2.000000-6.000000-2,2.000000-4.000000-3,2.000000-6.000000-2</inkml:trace>
</inkml:ink>
</file>

<file path=ppt/ink/ink5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3"/>
    </inkml:context>
    <inkml:brush xml:id="br0">
      <inkml:brushProperty name="width" value="0.0239018406718969" units="cm"/>
      <inkml:brushProperty name="height" value="0.0239018406718969" units="cm"/>
      <inkml:brushProperty name="color" value="#000000"/>
      <inkml:brushProperty name="ignorePressure" value="0"/>
    </inkml:brush>
  </inkml:definitions>
  <inkml:trace contextRef="#ctx0" brushRef="#br0">66619.000000 37260.000000 613,'18.000000'11.000000'112,"-5.000000"2.000000"-25 ,-6.000000 4.000000-24,-4.000000 2.000000-24,-3.000000 1.000000-14,0.000000 2.000000-5,0.000000 1.000000-3,0.000000 2.000000-5,1.000000-1.000000-4,3.000000-1.000000-4,2.000000-1.000000-5,3.000000-1.000000-4,1.000000-3.000000-6,2.000000-4.000000-6,1.000000-3.000000-8,2.000000-4.000000-6,1.000000-4.000000-3,2.000000-2.000000 2,4.000000-2.000000 2,2.000000-2.000000 1,1.000000-6.000000 2,0.000000-5.000000 2,0.000000-7.000000 3,0.000000-6.000000 2,-2.000000-1.000000 3,-1.000000 2.000000 4,-4.000000 2.000000 5,-2.000000 2.000000 4,-2.000000 4.000000 4,-3.000000 4.000000 5,-2.000000 3.000000 4,-2.000000 4.000000 3,-3.000000 4.000000 5,-1.000000 4.000000 4,-1.000000 3.000000 4,-2.000000 4.000000 4,0.000000 5.000000 0,0.000000 5.000000-3,0.000000 4.000000-4,0.000000 6.000000-3,0.000000 1.000000-4,0.000000 2.000000-3,0.000000-2.000000-4,0.000000 1.000000-3,1.000000-1.000000-8,1.000000-5.000000-14,1.000000-3.000000-13,2.000000-5.000000-14,0.000000-2.000000-5,2.000000-3.000000-1,1.000000-2.000000 1,2.000000-2.000000-1</inkml:trace>
</inkml:ink>
</file>

<file path=ppt/ink/ink5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3"/>
    </inkml:context>
    <inkml:brush xml:id="br0">
      <inkml:brushProperty name="width" value="0.026913583278656" units="cm"/>
      <inkml:brushProperty name="height" value="0.026913583278656" units="cm"/>
      <inkml:brushProperty name="color" value="#000000"/>
      <inkml:brushProperty name="ignorePressure" value="0"/>
    </inkml:brush>
  </inkml:definitions>
  <inkml:trace contextRef="#ctx0" brushRef="#br0">67239.000000 37300.000000 544,'-4.000000'8.000000'58,"11.000000"-1.000000"-15 ,11.000000-4.000000-12,11.000000-1.000000-15,5.000000-4.000000-7,-3.000000-1.000000-2,-2.000000-4.000000-3,-2.000000-1.000000-3,-3.000000-1.000000 0,-1.000000 2.000000 1,-1.000000 4.000000 1,-1.000000 1.000000 1,-3.000000 5.000000 3,-4.000000 4.000000 3,-3.000000 6.000000 3,-4.000000 5.000000 3,-4.000000 7.000000 4,-4.000000 9.000000 3,-3.000000 12.000000 3,-5.000000 8.000000 4,-2.000000 10.000000 0,-3.000000 5.000000-3,-2.000000 7.000000-3,-2.000000 6.000000-3,-1.000000-2.000000-5,2.000000-10.000000-6,4.000000-11.000000-6,1.000000-9.000000-7,3.000000-9.000000-7,1.000000-9.000000-10,1.000000-9.000000-10,1.000000-9.000000-9,3.000000-6.000000-7,2.000000-5.000000-3,2.000000-6.000000-3,2.000000-5.000000-4,3.000000-2.000000 2,-1.000000 1.000000 6,0.000000-1.000000 5,0.000000 0.000000 7</inkml:trace>
</inkml:ink>
</file>

<file path=ppt/ink/ink5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4"/>
    </inkml:context>
    <inkml:brush xml:id="br0">
      <inkml:brushProperty name="width" value="0.0252666343003511" units="cm"/>
      <inkml:brushProperty name="height" value="0.0252666343003511" units="cm"/>
      <inkml:brushProperty name="color" value="#000000"/>
      <inkml:brushProperty name="ignorePressure" value="0"/>
    </inkml:brush>
  </inkml:definitions>
  <inkml:trace contextRef="#ctx0" brushRef="#br0">67480.000000 37300.000000 580,'10.000000'-19.000000'13,"0.000000"5.000000"4 ,0.000000 3.000000 3,-1.000000 5.000000 3,3.000000 0.000000 1,4.000000 2.000000-1,3.000000-2.000000-1,4.000000 1.000000-2,4.000000 2.000000 0,1.000000 2.000000-2,4.000000 2.000000-1,2.000000 2.000000-1,-1.000000 3.000000-1,-4.000000 1.000000-1,-3.000000 1.000000-1,-5.000000 2.000000-2,-2.000000 1.000000 1,-2.000000 5.000000 0,-4.000000 3.000000 1,-1.000000 4.000000 1,-6.000000 4.000000 0,-5.000000 1.000000 0,-7.000000 4.000000 1,-6.000000 2.000000-1,-4.000000 1.000000-1,-2.000000 0.000000-5,-4.000000-1.000000-4,-2.000000 1.000000-3,0.000000-3.000000-9,1.000000-8.000000-9,1.000000-8.000000-12,2.000000-7.000000-9</inkml:trace>
</inkml:ink>
</file>

<file path=ppt/ink/ink5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4"/>
    </inkml:context>
    <inkml:brush xml:id="br0">
      <inkml:brushProperty name="width" value="0.0282365903258324" units="cm"/>
      <inkml:brushProperty name="height" value="0.0282365903258324" units="cm"/>
      <inkml:brushProperty name="color" value="#000000"/>
      <inkml:brushProperty name="ignorePressure" value="0"/>
    </inkml:brush>
  </inkml:definitions>
  <inkml:trace contextRef="#ctx0" brushRef="#br0">68019.000000 37200.000000 519,'47.000000'0.000000'73,"-9.000000"0.000000"-16 ,-6.000000 0.000000-18,-8.000000 0.000000-17,-6.000000 2.000000-10,-2.000000 6.000000-1,-2.000000 4.000000-2,-3.000000 5.000000-2,-2.000000 8.000000 3,-2.000000 8.000000 5,-4.000000 9.000000 7,-2.000000 8.000000 5,-2.000000 10.000000 3,-5.000000 8.000000-3,-3.000000 9.000000-1,-4.000000 8.000000-2,-2.000000 4.000000-3,2.000000-5.000000-3,1.000000-3.000000-3,2.000000-4.000000-4,0.000000-9.000000-7,2.000000-11.000000-12,1.000000-14.000000-12,2.000000-11.000000-13,0.000000-12.000000-9,2.000000-8.000000-5,1.000000-9.000000-7,1.000000-9.000000-5,1.000000-4.000000-1,0.000000 1.000000 5,0.000000-1.000000 4,0.000000 0.000000 5</inkml:trace>
</inkml:ink>
</file>

<file path=ppt/ink/ink5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4"/>
    </inkml:context>
    <inkml:brush xml:id="br0">
      <inkml:brushProperty name="width" value="0.0250608045607805" units="cm"/>
      <inkml:brushProperty name="height" value="0.0250608045607805" units="cm"/>
      <inkml:brushProperty name="color" value="#000000"/>
      <inkml:brushProperty name="ignorePressure" value="0"/>
    </inkml:brush>
  </inkml:definitions>
  <inkml:trace contextRef="#ctx0" brushRef="#br0">68339.000000 37279.000000 585,'12.000000'-8.000000'11,"1.000000"1.000000"7 ,4.000000 4.000000 5,2.000000 2.000000 6,1.000000 1.000000 1,2.000000 0.000000-3,1.000000 0.000000-4,1.000000 0.000000-3,1.000000 0.000000-1,-2.000000 2.000000-2,-1.000000 1.000000 1,-1.000000 2.000000-1,-3.000000 1.000000 0,-2.000000 5.000000 0,-2.000000 3.000000 1,-3.000000 5.000000 1,-4.000000 2.000000-1,-6.000000 5.000000-1,-7.000000 3.000000-1,-5.000000 4.000000-1,-7.000000 4.000000-3,-5.000000 4.000000-3,-4.000000 3.000000-5,-5.000000 5.000000-4,-2.000000-2.000000-5,2.000000-5.000000-8,4.000000-4.000000-8,2.000000-5.000000-7,2.000000-7.000000-11,5.000000-5.000000-13,3.000000-7.000000-13,4.000000-6.000000-13</inkml:trace>
</inkml:ink>
</file>

<file path=ppt/ink/ink5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4"/>
    </inkml:context>
    <inkml:brush xml:id="br0">
      <inkml:brushProperty name="width" value="0.0257344301789999" units="cm"/>
      <inkml:brushProperty name="height" value="0.0257344301789999" units="cm"/>
      <inkml:brushProperty name="color" value="#000000"/>
      <inkml:brushProperty name="ignorePressure" value="0"/>
    </inkml:brush>
  </inkml:definitions>
  <inkml:trace contextRef="#ctx0" brushRef="#br0">68880.000000 37400.000000 569,'0.000000'19.000000'80,"0.000000"2.000000"-10 ,0.000000-2.000000-10,0.000000 1.000000-10,0.000000 1.000000-8,2.000000-2.000000-6,1.000000 2.000000-8,1.000000-1.000000-7,2.000000-1.000000-5,1.000000-1.000000-4,1.000000-1.000000-4,1.000000-2.000000-4,3.000000-1.000000-2,1.000000-5.000000-1,4.000000-3.000000 0,2.000000-4.000000-2,1.000000-6.000000-2,2.000000-7.000000-5,1.000000-8.000000-4,1.000000-7.000000-6,0.000000-5.000000-2,-5.000000-1.000000 1,-3.000000-1.000000 1,-5.000000-1.000000 0,-3.000000 0.000000 1,-5.000000 5.000000 3,-6.000000 3.000000 2,-5.000000 5.000000 1,-3.000000 3.000000 1,-5.000000 5.000000-4,-3.000000 6.000000-3,-5.000000 5.000000-3,1.000000 3.000000-1,2.000000 3.000000 1,2.000000 2.000000 0,2.000000 2.000000 1,4.000000 2.000000-2,1.000000-2.000000-7,4.000000-1.000000-7,2.000000-1.000000-6</inkml:trace>
</inkml:ink>
</file>

<file path=ppt/ink/ink5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5"/>
    </inkml:context>
    <inkml:brush xml:id="br0">
      <inkml:brushProperty name="width" value="0.0238101594150066" units="cm"/>
      <inkml:brushProperty name="height" value="0.0238101594150066" units="cm"/>
      <inkml:brushProperty name="color" value="#000000"/>
      <inkml:brushProperty name="ignorePressure" value="0"/>
    </inkml:brush>
  </inkml:definitions>
  <inkml:trace contextRef="#ctx0" brushRef="#br0">69419.000000 37320.000000 615,'19.000000'0.000000'73,"-2.000000"0.000000"-14 ,-4.000000 0.000000-13,-1.000000 0.000000-14,-2.000000 1.000000-8,2.000000 5.000000-4,1.000000 3.000000-3,2.000000 5.000000-3,-2.000000 2.000000-3,-1.000000 5.000000-3,-4.000000 3.000000-3,-2.000000 4.000000-2,-1.000000 3.000000-3,-2.000000 1.000000-1,-1.000000 1.000000 0,-1.000000 2.000000-2,-3.000000-2.000000 1,-1.000000-4.000000 4,-4.000000-3.000000 4,-1.000000-5.000000 3,0.000000-5.000000 3,6.000000-11.000000 1,4.000000-10.000000 2,6.000000-11.000000 0,5.000000-7.000000-7,9.000000-8.000000-20,6.000000-8.000000-18,9.000000-8.000000-20,-1.000000 3.000000-4,-5.000000 8.000000 6,-7.000000 11.000000 7,-6.000000 11.000000 8,-3.000000 3.000000 2,1.000000-1.000000-3,-2.000000-1.000000-3,2.000000-1.000000-3</inkml:trace>
</inkml:ink>
</file>

<file path=ppt/ink/ink5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5"/>
    </inkml:context>
    <inkml:brush xml:id="br0">
      <inkml:brushProperty name="width" value="0.0269993115216494" units="cm"/>
      <inkml:brushProperty name="height" value="0.0269993115216494" units="cm"/>
      <inkml:brushProperty name="color" value="#000000"/>
      <inkml:brushProperty name="ignorePressure" value="0"/>
    </inkml:brush>
  </inkml:definitions>
  <inkml:trace contextRef="#ctx0" brushRef="#br0">69960.000000 37420.000000 543,'20.000000'0.000000'97,"2.000000"0.000000"-19 ,1.000000 0.000000-19,2.000000 0.000000-19,4.000000 0.000000-10,9.000000 0.000000-4,9.000000 0.000000-2,8.000000 0.000000-4,4.000000-1.000000-1,-2.000000-1.000000 0,-4.000000-1.000000-1,-2.000000-1.000000 0,-4.000000-1.000000-9,-6.000000 0.000000-20,-7.000000 0.000000-17,-6.000000-1.000000-19</inkml:trace>
</inkml:ink>
</file>

<file path=ppt/ink/ink5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5"/>
    </inkml:context>
    <inkml:brush xml:id="br0">
      <inkml:brushProperty name="width" value="0.0284756682813168" units="cm"/>
      <inkml:brushProperty name="height" value="0.0284756682813168" units="cm"/>
      <inkml:brushProperty name="color" value="#000000"/>
      <inkml:brushProperty name="ignorePressure" value="0"/>
    </inkml:brush>
  </inkml:definitions>
  <inkml:trace contextRef="#ctx0" brushRef="#br0">70400.000000 37239.000000 515,'-2.000000'-16.000000'5,"-2.000000"5.000000"12 ,-2.000000 7.000000 12,-2.000000 6.000000 11,-2.000000 7.000000 4,0.000000 9.000000-3,0.000000 9.000000-2,-1.000000 9.000000-4,1.000000 7.000000-2,-2.000000 6.000000-2,-1.000000 7.000000-1,-2.000000 6.000000-3,2.000000 1.000000-1,1.000000-1.000000-3,4.000000-4.000000-3,2.000000-1.000000-2,3.000000-7.000000-4,6.000000-8.000000-5,4.000000-9.000000-6,5.000000-8.000000-5,7.000000-8.000000-7,7.000000-4.000000-11,8.000000-6.000000-11,7.000000-5.000000-9,1.000000-3.000000-3,-9.000000-3.000000 4,-6.000000-2.000000 4,-8.000000-2.000000 4,-5.000000-3.000000-1,2.000000 2.000000-8,-2.000000-2.000000-9,1.000000 1.000000-8</inkml:trace>
</inkml:ink>
</file>

<file path=ppt/ink/ink5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6"/>
    </inkml:context>
    <inkml:brush xml:id="br0">
      <inkml:brushProperty name="width" value="0.0181706119328737" units="cm"/>
      <inkml:brushProperty name="height" value="0.0181706119328737" units="cm"/>
      <inkml:brushProperty name="color" value="#000000"/>
      <inkml:brushProperty name="ignorePressure" value="0"/>
    </inkml:brush>
  </inkml:definitions>
  <inkml:trace contextRef="#ctx0" brushRef="#br0">74780.000000 37400.000000 807,'18.000000'18.000000'130,"-2.000000"-1.000000"-67 ,-2.000000-4.000000-68,-3.000000-1.000000-66</inkml:trace>
</inkml:ink>
</file>

<file path=ppt/ink/ink5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6"/>
    </inkml:context>
    <inkml:brush xml:id="br0">
      <inkml:brushProperty name="width" value="0.0172257702797651" units="cm"/>
      <inkml:brushProperty name="height" value="0.0172257702797651" units="cm"/>
      <inkml:brushProperty name="color" value="#000000"/>
      <inkml:brushProperty name="ignorePressure" value="0"/>
    </inkml:brush>
  </inkml:definitions>
  <inkml:trace contextRef="#ctx0" brushRef="#br0">74780.000000 37779.000000 851,'0.000000'19.000000'7,"0.000000"-3.000000"13 ,0.000000-2.000000 14,0.000000-3.000000 14,0.000000 0.000000-11,2.000000 1.000000-35,1.000000 1.000000-34,1.000000 1.000000-36</inkml:trace>
</inkml:ink>
</file>

<file path=ppt/ink/ink5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7"/>
    </inkml:context>
    <inkml:brush xml:id="br0">
      <inkml:brushProperty name="width" value="0.0275106485933065" units="cm"/>
      <inkml:brushProperty name="height" value="0.0275106485933065" units="cm"/>
      <inkml:brushProperty name="color" value="#000000"/>
      <inkml:brushProperty name="ignorePressure" value="0"/>
    </inkml:brush>
  </inkml:definitions>
  <inkml:trace contextRef="#ctx0" brushRef="#br0">78200.000000 36960.000000 533,'-1.000000'-18.000000'-16,"-1.000000"5.000000"12 ,-1.000000 6.000000 13,-2.000000 5.000000 12,1.000000 5.000000 10,1.000000 6.000000 11,1.000000 7.000000 8,2.000000 6.000000 11,0.000000 3.000000-1,0.000000 2.000000-10,0.000000 1.000000-8,0.000000 1.000000-11,-1.000000 1.000000-6,-1.000000 0.000000-4,-1.000000 1.000000-4,-2.000000-1.000000-5,1.000000-1.000000-4,1.000000-1.000000-3,1.000000-1.000000-4,2.000000-1.000000-3,0.000000-3.000000-10,0.000000-4.000000-16,0.000000-3.000000-16,0.000000-5.000000-17</inkml:trace>
</inkml:ink>
</file>

<file path=ppt/ink/ink5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7"/>
    </inkml:context>
    <inkml:brush xml:id="br0">
      <inkml:brushProperty name="width" value="0.0297319814562798" units="cm"/>
      <inkml:brushProperty name="height" value="0.0297319814562798" units="cm"/>
      <inkml:brushProperty name="color" value="#000000"/>
      <inkml:brushProperty name="ignorePressure" value="0"/>
    </inkml:brush>
  </inkml:definitions>
  <inkml:trace contextRef="#ctx0" brushRef="#br0">78400.000000 37620.000000 493,'0.000000'-28.000000'52,"0.000000"6.000000"-8 ,0.000000 4.000000-8,0.000000 5.000000-8,0.000000 3.000000-5,0.000000 1.000000-3,0.000000-1.000000-1,0.000000 0.000000-3,-1.000000-1.000000 0,-1.000000 1.000000 1,-1.000000 1.000000 3,-2.000000-1.000000 1,-1.000000 0.000000 0,-2.000000 0.000000-2,-4.000000-1.000000-3,-1.000000 2.000000-1,-3.000000-1.000000-3,-1.000000 2.000000-1,-1.000000 1.000000 0,-1.000000 1.000000-2,-3.000000 1.000000-1,-4.000000 0.000000-2,-3.000000 1.000000-2,-5.000000-1.000000-3,-1.000000 0.000000-2,-2.000000 2.000000 0,-1.000000 1.000000-2,-2.000000 2.000000-1,1.000000 0.000000-1,1.000000 0.000000-1,1.000000 0.000000 0,1.000000 0.000000-1,3.000000 1.000000 0,4.000000 5.000000 2,3.000000 3.000000 1,5.000000 4.000000 2,1.000000 2.000000 0,-1.000000 1.000000 1,2.000000-1.000000 1,-1.000000 0.000000 0,1.000000 1.000000 1,2.000000 2.000000 2,4.000000 4.000000 2,1.000000 1.000000 2,3.000000 2.000000 0,1.000000 0.000000 0,1.000000 0.000000-2,1.000000 0.000000 1,2.000000 1.000000-1,1.000000 1.000000 0,1.000000 1.000000 1,2.000000 1.000000 1,0.000000 1.000000 0,0.000000 1.000000-1,0.000000-2.000000 1,0.000000 2.000000-1,0.000000-2.000000-1,0.000000-1.000000 0,0.000000-1.000000-1,0.000000-1.000000-2,0.000000-1.000000 1,2.000000 0.000000-1,1.000000 0.000000 0,1.000000 0.000000-1,2.000000-2.000000 0,1.000000-1.000000 0,1.000000-4.000000-2,1.000000-1.000000-1,1.000000-2.000000 1,0.000000 2.000000-1,1.000000 1.000000 2,-1.000000 2.000000 0,0.000000-1.000000 0,2.000000-1.000000 0,1.000000-1.000000 0,2.000000-2.000000 1,0.000000 0.000000-1,2.000000-2.000000 0,1.000000-1.000000 0,2.000000-2.000000 0,0.000000 0.000000 0,2.000000-2.000000-1,1.000000-1.000000 1,1.000000-1.000000-1,1.000000-2.000000 0,0.000000 2.000000 1,0.000000-2.000000 1,0.000000 1.000000 0,3.000000 0.000000-1,4.000000-2.000000-1,6.000000-1.000000-3,5.000000-1.000000-1,0.000000-2.000000-3,-4.000000-1.000000-1,-3.000000-1.000000-1,-4.000000-2.000000-3,-3.000000-1.000000-3,-1.000000-2.000000-7,-1.000000-4.000000-7,-2.000000-1.000000-7,-1.000000-1.000000-8,-3.000000 3.000000-9,-2.000000 2.000000-9,-2.000000 3.000000-9</inkml:trace>
</inkml:ink>
</file>

<file path=ppt/ink/ink5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48"/>
    </inkml:context>
    <inkml:brush xml:id="br0">
      <inkml:brushProperty name="width" value="0.0222570933401585" units="cm"/>
      <inkml:brushProperty name="height" value="0.0222570933401585" units="cm"/>
      <inkml:brushProperty name="color" value="#000000"/>
      <inkml:brushProperty name="ignorePressure" value="0"/>
    </inkml:brush>
  </inkml:definitions>
  <inkml:trace contextRef="#ctx0" brushRef="#br0">78419.000000 37579.000000 658,'-9.000000'-9.000000'-43,"1.000000"1.000000"8 ,1.000000 1.000000 9,1.000000 2.000000 9,2.000000-1.000000 5,1.000000 2.000000 4,1.000000-2.000000 3,2.000000 1.000000 2,0.000000 1.000000 3,0.000000-2.000000 2,0.000000 2.000000 2,0.000000-1.000000 2,-1.000000 0.000000 2,-1.000000 2.000000 2,-1.000000 1.000000 2,-2.000000 2.000000 2,2.000000 0.000000 6,4.000000 2.000000 10,3.000000 1.000000 10,5.000000 2.000000 11,0.000000 0.000000-2,-1.000000 2.000000-12,-1.000000 1.000000-12,-1.000000 1.000000-14,-1.000000 2.000000-6,2.000000-2.000000-2,1.000000 2.000000-1,1.000000-2.000000-2,1.000000 2.000000 0,-2.000000-1.000000 0,-1.000000 0.000000 3,-2.000000 0.000000 0,0.000000 0.000000 1,-2.000000-1.000000 1,-1.000000 2.000000 1,-1.000000-1.000000 0,-1.000000 0.000000 0,0.000000-1.000000 1,0.000000 1.000000-1,0.000000 1.000000 1,0.000000-1.000000-1,0.000000 0.000000 1,0.000000-1.000000-1,0.000000 1.000000-1,-2.000000 0.000000 0,-4.000000-2.000000-1,-3.000000-1.000000 0,-4.000000-1.000000-2,-2.000000-2.000000-1,2.000000-1.000000 0,1.000000-1.000000-2,2.000000-2.000000 0,0.000000 0.000000 0,-1.000000 0.000000 0,2.000000 0.000000 0,-1.000000 0.000000 0,-1.000000 0.000000 0,2.000000 0.000000 1,-2.000000 0.000000 0,1.000000 0.000000 1,0.000000 0.000000-1,1.000000 0.000000 0,-2.000000 0.000000-1,2.000000 0.000000 0,-1.000000 2.000000 0,0.000000 1.000000 2,0.000000 4.000000 1,-1.000000 2.000000 2,2.000000 1.000000 0,1.000000 2.000000 0,1.000000 1.000000-1,2.000000 2.000000-1,0.000000-1.000000-1,2.000000 1.000000 0,1.000000 1.000000-1,2.000000-1.000000 0,0.000000 0.000000 1,0.000000 0.000000 0,0.000000-1.000000 1,0.000000 2.000000 1,0.000000-2.000000 1,0.000000 2.000000-2,0.000000-2.000000 0,0.000000 1.000000-1,0.000000 0.000000 0,2.000000-2.000000-1,1.000000-1.000000 1,2.000000-2.000000-2,0.000000 1.000000 1,-1.000000 1.000000 0,2.000000 1.000000 0,-1.000000 1.000000-1,0.000000 0.000000 1,2.000000-3.000000 0,1.000000-2.000000 0,2.000000-2.000000 0,0.000000-2.000000-1,0.000000 2.000000 0,-1.000000 1.000000 0,2.000000 2.000000 0,-2.000000-1.000000-1,2.000000-1.000000 0,-2.000000-1.000000-1,1.000000-2.000000 0,1.000000 0.000000-1,-2.000000 0.000000 2,2.000000 1.000000 1,-1.000000-1.000000 2,-1.000000 0.000000 2,-1.000000 2.000000 6,-1.000000 1.000000 4,-1.000000 1.000000 7,-3.000000 1.000000-6,-4.000000-2.000000-16,-3.000000-1.000000-15,-4.000000-1.000000-16,-2.000000-1.000000-11,2.000000 0.000000-9,1.000000 0.000000-9,1.000000-1.000000-7</inkml:trace>
</inkml:ink>
</file>

<file path=ppt/ink/ink5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2"/>
    </inkml:context>
    <inkml:brush xml:id="br0">
      <inkml:brushProperty name="width" value="0.0223152637481689" units="cm"/>
      <inkml:brushProperty name="height" value="0.0223152637481689" units="cm"/>
      <inkml:brushProperty name="color" value="#000000"/>
      <inkml:brushProperty name="ignorePressure" value="0"/>
    </inkml:brush>
  </inkml:definitions>
  <inkml:trace contextRef="#ctx0" brushRef="#br0">78239.000000 37560.000000 657,'-11.000000'-9.000000'76,"-3.000000"3.000000"-17 ,-2.000000 2.000000-17,-2.000000 2.000000-17,-2.000000 2.000000-9,-1.000000-2.000000-2,1.000000-1.000000-2,1.000000-2.000000-1,-2.000000 1.000000-2,-1.000000-2.000000 0,-1.000000 2.000000-2,-1.000000-1.000000 0,-1.000000 0.000000-1,2.000000 2.000000-3,1.000000 1.000000-1,1.000000 2.000000-2,2.000000 0.000000-3,1.000000 2.000000-3,1.000000 1.000000-4,2.000000 2.000000-4,-1.000000 0.000000-1,2.000000 2.000000 0,-2.000000 1.000000 0,1.000000 1.000000 1,2.000000 2.000000 1,1.000000 1.000000 2,4.000000 1.000000 1,2.000000 1.000000 2,0.000000 1.000000 2,1.000000-2.000000 2,1.000000-1.000000 1,-1.000000-2.000000 3,0.000000 1.000000 0,2.000000-2.000000 0,1.000000 2.000000 1,1.000000-2.000000 0,2.000000 1.000000-2,1.000000-2.000000-4,1.000000-1.000000-2,2.000000-1.000000-5,0.000000-1.000000 1,-1.000000 0.000000 2,1.000000 0.000000 3,1.000000-1.000000 2,-2.000000 3.000000 4,-1.000000 4.000000 4,-1.000000 3.000000 3,-1.000000 4.000000 5,-1.000000 3.000000 0,0.000000-2.000000-2,0.000000 2.000000-2,0.000000-1.000000-1,0.000000 0.000000-2,0.000000 0.000000 0,0.000000 0.000000-1,0.000000-1.000000-1,0.000000 1.000000 0,0.000000-2.000000-1,0.000000-1.000000-1,0.000000-1.000000 0,0.000000-2.000000-1,0.000000-1.000000-1,0.000000-1.000000 0,0.000000-1.000000-1,0.000000-1.000000 1,0.000000 2.000000-1,0.000000 1.000000 1,0.000000 2.000000 1,0.000000-1.000000-1,0.000000-1.000000 1,0.000000-1.000000 0,0.000000-1.000000 0,0.000000-1.000000 0,0.000000-1.000000 0,0.000000 1.000000 0,0.000000 1.000000 1,0.000000-1.000000-2,2.000000 0.000000-4,1.000000-1.000000-3,1.000000 1.000000-4,2.000000-1.000000-1,-2.000000-5.000000 1,2.000000-3.000000 2,-2.000000-4.000000 0,2.000000-4.000000 2,-1.000000-4.000000-1,0.000000-3.000000 0,0.000000-4.000000 0,0.000000-4.000000-1,-1.000000-4.000000-1,2.000000-3.000000-1,-1.000000-5.000000-1,0.000000-1.000000-1,-1.000000-2.000000 2,1.000000-1.000000 2,1.000000-2.000000 1,-1.000000 1.000000 2,0.000000-2.000000 2,-1.000000 2.000000 1,1.000000-2.000000 2,1.000000 3.000000 1,-2.000000 4.000000 1,2.000000 3.000000 0,-2.000000 5.000000 1,1.000000 2.000000 0,-2.000000 5.000000 2,-1.000000 3.000000 2,-1.000000 4.000000 1,-1.000000 5.000000 1,0.000000 5.000000 0,0.000000 4.000000 1,0.000000 5.000000 1,0.000000 5.000000 0,2.000000 2.000000 0,1.000000 2.000000-2,2.000000 2.000000 0,-1.000000 4.000000 0,-1.000000 2.000000 0,-1.000000 2.000000 0,-2.000000 2.000000 1,0.000000 3.000000-1,0.000000 1.000000 2,0.000000 1.000000 0,0.000000 2.000000 1,0.000000 0.000000 0,0.000000-1.000000 1,0.000000 2.000000 0,0.000000-1.000000 2,0.000000-2.000000-2,0.000000-1.000000-2,0.000000-4.000000-1,0.000000-2.000000-3,2.000000-6.000000-4,2.000000-12.000000-7,2.000000-11.000000-7,2.000000-12.000000-6,3.000000-7.000000-3,-2.000000-5.000000-1,2.000000-6.000000 0,-1.000000-4.000000 1,0.000000-4.000000 0,0.000000-1.000000 4,0.000000-1.000000 3,-1.000000-1.000000 2,1.000000 0.000000 3,-2.000000 2.000000 1,-1.000000 4.000000 2,-1.000000 1.000000 1,-1.000000 6.000000 3,0.000000 5.000000 1,-1.000000 7.000000 3,1.000000 6.000000 3,-1.000000 6.000000 2,-5.000000 9.000000 2,-3.000000 6.000000 2,-4.000000 9.000000 2,-3.000000 7.000000 2,2.000000 9.000000 1,-2.000000 9.000000 0,1.000000 9.000000 2,0.000000 3.000000 0,1.000000-1.000000-2,-2.000000-1.000000 0,2.000000-2.000000-2,-1.000000-1.000000-1,2.000000-5.000000-1,1.000000-3.000000-1,2.000000-4.000000-1,1.000000-5.000000-2,2.000000-4.000000-2,4.000000-6.000000-3,2.000000-4.000000-2,1.000000-5.000000-3,2.000000-4.000000 0,1.000000-3.000000-3,2.000000-5.000000-1,0.000000-3.000000-1,0.000000-6.000000 1,0.000000-4.000000 0,-1.000000-6.000000 0,0.000000-2.000000 1,-2.000000-2.000000 1,-4.000000-1.000000 0,-2.000000-1.000000 0,0.000000-2.000000 1,1.000000-1.000000 0,1.000000-1.000000 0,2.000000-2.000000 0,-1.000000 2.000000 0,-1.000000 2.000000 1,-1.000000 2.000000-1,-1.000000 2.000000 0,-1.000000 1.000000-1,0.000000-2.000000-3,0.000000-4.000000-3,0.000000-2.000000-2,0.000000 1.000000-1,0.000000 2.000000 1,0.000000 2.000000 3,0.000000 2.000000 1,-1.000000 6.000000 3,-1.000000 5.000000 2,-1.000000 7.000000 2,-1.000000 6.000000 3,-2.000000 6.000000 1,-1.000000 9.000000-1,-1.000000 6.000000 0,-2.000000 8.000000 0,0.000000 5.000000 1,1.000000-2.000000 1,-2.000000 2.000000 3,2.000000-2.000000 1,0.000000 0.000000 1,2.000000-2.000000 0,4.000000-4.000000 0,2.000000-1.000000 0,0.000000-4.000000-1,-1.000000-4.000000-2,-1.000000-3.000000-2,-1.000000-4.000000-2,1.000000-7.000000-2,6.000000-8.000000 0,4.000000-9.000000-2,5.000000-9.000000-1,2.000000-4.000000-1,-2.000000-2.000000 0,-4.000000-1.000000-1,-1.000000-2.000000 0,-2.000000-2.000000-2,2.000000-6.000000 0,1.000000-4.000000 0,1.000000-5.000000-2,2.000000 0.000000 2,-2.000000 6.000000 1,2.000000 7.000000 2,-1.000000 6.000000 3,-1.000000 3.000000 1,-1.000000 2.000000 1,-1.000000 1.000000 2,-1.000000 1.000000 0,-1.000000 3.000000 1,2.000000 4.000000 1,1.000000 3.000000 0,1.000000 4.000000 0,2.000000 3.000000 2,-2.000000 1.000000 0,2.000000 1.000000 2,-1.000000 2.000000 1,0.000000 0.000000 0,2.000000 2.000000 1,1.000000 1.000000-1,2.000000 1.000000 0,0.000000 1.000000 0,2.000000 0.000000 0,1.000000 1.000000-1,2.000000-1.000000-1,-2.000000-1.000000 0,-1.000000-1.000000-1,-4.000000-1.000000 0,-1.000000-1.000000-1,-2.000000-1.000000-1,0.000000 0.000000 2,-1.000000 0.000000-1,2.000000 0.000000 1,-5.000000 0.000000-1,-5.000000 0.000000 1,-7.000000 0.000000-2,-6.000000 0.000000 1,-3.000000 0.000000-3,-2.000000 0.000000-3,-1.000000 0.000000-3,-2.000000 0.000000-3,1.000000 0.000000-2,1.000000 2.000000 2,1.000000 1.000000-1,2.000000 2.000000 2,-1.000000-1.000000 0,2.000000-1.000000 1,-2.000000-1.000000 1,1.000000-2.000000 0,1.000000 0.000000 1,-2.000000 0.000000 0,2.000000 0.000000 1,-1.000000 0.000000-1,0.000000 0.000000 1,0.000000 0.000000 1,0.000000 0.000000 0,-1.000000 0.000000 2,2.000000 1.000000-1,1.000000 1.000000 1,1.000000 1.000000-1,1.000000 1.000000 0,1.000000 1.000000 0,1.000000 1.000000 0,-2.000000-2.000000 0,2.000000 2.000000 0,-1.000000-1.000000 0,0.000000 0.000000 2,0.000000 0.000000 2,-1.000000-1.000000 2,2.000000 3.000000 0,1.000000 2.000000 0,1.000000 2.000000-1,2.000000 3.000000 0,0.000000 0.000000-1,2.000000 2.000000 0,1.000000-2.000000 0,2.000000 1.000000-2,0.000000 0.000000 1,0.000000 1.000000 0,0.000000-1.000000 1,0.000000-1.000000 0,0.000000 2.000000-1,2.000000 1.000000 0,1.000000 1.000000-2,2.000000 2.000000-1,0.000000 0.000000 0,2.000000 2.000000-2,1.000000 1.000000 0,1.000000 2.000000 0,0.000000-2.000000-1,-3.000000-1.000000 1,-2.000000-4.000000 1,-2.000000-2.000000 0,-2.000000-1.000000 1,2.000000 1.000000 0,1.000000-1.000000 0,1.000000-1.000000 0,2.000000 0.000000 0,-2.000000-2.000000 0,2.000000-4.000000 1,-2.000000-2.000000-1,2.000000-3.000000-2,1.000000-6.000000-3,1.000000-4.000000-4,1.000000-5.000000-4,1.000000-5.000000-1,0.000000-1.000000-2,1.000000-4.000000 1,-1.000000-2.000000-1,-1.000000-1.000000 2,-1.000000 0.000000 2,-1.000000 0.000000 3,-2.000000 0.000000 4,0.000000 2.000000 1,-2.000000 1.000000 3,-1.000000 4.000000 1,-1.000000 2.000000 2,-1.000000 2.000000 3,2.000000 3.000000 3,1.000000 2.000000 2,2.000000 3.000000 4,-2.000000 4.000000 2,-2.000000 6.000000 0,-2.000000 7.000000 0,-2.000000 5.000000 0,-2.000000 6.000000-1,2.000000 4.000000 0,1.000000 3.000000 0,2.000000 5.000000-2,0.000000 1.000000 0,0.000000 0.000000 0,0.000000-1.000000-1,0.000000 1.000000 0,0.000000 0.000000-2,2.000000-2.000000-1,1.000000-1.000000-1,2.000000-1.000000-2,0.000000-3.000000-2,2.000000-1.000000-1,1.000000-4.000000-2,1.000000-1.000000-2,2.000000-4.000000-3,-2.000000-4.000000-3,2.000000-3.000000-5,-1.000000-4.000000-3,-2.000000-4.000000-1,-2.000000-4.000000 0,-2.000000-3.000000 2,-2.000000-4.000000 0,-2.000000-3.000000 3,0.000000-1.000000 4,0.000000-1.000000 3,0.000000-1.000000 3,-1.000000-1.000000 3,-1.000000 2.000000-1,-1.000000 1.000000 1,-2.000000 2.000000-1,0.000000 0.000000-1,-2.000000 0.000000-4,-1.000000-1.000000-4,-1.000000 2.000000-4,-1.000000-1.000000 0,2.000000 2.000000 1,1.000000 1.000000 3,2.000000 1.000000 3,0.000000 1.000000 1,0.000000 0.000000 1,-1.000000 1.000000 1,2.000000-1.000000 1,1.000000 1.000000 4,5.000000 5.000000 7,6.000000 3.000000 6,5.000000 4.000000 8,2.000000 2.000000 0,2.000000-2.000000-4,1.000000-1.000000-5,2.000000-1.000000-5,-1.000000-1.000000-3,-1.000000 0.000000-2,-1.000000 0.000000-1,-2.000000-1.000000-3,0.000000 1.000000 0,-2.000000 0.000000-2,-1.000000 1.000000 0,-2.000000-1.000000-1,-2.000000-2.000000-1,-5.000000-4.000000-1,-6.000000-3.000000 0,-5.000000-5.000000 0,-2.000000 0.000000-1,1.000000 1.000000 0,-2.000000 1.000000 1,2.000000 2.000000-1,-1.000000 0.000000 1,2.000000 0.000000 1,1.000000 0.000000 1,2.000000-1.000000 0,-1.000000 3.000000 1,1.000000 2.000000 2,1.000000 2.000000 2,-1.000000 2.000000 0,0.000000 3.000000 3,2.000000 1.000000 0,1.000000 1.000000 3,1.000000 2.000000 0,2.000000-1.000000 1,1.000000-1.000000-3,1.000000-1.000000-1,2.000000-1.000000-1,0.000000-1.000000-1,-1.000000-1.000000 4,1.000000 2.000000 1,1.000000-1.000000 3,-4.000000-4.000000-1,-4.000000-5.000000-4,-6.000000-7.000000-5,-4.000000-6.000000-5,-4.000000-3.000000-1,-1.000000 1.000000-1,-1.000000-2.000000 1,-1.000000 2.000000 0,-2.000000-3.000000 0,-1.000000-2.000000-2,-1.000000-2.000000-1,-2.000000-2.000000-1,1.000000-2.000000-1,1.000000 0.000000-1,1.000000 0.000000 0,2.000000-1.000000-1,0.000000 3.000000 2,2.000000 2.000000 2,1.000000 2.000000 4,2.000000 2.000000 2,2.000000 4.000000 3,5.000000 1.000000 3,6.000000 4.000000 3,4.000000 1.000000 2,4.000000 3.000000 0,1.000000 1.000000-5,1.000000 1.000000-4,1.000000 2.000000-4,1.000000-1.000000-1,0.000000 2.000000 0,1.000000-2.000000 1,-1.000000 1.000000 1,0.000000 0.000000 1,2.000000-2.000000 0,1.000000-1.000000 1,2.000000-1.000000 1,-1.000000 0.000000 0,-1.000000 2.000000 1,-1.000000 4.000000 0,-1.000000 1.000000 0,0.000000 2.000000 1,3.000000-2.000000 0,2.000000-1.000000-1,2.000000-1.000000 1,2.000000-1.000000-1,-2.000000 2.000000 0,-1.000000 1.000000-1,-2.000000 2.000000 1,0.000000 0.000000-1,0.000000 0.000000 0,1.000000 0.000000 1,-1.000000 0.000000 0,0.000000 0.000000-1,-1.000000 2.000000 0,2.000000 1.000000 0,-1.000000 2.000000-1,-1.000000-1.000000-1,2.000000-1.000000 1,-2.000000-1.000000-1,1.000000-2.000000 1,0.000000 0.000000 0,-2.000000 0.000000 2,-1.000000 0.000000 1,-2.000000 0.000000 3,-4.000000 0.000000-1,-9.000000 0.000000-1,-9.000000 0.000000-2,-9.000000 0.000000-1,-4.000000 0.000000-1,0.000000 0.000000-1,0.000000 0.000000 0,0.000000 0.000000-1,2.000000 0.000000 0,1.000000 0.000000 0,4.000000 0.000000 0,2.000000 0.000000 1,1.000000 0.000000 0,2.000000-2.000000 1,1.000000-1.000000 2,2.000000-1.000000 1,3.000000 0.000000 1,9.000000 3.000000 0,6.000000 2.000000 1,9.000000 3.000000 0,4.000000 0.000000 1,3.000000 2.000000 0,2.000000-2.000000 1,3.000000 1.000000 0,0.000000 0.000000 1,-1.000000 1.000000 0,-1.000000-2.000000 0,-2.000000 2.000000 1,-1.000000-1.000000 0,-3.000000 0.000000 0,-2.000000 0.000000-1,-3.000000-1.000000-1,-6.000000 1.000000-3,-12.000000-2.000000-4,-11.000000-1.000000-5,-12.000000-2.000000-5,-3.000000 0.000000-2,2.000000-2.000000-2,2.000000-1.000000 0,2.000000-2.000000-1,3.000000 1.000000 0,1.000000 1.000000 1,1.000000 1.000000 2,1.000000 2.000000 1,2.000000-1.000000 1,1.000000-1.000000 2,1.000000-1.000000 2,1.000000-1.000000 1,4.000000-1.000000 1,5.000000 0.000000 1,4.000000 0.000000 1,5.000000-1.000000 0,3.000000 2.000000 1,0.000000 1.000000-1,1.000000 1.000000 1,-1.000000 1.000000-1,0.000000 1.000000 0,0.000000 0.000000 0,-1.000000 0.000000-2,2.000000 0.000000-1,-2.000000 0.000000-6,-1.000000-2.000000-10,-1.000000-1.000000-11,-1.000000-1.000000-12,-1.000000-1.000000-1,-1.000000 2.000000 6,1.000000 1.000000 6,1.000000 2.000000 7</inkml:trace>
</inkml:ink>
</file>

<file path=ppt/ink/ink5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2"/>
    </inkml:context>
    <inkml:brush xml:id="br0">
      <inkml:brushProperty name="width" value="0.0221170298755169" units="cm"/>
      <inkml:brushProperty name="height" value="0.0221170298755169" units="cm"/>
      <inkml:brushProperty name="color" value="#000000"/>
      <inkml:brushProperty name="ignorePressure" value="0"/>
    </inkml:brush>
  </inkml:definitions>
  <inkml:trace contextRef="#ctx0" brushRef="#br0">78319.000000 37520.000000 663,'19.000000'0.000000'110,"-2.000000"2.000000"-27 ,-4.000000 1.000000-26,-1.000000 1.000000-27,-2.000000 1.000000-14,0.000000 0.000000-3,0.000000 1.000000-3,-1.000000-1.000000-2,1.000000 0.000000-2,0.000000 2.000000-3,1.000000 1.000000-2,-1.000000 1.000000-3,0.000000 1.000000-1,0.000000-2.000000-1,-1.000000-1.000000 0,2.000000-1.000000 0,-2.000000 0.000000 0,2.000000 3.000000 2,-2.000000 2.000000 2,1.000000 3.000000 1,-1.000000 0.000000 2,-3.000000-1.000000-1,-2.000000-1.000000-1,-2.000000-1.000000 1</inkml:trace>
</inkml:ink>
</file>

<file path=ppt/ink/ink5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4"/>
    </inkml:context>
    <inkml:brush xml:id="br0">
      <inkml:brushProperty name="width" value="0.0209292490035295" units="cm"/>
      <inkml:brushProperty name="height" value="0.0209292490035295" units="cm"/>
      <inkml:brushProperty name="color" value="#000000"/>
      <inkml:brushProperty name="ignorePressure" value="0"/>
    </inkml:brush>
  </inkml:definitions>
  <inkml:trace contextRef="#ctx0" brushRef="#br0">78280.000000 37039.000000 700,'-18.000000'-9.000000'-18,"6.000000"1.000000"5 ,4.000000 1.000000 5,5.000000 2.000000 5,3.000000 1.000000 8,0.000000 2.000000 15,0.000000 4.000000 12,0.000000 2.000000 14,0.000000 2.000000 3,-2.000000 5.000000-10,-1.000000 3.000000-8,-1.000000 5.000000-9,-1.000000 1.000000-7,0.000000 2.000000-3,-1.000000 1.000000-3,2.000000 2.000000-4,-2.000000 0.000000-1,2.000000 2.000000-2,-2.000000 1.000000 0,1.000000 2.000000 0,0.000000-2.000000 0,1.000000-4.000000 0,-1.000000-3.000000 0,-1.000000-4.000000 1,3.000000-7.000000-4,2.000000-8.000000-9,2.000000-9.000000-8,2.000000-9.000000-8,3.000000-5.000000-4,-2.000000-2.000000 2,2.000000-4.000000 2,-2.000000-2.000000 2,2.000000-1.000000 1,-1.000000 0.000000 3,0.000000 1.000000 1,0.000000-1.000000 2,0.000000 0.000000 2,-1.000000 2.000000 4,2.000000 1.000000 4,-1.000000 2.000000 4,-1.000000 1.000000 3,-1.000000 5.000000 6,-1.000000 3.000000 5,-2.000000 4.000000 5,0.000000 6.000000 6,0.000000 5.000000 5,0.000000 7.000000 6,0.000000 6.000000 5,0.000000 3.000000 0,-2.000000 2.000000-6,-1.000000 1.000000-7,-1.000000 2.000000-6,-1.000000 0.000000-5,2.000000 2.000000-2,1.000000 1.000000-2,1.000000 2.000000-3,1.000000-1.000000-2,-2.000000-1.000000-5,-1.000000-1.000000-3,-1.000000-1.000000-4,-1.000000-2.000000-5,2.000000-1.000000-8,1.000000-1.000000-5,2.000000-1.000000-7,0.000000-2.000000-2,0.000000-1.000000 2,0.000000-1.000000 2,0.000000-1.000000 3</inkml:trace>
</inkml:ink>
</file>

<file path=ppt/ink/ink5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4"/>
    </inkml:context>
    <inkml:brush xml:id="br0">
      <inkml:brushProperty name="width" value="0.0208535473793745" units="cm"/>
      <inkml:brushProperty name="height" value="0.0208535473793745" units="cm"/>
      <inkml:brushProperty name="color" value="#000000"/>
      <inkml:brushProperty name="ignorePressure" value="0"/>
    </inkml:brush>
  </inkml:definitions>
  <inkml:trace contextRef="#ctx0" brushRef="#br0">78239.000000 37200.000000 703,'20.000000'0.000000'119,"-2.000000"2.000000"-32 ,-1.000000 1.000000-31,-1.000000 2.000000-34,-2.000000 0.000000-16,-1.000000 0.000000-2,-1.000000 0.000000-2,-1.000000-1.000000-2,-1.000000 1.000000-3,0.000000 0.000000-4,-1.000000 1.000000-5,2.000000-1.000000-5,-3.000000-2.000000-10,-4.000000-4.000000-14,-3.000000-3.000000-15,-4.000000-5.000000-14</inkml:trace>
</inkml:ink>
</file>

<file path=ppt/ink/ink5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5"/>
    </inkml:context>
    <inkml:brush xml:id="br0">
      <inkml:brushProperty name="width" value="0.0229845829308033" units="cm"/>
      <inkml:brushProperty name="height" value="0.0229845829308033" units="cm"/>
      <inkml:brushProperty name="color" value="#000000"/>
      <inkml:brushProperty name="ignorePressure" value="0"/>
    </inkml:brush>
  </inkml:definitions>
  <inkml:trace contextRef="#ctx0" brushRef="#br0">78219.000000 36979.000000 638,'-8.000000'10.000000'25,"4.000000"-2.000000"3 ,3.000000-1.000000 2,5.000000-1.000000 3,1.000000 0.000000-1,-1.000000 3.000000-4,2.000000 2.000000-3,-1.000000 3.000000-5,0.000000 0.000000-3,2.000000 1.000000-2,1.000000 1.000000-3,2.000000-1.000000-3,0.000000 0.000000-1,0.000000 2.000000-2,-1.000000 1.000000 1,2.000000 1.000000-2,-2.000000 2.000000 0,-1.000000-2.000000 1,-1.000000 2.000000-1,-1.000000-1.000000 0,-1.000000-1.000000 0,-1.000000-1.000000 0,1.000000-1.000000 0,1.000000-2.000000 1,-2.000000-3.000000-8,-1.000000-6.000000-17,-1.000000-7.000000-15,-1.000000-6.000000-18,-3.000000-4.000000-5,-1.000000-5.000000 6,-4.000000-3.000000 5,-2.000000-4.000000 5,-1.000000-2.000000 6,0.000000 0.000000 6,1.000000 0.000000 5,-1.000000 0.000000 6,0.000000 0.000000 5,2.000000 2.000000 5,1.000000 1.000000 3,1.000000 1.000000 5,2.000000 2.000000 3,1.000000 1.000000 3,1.000000 1.000000 3,2.000000 2.000000 4,0.000000 3.000000 4,0.000000 8.000000 9,0.000000 8.000000 7,0.000000 8.000000 7,1.000000 4.000000 2,3.000000 3.000000-5,2.000000 2.000000-5,3.000000 2.000000-6,1.000000 2.000000-3,0.000000 0.000000-2,0.000000 0.000000-3,-1.000000 0.000000-2,1.000000-1.000000-2,0.000000-3.000000-1,1.000000-2.000000-2,-1.000000-2.000000-1,-1.000000-3.000000-1,-1.000000-1.000000-3,-1.000000-1.000000-2,-2.000000-1.000000-2,-1.000000-6.000000-7,-5.000000-10.000000-10,-3.000000-11.000000-12,-4.000000-9.000000-10,-2.000000-4.000000-4,2.000000 1.000000 4,1.000000 1.000000 4,2.000000 2.000000 3,-1.000000 0.000000 5,1.000000 0.000000 4,1.000000 0.000000 6,-1.000000 0.000000 5,0.000000 1.000000 4,0.000000 5.000000 4,-1.000000 3.000000 5,2.000000 5.000000 3,-1.000000 3.000000 4,2.000000 5.000000 1,1.000000 6.000000 1,2.000000 5.000000 3,0.000000 4.000000 2,2.000000 5.000000 3,1.000000 6.000000 4,2.000000 4.000000 4,0.000000 3.000000 2,2.000000 0.000000-1,1.000000 1.000000-1,1.000000-1.000000-1,2.000000-1.000000-2,-2.000000-1.000000-7,2.000000-1.000000-5,-1.000000-1.000000-6,-1.000000-2.000000-4,-1.000000-1.000000-3,-1.000000-1.000000-2,-1.000000-1.000000-3,-1.000000-2.000000-5,-1.000000-1.000000-6,2.000000-1.000000-6,-1.000000-1.000000-6</inkml:trace>
</inkml:ink>
</file>

<file path=ppt/ink/ink5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6:55"/>
    </inkml:context>
    <inkml:brush xml:id="br0">
      <inkml:brushProperty name="width" value="0.0238180290907621" units="cm"/>
      <inkml:brushProperty name="height" value="0.0238180290907621" units="cm"/>
      <inkml:brushProperty name="color" value="#000000"/>
      <inkml:brushProperty name="ignorePressure" value="0"/>
    </inkml:brush>
  </inkml:definitions>
  <inkml:trace contextRef="#ctx0" brushRef="#br0">78360.000000 37239.000000 615,'1.000000'20.000000'95,"3.000000"-2.000000"-22 ,2.000000-1.000000-22,3.000000-1.000000-21,1.000000-1.000000-11,0.000000 2.000000-2,0.000000 1.000000 0,-1.000000 1.000000-1,1.000000 2.000000-2,0.000000-2.000000-1,1.000000 2.000000-3,-1.000000-1.000000-1,0.000000-1.000000-2,0.000000-1.000000-1,-1.000000-1.000000-2,2.000000-2.000000-1,-2.000000 0.000000-4,-1.000000-2.000000-10,-1.000000-1.000000-9,-1.000000-2.000000-8</inkml:trace>
</inkml:ink>
</file>

<file path=ppt/ink/ink5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09"/>
    </inkml:context>
    <inkml:brush xml:id="br0">
      <inkml:brushProperty name="width" value="0.0311721712350845" units="cm"/>
      <inkml:brushProperty name="height" value="0.0311721712350845" units="cm"/>
      <inkml:brushProperty name="color" value="#000000"/>
      <inkml:brushProperty name="ignorePressure" value="0"/>
    </inkml:brush>
  </inkml:definitions>
  <inkml:trace contextRef="#ctx0" brushRef="#br0">77580.000000 36039.000000 470,'-9.000000'-18.000000'44,"5.000000"4.000000"-5 ,3.000000 3.000000-6,4.000000 4.000000-6,6.000000 2.000000-2,5.000000-2.000000 1,7.000000-1.000000 2,5.000000-1.000000 2,11.000000-1.000000-2,12.000000 0.000000-2,12.000000-1.000000-4,13.000000 2.000000-3,11.000000-2.000000-1,9.000000-1.000000 0,11.000000-1.000000 1,11.000000-1.000000 0,8.000000-1.000000-2,9.000000 2.000000-3,9.000000 1.000000-4,9.000000 2.000000-3,3.000000-1.000000-2,-1.000000 2.000000 0,-1.000000-2.000000-1,-2.000000 1.000000 1,1.000000 1.000000-2,1.000000 1.000000-1,1.000000 1.000000-2,2.000000 2.000000-1,-1.000000-1.000000-1,-1.000000 2.000000 2,-1.000000-2.000000 1,-2.000000 1.000000 2,-3.000000 1.000000 0,-9.000000 1.000000 1,-6.000000 1.000000 0,-8.000000 2.000000 0,-4.000000-1.000000 1,0.000000-1.000000-1,-1.000000-1.000000 0,2.000000-1.000000 0,-7.000000-1.000000-1,-11.000000 2.000000-3,-11.000000 1.000000 0,-11.000000 2.000000-3,-10.000000-1.000000-1,-7.000000-1.000000-1,-8.000000-1.000000-1,-8.000000-2.000000 0,-5.000000 0.000000-2,-6.000000 0.000000-2,-4.000000 1.000000-3,-5.000000-1.000000-2,-10.000000 0.000000-6,-11.000000 0.000000-9,-14.000000-1.000000-8,-11.000000 2.000000-9,-6.000000 0.000000-7,3.000000 3.000000-3,2.000000 2.000000-4,3.000000 3.000000-4</inkml:trace>
</inkml:ink>
</file>

<file path=ppt/ink/ink5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2"/>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80460.000000 37139.000000 999,'-19.000000'0.000000'-86,"5.000000"0.000000"22 ,3.000000 0.000000 22,5.000000 0.000000 21,0.000000 0.000000 14,2.000000-2.000000 4,-2.000000-1.000000 4,1.000000-2.000000 6,0.000000 1.000000 0,1.000000 1.000000-3,-1.000000 1.000000-2,-1.000000 2.000000-3,1.000000-1.000000-1,1.000000-1.000000-2,-1.000000-1.000000 0,0.000000-1.000000-2,-1.000000-1.000000 0,1.000000 2.000000 1,1.000000 1.000000 2,-1.000000 2.000000 1,0.000000 0.000000 0,0.000000 0.000000 1,-1.000000 0.000000 1,2.000000 0.000000-1</inkml:trace>
</inkml:ink>
</file>

<file path=ppt/ink/ink5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3"/>
    </inkml:context>
    <inkml:brush xml:id="br0">
      <inkml:brushProperty name="width" value="0.0211923103779554" units="cm"/>
      <inkml:brushProperty name="height" value="0.0211923103779554" units="cm"/>
      <inkml:brushProperty name="color" value="#000000"/>
      <inkml:brushProperty name="ignorePressure" value="0"/>
    </inkml:brush>
  </inkml:definitions>
  <inkml:trace contextRef="#ctx0" brushRef="#br0">80239.000000 37179.000000 692,'11.000000'-9.000000'62,"-2.000000"1.000000"-14 ,2.000000 1.000000-15,-1.000000 2.000000-16,0.000000-1.000000-8,0.000000 2.000000-1,0.000000-2.000000-3,-1.000000 1.000000-2,3.000000 1.000000-1,1.000000-2.000000-2,4.000000 2.000000-1,2.000000-1.000000-1,-1.000000 0.000000-2,-2.000000 2.000000 2,-2.000000 1.000000 0,-3.000000 2.000000 1,1.000000 0.000000 1,1.000000 0.000000-1,4.000000 0.000000 1,2.000000 0.000000 0,0.000000 0.000000 0,1.000000 0.000000 0,1.000000 0.000000 0,-1.000000 0.000000 0,0.000000 0.000000 1,0.000000 0.000000 2,-1.000000 0.000000 1,2.000000 0.000000 1,-1.000000 0.000000 0,2.000000 0.000000-1,1.000000 0.000000-2,2.000000 0.000000 0,-1.000000 0.000000-1,-1.000000 0.000000-1,-1.000000 0.000000 0,-2.000000 0.000000 1,0.000000 0.000000-2,1.000000 0.000000 1,-1.000000 0.000000 0,-1.000000 0.000000-1,1.000000 0.000000 0,1.000000 0.000000 1,-1.000000 0.000000 0,0.000000 0.000000 0,-1.000000 0.000000 0,-1.000000 0.000000 1,-1.000000 0.000000 2,-2.000000 0.000000 0,0.000000 0.000000 0,-2.000000 0.000000 0,-1.000000 0.000000 0,-2.000000 0.000000 0,1.000000-1.000000-1,1.000000-1.000000 0,1.000000-1.000000-2,1.000000-2.000000 1,1.000000 1.000000-2,1.000000 1.000000 1,-2.000000 1.000000 0,2.000000 1.000000 0,-1.000000 1.000000 0,0.000000-2.000000 0,0.000000-1.000000 0,-1.000000-1.000000 0,2.000000-1.000000 0,1.000000 2.000000 1,1.000000 1.000000 0,2.000000 2.000000 1,-1.000000-1.000000 0,2.000000-1.000000 0,-2.000000-1.000000 0,1.000000-1.000000 0,0.000000-2.000000-1,1.000000 2.000000 1,-1.000000-2.000000-1,-1.000000 1.000000-1,2.000000 1.000000 1,1.000000 1.000000-1,1.000000 1.000000 0,2.000000 2.000000 0,-1.000000-1.000000 0,-1.000000-1.000000 1,-1.000000-1.000000-1,-1.000000-1.000000 1,-2.000000-1.000000 0,1.000000 2.000000 0,1.000000 1.000000-1,-1.000000 2.000000 1,-1.000000 0.000000-1,-1.000000 0.000000 0,-1.000000 0.000000 1,-1.000000 0.000000-1,-1.000000 0.000000 1,-1.000000 0.000000 1,2.000000 0.000000 1,-1.000000 0.000000 1,-1.000000-1.000000 1,2.000000-1.000000-1,-2.000000-1.000000-1,1.000000-2.000000 1,0.000000 1.000000-1,1.000000 1.000000 0,-2.000000 1.000000 0,2.000000 1.000000-1,-1.000000 1.000000 1,0.000000 0.000000-1,0.000000 0.000000 0,-1.000000 0.000000 0,1.000000 0.000000 1,0.000000-2.000000 1,1.000000-1.000000 0,-1.000000-1.000000 2</inkml:trace>
</inkml:ink>
</file>

<file path=ppt/ink/ink5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4"/>
    </inkml:context>
    <inkml:brush xml:id="br0">
      <inkml:brushProperty name="width" value="0.0278589017689228" units="cm"/>
      <inkml:brushProperty name="height" value="0.0278589017689228" units="cm"/>
      <inkml:brushProperty name="color" value="#000000"/>
      <inkml:brushProperty name="ignorePressure" value="0"/>
    </inkml:brush>
  </inkml:definitions>
  <inkml:trace contextRef="#ctx0" brushRef="#br0">80339.000000 38160.000000 526,'-7.000000'-9.000000'11,"4.000000"3.000000"13 ,6.000000 2.000000 13,4.000000 2.000000 14,5.000000 4.000000 1,1.000000 1.000000-10,4.000000 4.000000-10,2.000000 2.000000-10,2.000000 1.000000-7,2.000000-1.000000-3,4.000000 1.000000-2,2.000000 1.000000-3,2.000000-1.000000-2,2.000000 2.000000-1,4.000000 1.000000 1,1.000000 2.000000-1,3.000000-1.000000 0,1.000000-1.000000 1,1.000000-1.000000 1,2.000000-1.000000 1,-2.000000-1.000000 1,-2.000000 2.000000 0,-2.000000 1.000000 0,-3.000000 2.000000-1,-2.000000-1.000000 1,-2.000000-1.000000-1,-4.000000-1.000000-1,-2.000000-1.000000 0,-1.000000-1.000000-1,0.000000 2.000000-2,0.000000 1.000000-2,0.000000 2.000000-1,0.000000-1.000000 0,0.000000 1.000000 0,0.000000 1.000000 1,0.000000-1.000000 0,0.000000-2.000000 0,0.000000-1.000000-1,0.000000-4.000000 0,0.000000-1.000000-1,1.000000-2.000000 1,1.000000 2.000000 1,1.000000 1.000000 1,2.000000 1.000000 1,0.000000 1.000000 0,0.000000-2.000000 1,-1.000000-1.000000 0,1.000000-1.000000 1,-1.000000-1.000000 0,-2.000000 2.000000-2,-4.000000 1.000000 0,-2.000000 1.000000-1,-1.000000 2.000000-1,1.000000-2.000000 0,-1.000000 2.000000 0,0.000000-2.000000-1,-1.000000 1.000000 0,1.000000-2.000000 0,1.000000-1.000000 0,-1.000000-1.000000 1,-1.000000-1.000000 0,-1.000000 2.000000 0,-1.000000 1.000000-1,-1.000000 1.000000 0,-2.000000 2.000000 1,-1.000000 1.000000-1,-1.000000 1.000000 1,-1.000000 1.000000 1,-2.000000 1.000000-1,2.000000-2.000000 1,-2.000000-1.000000-2,1.000000-2.000000 1,1.000000 0.000000-1,-2.000000-2.000000 1,2.000000-1.000000-2,-1.000000-1.000000 0,0.000000-1.000000 0,0.000000 2.000000-2,0.000000 1.000000-2,-1.000000 2.000000-1,1.000000-2.000000-9,0.000000-1.000000-15,1.000000-4.000000-15,-1.000000-1.000000-15,0.000000-2.000000-7,0.000000 0.000000 3,-1.000000 0.000000 1,2.000000 0.000000 2</inkml:trace>
</inkml:ink>
</file>

<file path=ppt/ink/ink5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5"/>
    </inkml:context>
    <inkml:brush xml:id="br0">
      <inkml:brushProperty name="width" value="0.0260907132178545" units="cm"/>
      <inkml:brushProperty name="height" value="0.0260907132178545" units="cm"/>
      <inkml:brushProperty name="color" value="#000000"/>
      <inkml:brushProperty name="ignorePressure" value="0"/>
    </inkml:brush>
  </inkml:definitions>
  <inkml:trace contextRef="#ctx0" brushRef="#br0">82060.000000 37039.000000 562,'0.000000'29.000000'-1,"0.000000"-5.000000"4 ,0.000000-3.000000 5,0.000000-5.000000 4,0.000000-1.000000 1,0.000000 1.000000 0,0.000000-1.000000 0,0.000000-1.000000-1,0.000000 3.000000 0,0.000000 2.000000 1,0.000000 2.000000 0,0.000000 3.000000 1,0.000000 2.000000 1,0.000000 3.000000 0,0.000000 2.000000 1,0.000000 2.000000 1,0.000000 4.000000-1,0.000000 1.000000 0,0.000000 4.000000-1,0.000000 2.000000-2,-1.000000 3.000000 1,-1.000000 6.000000-2,-1.000000 4.000000 1,-1.000000 6.000000 0,-2.000000 1.000000-2,1.000000-1.000000 0,1.000000-1.000000-2,-1.000000-1.000000-1,0.000000-4.000000-1,2.000000-5.000000 1,1.000000-4.000000-2,1.000000-5.000000 1,1.000000-4.000000-1,0.000000 2.000000 0,0.000000-2.000000-2,0.000000 1.000000-1,0.000000 0.000000 0,-2.000000-2.000000 0,-1.000000-1.000000 0,-1.000000-2.000000 0,-1.000000 0.000000 1,2.000000-2.000000-1,1.000000-1.000000 2,2.000000-1.000000-1,0.000000-1.000000 1,0.000000 0.000000-1,0.000000 0.000000-1,0.000000-1.000000-1,-1.000000 1.000000 0,-1.000000-2.000000 0,-1.000000-1.000000-1,-2.000000-2.000000 1,1.000000-1.000000-1,1.000000-5.000000 0,1.000000-3.000000-1,2.000000-4.000000 1</inkml:trace>
</inkml:ink>
</file>

<file path=ppt/ink/ink5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6"/>
    </inkml:context>
    <inkml:brush xml:id="br0">
      <inkml:brushProperty name="width" value="0.0241499915719032" units="cm"/>
      <inkml:brushProperty name="height" value="0.0241499915719032" units="cm"/>
      <inkml:brushProperty name="color" value="#000000"/>
      <inkml:brushProperty name="ignorePressure" value="0"/>
    </inkml:brush>
  </inkml:definitions>
  <inkml:trace contextRef="#ctx0" brushRef="#br0">80400.000000 37339.000000 607,'17.000000'4.000000'64,"-5.000000"5.000000"-12 ,-4.000000 7.000000-12,-6.000000 5.000000-12,-2.000000 6.000000-7,0.000000 4.000000-1,0.000000 3.000000-1,0.000000 5.000000-2,0.000000 2.000000 0,-2.000000 5.000000 0,-1.000000 3.000000-1,-1.000000 5.000000 0,-2.000000 1.000000-2,-1.000000 2.000000 0,-1.000000 1.000000-2,-1.000000 1.000000-1,-1.000000 0.000000-2,2.000000-5.000000-5,1.000000-3.000000-3,1.000000-4.000000-3,2.000000-6.000000-4,1.000000-7.000000-5,1.000000-8.000000-5,2.000000-7.000000-3,1.000000-6.000000-12,3.000000-4.000000-15,2.000000-3.000000-18,3.000000-4.000000-16</inkml:trace>
</inkml:ink>
</file>

<file path=ppt/ink/ink5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6"/>
    </inkml:context>
    <inkml:brush xml:id="br0">
      <inkml:brushProperty name="width" value="0.0177906397730112" units="cm"/>
      <inkml:brushProperty name="height" value="0.0177906397730112" units="cm"/>
      <inkml:brushProperty name="color" value="#000000"/>
      <inkml:brushProperty name="ignorePressure" value="0"/>
    </inkml:brush>
  </inkml:definitions>
  <inkml:trace contextRef="#ctx0" brushRef="#br0">80519.000000 37600.000000 824,'40.000000'18.000000'25,"1.000000"-1.000000"-5 ,-2.000000-4.000000-4,2.000000-1.000000-4,0.000000-2.000000-2,2.000000-1.000000-1,4.000000 1.000000 0,2.000000 1.000000-1,1.000000-1.000000-1,2.000000 0.000000-2,1.000000-1.000000 0,1.000000 1.000000-3,0.000000 1.000000 1,-2.000000-2.000000-1,-4.000000 2.000000 2,-2.000000-2.000000 0,0.000000 2.000000 1,1.000000-1.000000 0,1.000000 0.000000 1,2.000000 0.000000 1,-1.000000-1.000000-1,-1.000000-1.000000-2,-1.000000-1.000000-3,-1.000000-1.000000-1,-3.000000-1.000000-3,-1.000000-1.000000 1,-4.000000 2.000000-1,-1.000000-1.000000-1,-5.000000-1.000000 1,-4.000000 2.000000 1,-6.000000-2.000000 0,-4.000000 1.000000 2,-4.000000 0.000000 0,2.000000 1.000000 0,-2.000000-2.000000 1,1.000000 2.000000 0,-1.000000-1.000000-9,-2.000000 0.000000-18,-4.000000 0.000000-18,-1.000000-1.000000-19</inkml:trace>
</inkml:ink>
</file>

<file path=ppt/ink/ink5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47:17"/>
    </inkml:context>
    <inkml:brush xml:id="br0">
      <inkml:brushProperty name="width" value="0.0216702874749899" units="cm"/>
      <inkml:brushProperty name="height" value="0.0216702874749899" units="cm"/>
      <inkml:brushProperty name="color" value="#000000"/>
      <inkml:brushProperty name="ignorePressure" value="0"/>
    </inkml:brush>
  </inkml:definitions>
  <inkml:trace contextRef="#ctx0" brushRef="#br0">81319.000000 37320.000000 676,'-9.000000'-9.000000'-27,"1.000000"2.000000"10 ,1.000000 4.000000 10,1.000000 2.000000 11,1.000000 2.000000 7,1.000000 5.000000 6,-1.000000 3.000000 5,-1.000000 4.000000 5,1.000000 3.000000 1,1.000000 1.000000-3,-1.000000 1.000000-2,0.000000 2.000000-3,-1.000000 1.000000-1,1.000000 5.000000-1,1.000000 3.000000 0,-1.000000 5.000000-1,0.000000 2.000000 0,0.000000 2.000000-3,-1.000000 4.000000 0,2.000000 2.000000-3,-3.000000 2.000000-1,-2.000000 3.000000 0,-2.000000 2.000000-1,-3.000000 3.000000 0,1.000000-1.000000 0,1.000000-4.000000-2,4.000000-3.000000 0,2.000000-4.000000-2,1.000000-5.000000-2,0.000000-5.000000-4,-1.000000-4.000000-4,2.000000-6.000000-4,-1.000000-2.000000-5,2.000000-2.000000-5,1.000000-1.000000-6,2.000000-1.000000-6,0.000000-2.000000-5,0.000000-1.000000-9,0.000000-1.000000-7,0.000000-1.000000-8</inkml:trace>
</inkml:ink>
</file>

<file path=ppt/ink/ink5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21"/>
    </inkml:context>
    <inkml:brush xml:id="br0">
      <inkml:brushProperty name="width" value="0.0274943727999926" units="cm"/>
      <inkml:brushProperty name="height" value="0.0274943727999926" units="cm"/>
      <inkml:brushProperty name="color" value="#6ADCAB"/>
      <inkml:brushProperty name="ignorePressure" value="0"/>
    </inkml:brush>
  </inkml:definitions>
  <inkml:trace contextRef="#ctx0" brushRef="#br0">62400.000000 35750.000000 533,'-94.000000'-22.000000'-10,"13.000000"6.000000"3 ,12.000000 7.000000 3,13.000000 6.000000 3,10.000000 3.000000 5,10.000000 0.000000 5,10.000000 0.000000 5,9.000000 0.000000 5,15.000000 0.000000 6,22.000000 0.000000 6,22.000000 0.000000 6,23.000000 0.000000 7,11.000000 0.000000-1,4.000000 0.000000-6,3.000000 0.000000-6,3.000000 0.000000-6,3.000000 1.000000-5,3.000000 4.000000-3,3.000000 3.000000-3,4.000000 3.000000-2,2.000000-1.000000-1,4.000000-2.000000 0,3.000000-3.000000 1,3.000000-3.000000 0,7.000000-2.000000 0,14.000000 0.000000-1,11.000000 0.000000-2,14.000000 0.000000-2,10.000000 0.000000 0,9.000000 0.000000-2,10.000000 0.000000 0,10.000000 0.000000-2,-6.000000 0.000000-2,-18.000000 0.000000-2,-19.000000 0.000000-2,-18.000000 0.000000-3,-20.000000 0.000000-2,-18.000000 0.000000-1,-19.000000 0.000000-1,-18.000000 0.000000-1,-15.000000-4.000000-13,-9.000000-5.000000-22,-10.000000-7.000000-24,-8.000000-5.000000-23</inkml:trace>
</inkml:ink>
</file>

<file path=ppt/ink/ink5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21"/>
    </inkml:context>
    <inkml:brush xml:id="br0">
      <inkml:brushProperty name="width" value="0.024230744689703" units="cm"/>
      <inkml:brushProperty name="height" value="0.024230744689703" units="cm"/>
      <inkml:brushProperty name="color" value="#6ADCAB"/>
      <inkml:brushProperty name="ignorePressure" value="0"/>
    </inkml:brush>
  </inkml:definitions>
  <inkml:trace contextRef="#ctx0" brushRef="#br0">64900.000000 34850.000000 605,'-158.000000'25.000000'33,"34.000000"0.000000"-3 ,35.000000 0.000000-3,35.000000 0.000000-3,21.000000 0.000000-4,9.000000 0.000000-1,10.000000 0.000000-3,10.000000 0.000000-2,11.000000 0.000000-3,17.000000 0.000000-1,15.000000 0.000000-1,16.000000 0.000000-1,12.000000 1.000000-2,9.000000 4.000000 0,10.000000 3.000000-2,10.000000 3.000000 0,2.000000-1.000000 0,-3.000000-2.000000-1,-3.000000-3.000000-1,-2.000000-3.000000 0,-6.000000-2.000000 0,-6.000000 0.000000-2,-6.000000 0.000000 0,-6.000000 0.000000-2,-9.000000 0.000000 0,-8.000000 0.000000 2,-10.000000 0.000000 1,-9.000000 0.000000 1,-9.000000 4.000000 2,-5.000000 10.000000 3,-7.000000 10.000000 3,-5.000000 9.000000 2,-20.000000 7.000000 2,-31.000000 7.000000 0,-31.000000 6.000000 2,-31.000000 7.000000-1,-24.000000 8.000000 0,-16.000000 14.000000-2,-15.000000 11.000000-3,-15.000000 14.000000-1,-1.000000-1.000000-6,16.000000-12.000000-9,15.000000-13.000000-8,17.000000-12.000000-8</inkml:trace>
</inkml:ink>
</file>

<file path=ppt/ink/ink5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22"/>
    </inkml:context>
    <inkml:brush xml:id="br0">
      <inkml:brushProperty name="width" value="0.0279868952929974" units="cm"/>
      <inkml:brushProperty name="height" value="0.0279868952929974" units="cm"/>
      <inkml:brushProperty name="color" value="#6ADCAB"/>
      <inkml:brushProperty name="ignorePressure" value="0"/>
    </inkml:brush>
  </inkml:definitions>
  <inkml:trace contextRef="#ctx0" brushRef="#br0">62550.000000 35950.000000 524,'-44.000000'4.000000'-15,"13.000000"10.000000"8 ,12.000000 10.000000 7,13.000000 9.000000 7,12.000000 10.000000 6,13.000000 14.000000 3,12.000000 11.000000 4,13.000000 14.000000 3,9.000000 21.000000 1,6.000000 31.000000-2,7.000000 32.000000-1,6.000000 31.000000-1,1.000000 15.000000-2,-3.000000 1.000000 0,-3.000000-1.000000 0,-2.000000 1.000000 0,0.000000 26.000000 1,7.000000 53.000000-1,6.000000 53.000000 2,7.000000 54.000000 0,4.000000 8.000000-1,3.000000-33.000000 0,3.000000-35.000000-1,4.000000-34.000000 0,4.000000-24.000000-2,6.000000-12.000000-1,7.000000-13.000000-2,6.000000-12.000000 0,1.000000-18.000000-2,-3.000000-21.000000-2,-3.000000-22.000000-2,-2.000000-22.000000-2,-6.000000-8.000000 0,-6.000000 6.000000-2,-6.000000 7.000000-1,-6.000000 6.000000-1,-7.000000 1.000000-1,-6.000000-3.000000 2,-6.000000-3.000000-1,-6.000000-2.000000 2,-7.000000-12.000000-2,-6.000000-19.000000 0,-6.000000-18.000000 0,-6.000000-19.000000-2,-6.000000-15.000000-1,-2.000000-8.000000 1,-3.000000-10.000000 1,-3.000000-9.000000-1,-7.000000-16.000000-14,-9.000000-22.000000-30,-10.000000-22.000000-30,-8.000000-21.000000-30</inkml:trace>
</inkml:ink>
</file>

<file path=ppt/ink/ink5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23"/>
    </inkml:context>
    <inkml:brush xml:id="br0">
      <inkml:brushProperty name="width" value="0.0344405137002468" units="cm"/>
      <inkml:brushProperty name="height" value="0.0344405137002468" units="cm"/>
      <inkml:brushProperty name="color" value="#6ADCAB"/>
      <inkml:brushProperty name="ignorePressure" value="0"/>
    </inkml:brush>
  </inkml:definitions>
  <inkml:trace contextRef="#ctx0" brushRef="#br0">63600.000000 43300.000000 425,'-91.000000'-22.000000'2,"19.000000"6.000000"1 ,19.000000 7.000000 3,19.000000 6.000000 3,13.000000 6.000000 3,10.000000 6.000000 7,10.000000 7.000000 6,9.000000 6.000000 7,17.000000 10.000000 1,25.000000 17.000000-3,25.000000 15.000000-2,25.000000 16.000000-3,20.000000 13.000000-3,16.000000 14.000000 0,15.000000 11.000000-2,17.000000 14.000000-1,10.000000 11.000000-1,6.000000 14.000000 0,7.000000 11.000000-2,6.000000 14.000000-1,1.000000 11.000000 0,-3.000000 14.000000-2,-3.000000 11.000000-2,-2.000000 14.000000 0,-1.000000-4.000000-3,3.000000-19.000000-2,3.000000-18.000000-2,4.000000-19.000000-3,-7.000000-15.000000 0,-16.000000-8.000000 0,-15.000000-10.000000 2,-15.000000-9.000000 0,-21.000000-13.000000 0,-25.000000-16.000000 0,-25.000000-15.000000 0,-25.000000-15.000000 0,-22.000000-32.000000 3,-19.000000-47.000000 4,-18.000000-47.000000 6,-19.000000-46.000000 4,-8.000000-54.000000 1,3.000000-59.000000-7,3.000000-60.000000-5,4.000000-58.000000-5,8.000000-33.000000-3,17.000000-2.000000 1,15.000000-3.000000 2,16.000000-3.000000 0,5.000000 27.000000-16,-2.000000 60.000000-36,-3.000000 60.000000-36,-3.000000 59.000000-36</inkml:trace>
</inkml:ink>
</file>

<file path=ppt/ink/ink5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2"/>
    </inkml:context>
    <inkml:brush xml:id="br0">
      <inkml:brushProperty name="width" value="0.0315211489796638" units="cm"/>
      <inkml:brushProperty name="height" value="0.0315211489796638" units="cm"/>
      <inkml:brushProperty name="color" value="#000000"/>
      <inkml:brushProperty name="ignorePressure" value="0"/>
    </inkml:brush>
  </inkml:definitions>
  <inkml:trace contextRef="#ctx0" brushRef="#br0">49600.000000 1200.000000 465,'-22.000000'-41.000000'53,"6.000000"19.000000"2 ,7.000000 19.000000 1,6.000000 19.000000 0,-1.000000 18.000000-3,-5.000000 19.000000-8,-7.000000 19.000000-8,-5.000000 19.000000-10,-8.000000 21.000000-4,-5.000000 26.000000-3,-7.000000 24.000000-2,-5.000000 26.000000-2,-6.000000 13.000000-3,-3.000000 4.000000-1,-3.000000 3.000000-2,-2.000000 3.000000-2,-1.000000-11.000000-1,3.000000-25.000000 1,3.000000-25.000000-1,4.000000-25.000000 0,5.000000-24.000000-4,10.000000-21.000000-6,10.000000-22.000000-8,9.000000-22.000000-7,9.000000-16.000000-3,9.000000-9.000000 0,10.000000-10.000000 0,10.000000-8.000000 0,7.000000-4.000000 3,6.000000 3.000000 3,7.000000 3.000000 4,6.000000 4.000000 4,6.000000-1.000000 3,6.000000-3.000000 2,7.000000-3.000000 2,6.000000-2.000000 1,3.000000-1.000000 2,0.000000 3.000000 1,0.000000 3.000000 2,0.000000 4.000000 1,1.000000-1.000000-1,4.000000-3.000000-3,3.000000-3.000000-2,3.000000-2.000000-3,-4.000000-1.000000-2,-8.000000 3.000000-1,-10.000000 3.000000-2,-9.000000 4.000000-2,-7.000000-1.000000-4,-3.000000-3.000000-9,-3.000000-3.000000-7,-2.000000-2.000000-8</inkml:trace>
</inkml:ink>
</file>

<file path=ppt/ink/ink5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3"/>
    </inkml:context>
    <inkml:brush xml:id="br0">
      <inkml:brushProperty name="width" value="0.0256599523127079" units="cm"/>
      <inkml:brushProperty name="height" value="0.0256599523127079" units="cm"/>
      <inkml:brushProperty name="color" value="#000000"/>
      <inkml:brushProperty name="ignorePressure" value="0"/>
    </inkml:brush>
  </inkml:definitions>
  <inkml:trace contextRef="#ctx0" brushRef="#br0">51350.000000 3250.000000 571,'-38.000000'0.000000'46,"26.000000"0.000000"3 ,24.000000 0.000000 3,26.000000 0.000000 4,12.000000-2.000000-4,0.000000-3.000000-10,0.000000-3.000000-10,0.000000-2.000000-10,1.000000-8.000000-8,4.000000-8.000000-4,3.000000-10.000000-4,3.000000-9.000000-5,-4.000000-7.000000-2,-8.000000-3.000000-2,-10.000000-3.000000-2,-9.000000-2.000000-2,-7.000000-1.000000 0,-3.000000 3.000000 0,-3.000000 3.000000-1,-2.000000 4.000000 1,-9.000000 4.000000 1,-12.000000 6.000000 1,-13.000000 7.000000 2,-12.000000 6.000000 0,-13.000000 7.000000 2,-12.000000 10.000000 2,-13.000000 10.000000 1,-12.000000 9.000000 2,-4.000000 12.000000 2,7.000000 16.000000 0,6.000000 15.000000 0,7.000000 17.000000 1,4.000000 7.000000 0,3.000000 0.000000 1,3.000000 0.000000 1,4.000000 0.000000 0,5.000000-2.000000 1,10.000000-3.000000 0,10.000000-3.000000-1,9.000000-2.000000 0,12.000000-5.000000-3,16.000000-2.000000-6,15.000000-3.000000-6,17.000000-3.000000-6,14.000000-7.000000-10,17.000000-9.000000-12,15.000000-10.000000-12,16.000000-8.000000-12,-2.000000-8.000000-1,-19.000000-2.000000 12,-18.000000-3.000000 10,-19.000000-3.000000 12,-10.000000-2.000000 4,1.000000 0.000000-5,-1.000000 0.000000-4,1.000000 0.000000-4</inkml:trace>
</inkml:ink>
</file>

<file path=ppt/ink/ink5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3"/>
    </inkml:context>
    <inkml:brush xml:id="br0">
      <inkml:brushProperty name="width" value="0.0287651065737009" units="cm"/>
      <inkml:brushProperty name="height" value="0.0287651065737009" units="cm"/>
      <inkml:brushProperty name="color" value="#000000"/>
      <inkml:brushProperty name="ignorePressure" value="0"/>
    </inkml:brush>
  </inkml:definitions>
  <inkml:trace contextRef="#ctx0" brushRef="#br0">53450.000000 2250.000000 509,'-47.000000'-68.000000'31,"6.000000"17.000000"5 ,7.000000 15.000000 6,6.000000 16.000000 6,1.000000 9.000000 1,-3.000000 3.000000-3,-3.000000 3.000000-5,-2.000000 4.000000-3,-5.000000 4.000000-4,-2.000000 6.000000-4,-3.000000 7.000000-5,-3.000000 6.000000-3,-1.000000 6.000000-5,4.000000 6.000000-3,3.000000 7.000000-5,3.000000 6.000000-4,3.000000 4.000000-2,3.000000 4.000000-3,3.000000 3.000000-1,4.000000 3.000000-2,2.000000-2.000000-2,4.000000-6.000000 0,3.000000-6.000000 0,3.000000-6.000000-1,4.000000-4.000000-4,7.000000 1.000000-7,6.000000-1.000000-6,7.000000 1.000000-7,7.000000-3.000000-2,9.000000-2.000000 6,10.000000-3.000000 5,10.000000-3.000000 4,5.000000-2.000000 4,4.000000 0.000000 4,3.000000 0.000000 2,3.000000 0.000000 3,-1.000000 0.000000 4,-2.000000 0.000000 1,-3.000000 0.000000 4,-3.000000 0.000000 3,-9.000000 1.000000 1,-11.000000 4.000000 2,-14.000000 3.000000 1,-11.000000 3.000000 1,-12.000000 1.000000 1,-9.000000 1.000000-2,-10.000000-1.000000 0,-8.000000 1.000000-2,-8.000000-3.000000-2,-2.000000-2.000000-4,-3.000000-3.000000-5,-3.000000-3.000000-4,1.000000-6.000000-6,6.000000-5.000000-6,7.000000-7.000000-6,6.000000-5.000000-6</inkml:trace>
</inkml:ink>
</file>

<file path=ppt/ink/ink5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4"/>
    </inkml:context>
    <inkml:brush xml:id="br0">
      <inkml:brushProperty name="width" value="0.0279469713568687" units="cm"/>
      <inkml:brushProperty name="height" value="0.0279469713568687" units="cm"/>
      <inkml:brushProperty name="color" value="#000000"/>
      <inkml:brushProperty name="ignorePressure" value="0"/>
    </inkml:brush>
  </inkml:definitions>
  <inkml:trace contextRef="#ctx0" brushRef="#br0">55000.000000 2050.000000 524,'-49.000000'-46.000000'90,"4.000000"10.000000"-8 ,3.000000 10.000000-8,3.000000 9.000000-7,3.000000 6.000000-10,3.000000 3.000000-13,3.000000 3.000000-13,4.000000 4.000000-12,-1.000000 5.000000-10,-3.000000 10.000000-6,-3.000000 10.000000-7,-2.000000 9.000000-6,-1.000000 6.000000-3,3.000000 3.000000-1,3.000000 3.000000 0,4.000000 4.000000-1,4.000000 1.000000 0,6.000000 0.000000-1,7.000000 0.000000-1,6.000000 0.000000 0,3.000000-2.000000 0,0.000000-3.000000 1,0.000000-3.000000 1,0.000000-2.000000 2,4.000000-1.000000 1,10.000000 3.000000 2,10.000000 3.000000 1,9.000000 4.000000 1,4.000000-1.000000 3,1.000000-3.000000 1,-1.000000-3.000000 3,1.000000-2.000000 2,-3.000000-5.000000 2,-2.000000-2.000000 2,-3.000000-3.000000 3,-3.000000-3.000000 1,-4.000000-1.000000 2,-3.000000 4.000000 3,-3.000000 3.000000 2,-2.000000 3.000000 3,-9.000000 3.000000 1,-12.000000 3.000000-2,-13.000000 3.000000-1,-12.000000 4.000000 0,-10.000000-1.000000-8,-6.000000-3.000000-13,-6.000000-3.000000-13,-6.000000-2.000000-13,1.000000-6.000000-5,9.000000-6.000000 1,10.000000-6.000000 1,10.000000-6.000000 2,4.000000-6.000000-3,0.000000-2.000000-6,0.000000-3.000000-6,0.000000-3.000000-7</inkml:trace>
</inkml:ink>
</file>

<file path=ppt/ink/ink5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4"/>
    </inkml:context>
    <inkml:brush xml:id="br0">
      <inkml:brushProperty name="width" value="0.0261131040751934" units="cm"/>
      <inkml:brushProperty name="height" value="0.0261131040751934" units="cm"/>
      <inkml:brushProperty name="color" value="#000000"/>
      <inkml:brushProperty name="ignorePressure" value="0"/>
    </inkml:brush>
  </inkml:definitions>
  <inkml:trace contextRef="#ctx0" brushRef="#br0">55950.000000 2700.000000 561,'-47.000000'0.000000'3,"6.000000"0.000000"8 ,7.000000 0.000000 9,6.000000 0.000000 7,7.000000 6.000000 10,10.000000 13.000000 11,10.000000 12.000000 11,9.000000 13.000000 12,6.000000 6.000000-5,3.000000 0.000000-17,3.000000 0.000000-18,4.000000 0.000000-17,4.000000-4.000000-12,6.000000-5.000000-3,7.000000-7.000000-4,6.000000-5.000000-5,4.000000-8.000000-2,4.000000-5.000000-1,3.000000-7.000000-2,3.000000-5.000000-1,-2.000000-11.000000 1,-6.000000-11.000000 2,-6.000000-14.000000 1,-6.000000-11.000000 3,-6.000000-9.000000 3,-2.000000-3.000000 4,-3.000000-3.000000 2,-3.000000-2.000000 5,-7.000000-1.000000 3,-9.000000 3.000000 3,-10.000000 3.000000 5,-8.000000 4.000000 4,-11.000000 4.000000 0,-8.000000 6.000000-6,-10.000000 7.000000-6,-9.000000 6.000000-5,-5.000000 6.000000-5,0.000000 6.000000-8,0.000000 7.000000-5,0.000000 6.000000-8</inkml:trace>
</inkml:ink>
</file>

<file path=ppt/ink/ink5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4"/>
    </inkml:context>
    <inkml:brush xml:id="br0">
      <inkml:brushProperty name="width" value="0.0269032418727875" units="cm"/>
      <inkml:brushProperty name="height" value="0.0269032418727875" units="cm"/>
      <inkml:brushProperty name="color" value="#000000"/>
      <inkml:brushProperty name="ignorePressure" value="0"/>
    </inkml:brush>
  </inkml:definitions>
  <inkml:trace contextRef="#ctx0" brushRef="#br0">57300.000000 2250.000000 545,'-24.000000'96.000000'164,"4.000000"-5.000000"-39 ,3.000000-7.000000-40,3.000000-5.000000-40,-1.000000-4.000000-24,-2.000000 0.000000-9,-3.000000 0.000000-10,-3.000000 0.000000-7,-1.000000-4.000000-6,4.000000-5.000000 1,3.000000-7.000000-1,3.000000-5.000000-1,1.000000-8.000000 1,1.000000-5.000000-1,-1.000000-7.000000-1,1.000000-5.000000 0,4.000000-11.000000 0,9.000000-11.000000 0,10.000000-14.000000-1,10.000000-11.000000 0,7.000000-12.000000 0,6.000000-9.000000 0,7.000000-10.000000 1,6.000000-8.000000 1,10.000000-11.000000 1,17.000000-8.000000 0,15.000000-10.000000 0,16.000000-9.000000 1,2.000000 2.000000 2,-8.000000 17.000000 4,-10.000000 15.000000 4,-9.000000 16.000000 5,-10.000000 10.000000 2,-9.000000 7.000000 4,-10.000000 6.000000 3,-8.000000 7.000000 2,-9.000000 10.000000 3,-6.000000 16.000000 0,-6.000000 15.000000 0,-6.000000 17.000000 0,-9.000000 10.000000 1,-8.000000 6.000000-1,-10.000000 7.000000 1,-9.000000 6.000000 0,-5.000000 3.000000-4,0.000000 0.000000-8,0.000000 0.000000-10,0.000000 0.000000-7,3.000000-7.000000-16,6.000000-11.000000-23,7.000000-14.000000-22,6.000000-11.000000-23</inkml:trace>
</inkml:ink>
</file>

<file path=ppt/ink/ink5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25"/>
    </inkml:context>
    <inkml:brush xml:id="br0">
      <inkml:brushProperty name="width" value="0.0281390883028507" units="cm"/>
      <inkml:brushProperty name="height" value="0.0281390883028507" units="cm"/>
      <inkml:brushProperty name="color" value="#000000"/>
      <inkml:brushProperty name="ignorePressure" value="0"/>
    </inkml:brush>
  </inkml:definitions>
  <inkml:trace contextRef="#ctx0" brushRef="#br0">59350.000000 2350.000000 521,'-2.000000'-46.000000'13,"-3.000000"10.000000"26 ,-3.000000 10.000000 27,-2.000000 9.000000 27,-5.000000 10.000000 1,-2.000000 14.000000-21,-3.000000 11.000000-22,-3.000000 14.000000-21,-1.000000 5.000000-16,4.000000 1.000000-9,3.000000-1.000000-8,3.000000 1.000000-9,3.000000 2.000000-5,3.000000 7.000000-1,3.000000 6.000000-2,4.000000 7.000000-1,7.000000 0.000000-1,13.000000-2.000000 2,12.000000-3.000000 0,13.000000-3.000000 2,7.000000-4.000000 2,4.000000-3.000000 5,3.000000-3.000000 4,3.000000-2.000000 5,-1.000000-1.000000 3,-2.000000 3.000000 3,-3.000000 3.000000 3,-3.000000 4.000000 3,-9.000000-1.000000 2,-11.000000-3.000000 1,-14.000000-3.000000 2,-11.000000-2.000000 2,-15.000000-3.000000-2,-16.000000 1.000000-9,-15.000000-1.000000-7,-15.000000 1.000000-8,-4.000000-4.000000-14,9.000000-6.000000-20,10.000000-6.000000-19,10.000000-6.000000-21</inkml:trace>
</inkml:ink>
</file>

<file path=ppt/ink/ink5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56:2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1750.000000 5850.000000,'2684.000000'-42.000000,"1.000000"1.000000,1.000000 0.000000,-1.000000 0.000000,0.000000-1.000000,-1.000000 1.000000,1.000000 0.000000,1.000000 0.000000,-1.000000-1.000000,0.000000 1.000000,-1.000000 0.000000,1.000000 0.000000,1.000000-1.000000,-1.000000 1.000000,0.000000 0.000000,-1.000000 0.000000,1.000000-1.000000,1.000000 1.000000,-1.000000 0.000000,0.000000 0.000000,-1.000000-1.000000,1.000000 1.000000,1.000000 0.000000,-1.000000 0.000000,0.000000-1.000000,-1.000000 1.000000,1.000000 0.000000,1.000000 0.000000,-1.000000-1.000000,0.000000 1.000000,-1.000000 0.000000,1.000000 0.000000,1.000000-1.000000,-1.000000 1.000000,0.000000 0.000000,-1.000000 0.000000,1.000000-1.000000,1.000000 1.000000,-1.000000 0.000000,0.000000 0.000000</inkml:trace>
</inkml:ink>
</file>

<file path=ppt/ink/ink5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0"/>
    </inkml:context>
    <inkml:brush xml:id="br0">
      <inkml:brushProperty name="width" value="0.0255535412579775" units="cm"/>
      <inkml:brushProperty name="height" value="0.0255535412579775" units="cm"/>
      <inkml:brushProperty name="color" value="#000000"/>
      <inkml:brushProperty name="ignorePressure" value="0"/>
    </inkml:brush>
  </inkml:definitions>
  <inkml:trace contextRef="#ctx0" brushRef="#br0">4650.000000 1700.000000 573,'-71.000000'-2.000000'4,"10.000000"-3.000000"6 ,10.000000-3.000000 8,9.000000-2.000000 6,4.000000 0.000000 3,1.000000 7.000000-1,-1.000000 6.000000-1,1.000000 7.000000-1,-1.000000 10.000000-1,1.000000 16.000000 0,-1.000000 15.000000 0,1.000000 17.000000 0,-1.000000 22.000000-1,1.000000 32.000000-2,-1.000000 31.000000-3,1.000000 32.000000-1,1.000000 22.000000-3,3.000000 17.000000 0,3.000000 15.000000-1,4.000000 16.000000-1,10.000000 7.000000-1,19.000000 1.000000-2,19.000000-1.000000-1,19.000000 1.000000-1,19.000000-17.000000-1,23.000000-30.000000 0,22.000000-32.000000-1,22.000000-30.000000-1,24.000000-29.000000 0,29.000000-25.000000-2,28.000000-25.000000-1,28.000000-25.000000-2,18.000000-22.000000-1,10.000000-19.000000 0,10.000000-18.000000-2,9.000000-19.000000-1,-1.000000-19.000000 0,-8.000000-19.000000-1,-10.000000-18.000000 0,-9.000000-19.000000-1,-9.000000-18.000000-1,-5.000000-15.000000-2,-7.000000-15.000000-1,-5.000000-16.000000-1,-20.000000-12.000000-1,-31.000000-5.000000 0,-31.000000-7.000000 2,-31.000000-5.000000 0,-26.000000 3.000000 2,-18.000000 17.000000 1,-19.000000 15.000000 2,-18.000000 16.000000 2,-17.000000 10.000000 3,-11.000000 7.000000 6,-14.000000 6.000000 5,-11.000000 7.000000 5,-15.000000 0.000000 4,-16.000000-2.000000 0,-15.000000-3.000000 2,-15.000000-3.000000 0,-17.000000 1.000000-2,-15.000000 6.000000-5,-15.000000 7.000000-4,-16.000000 6.000000-5,-21.000000 9.000000-3,-24.000000 13.000000-3,-26.000000 12.000000-1,-24.000000 13.000000-3,-12.000000 12.000000-4,4.000000 13.000000-7,3.000000 12.000000-6,3.000000 13.000000-7,3.000000 13.000000-6,3.000000 17.000000-6,3.000000 15.000000-5,4.000000 16.000000-7,18.000000 2.000000 1,34.000000-8.000000 7,35.000000-10.000000 8,35.000000-9.000000 8,22.000000-5.000000 5,14.000000 0.000000 5,11.000000 0.000000 5,14.000000 0.000000 3</inkml:trace>
</inkml:ink>
</file>

<file path=ppt/ink/ink6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1"/>
    </inkml:context>
    <inkml:brush xml:id="br0">
      <inkml:brushProperty name="width" value="0.0342050455510616" units="cm"/>
      <inkml:brushProperty name="height" value="0.0342050455510616" units="cm"/>
      <inkml:brushProperty name="color" value="#000000"/>
      <inkml:brushProperty name="ignorePressure" value="0"/>
    </inkml:brush>
  </inkml:definitions>
  <inkml:trace contextRef="#ctx0" brushRef="#br0">109750.000000 6750.000000 428,'21.000000'-72.000000'16,"-5.000000"6.000000"0 ,-7.000000 7.000000 0,-5.000000 6.000000 2,-4.000000 4.000000 0,0.000000 4.000000 3,0.000000 3.000000 1,0.000000 3.000000 2,-2.000000 3.000000 0,-3.000000 3.000000 0,-3.000000 3.000000-2,-2.000000 4.000000-1,-11.000000 7.000000-1,-15.000000 13.000000-2,-15.000000 12.000000-2,-16.000000 13.000000-2,-15.000000 20.000000-1,-11.000000 28.000000 0,-14.000000 28.000000-2,-11.000000 29.000000 1,-12.000000 22.000000-2,-9.000000 20.000000-2,-10.000000 18.000000 0,-8.000000 20.000000-2,2.000000 17.000000-2,16.000000 20.000000-2,15.000000 18.000000-1,17.000000 20.000000-3,25.000000 0.000000-1,39.000000-15.000000 0,36.000000-15.000000-1,39.000000-16.000000-2,32.000000-24.000000 1,28.000000-31.000000 2,28.000000-31.000000 0,29.000000-31.000000 1,15.000000-24.000000 2,3.000000-16.000000 2,3.000000-15.000000 0,4.000000-15.000000 3,7.000000-20.000000 1,13.000000-21.000000 2,12.000000-22.000000 2,13.000000-22.000000 2,9.000000-19.000000 2,6.000000-16.000000 1,7.000000-15.000000 0,6.000000-15.000000 2,-13.000000-9.000000-1,-31.000000 1.000000-3,-31.000000-1.000000-2,-31.000000 1.000000-2,-16.000000-13.000000-2,0.000000-25.000000 0,0.000000-25.000000-1,0.000000-25.000000-1,-15.000000-5.000000-1,-27.000000 16.000000 1,-28.000000 15.000000 0,-28.000000 17.000000 0,-26.000000 8.000000-1,-21.000000 4.000000-3,-22.000000 3.000000-1,-22.000000 3.000000-2,-19.000000 4.000000-2,-16.000000 7.000000-2,-15.000000 6.000000 0,-15.000000 7.000000-2,-11.000000 8.000000-3,-2.000000 14.000000-5,-3.000000 11.000000-5,-3.000000 14.000000-5,-4.000000 11.000000-3,-3.000000 14.000000-2,-3.000000 11.000000-2,-2.000000 14.000000-2,13.000000 7.000000 2,31.000000 3.000000 4,32.000000 3.000000 4,31.000000 4.000000 5,15.000000 4.000000-2,1.000000 6.000000-12,-1.000000 7.000000-11,1.000000 6.000000-10</inkml:trace>
</inkml:ink>
</file>

<file path=ppt/ink/ink6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2"/>
    </inkml:context>
    <inkml:brush xml:id="br0">
      <inkml:brushProperty name="width" value="0.0319749303162098" units="cm"/>
      <inkml:brushProperty name="height" value="0.0319749303162098" units="cm"/>
      <inkml:brushProperty name="color" value="#000000"/>
      <inkml:brushProperty name="ignorePressure" value="0"/>
    </inkml:brush>
  </inkml:definitions>
  <inkml:trace contextRef="#ctx0" brushRef="#br0">4850.000000 9150.000000 458,'6.000000'-44.000000'45,"13.000000"13.000000"3 ,12.000000 12.000000 3,13.000000 13.000000 4,10.000000 6.000000-3,10.000000 0.000000-6,10.000000 0.000000-7,9.000000 0.000000-7,9.000000 3.000000-4,9.000000 6.000000-3,10.000000 7.000000-1,10.000000 6.000000-4,2.000000 1.000000-1,-3.000000-3.000000-4,-3.000000-3.000000-3,-2.000000-2.000000-2,-5.000000-3.000000-3,-2.000000 1.000000-1,-3.000000-1.000000-1,-3.000000 1.000000-3,-6.000000-4.000000-4,-5.000000-6.000000-11,-7.000000-6.000000-9,-5.000000-6.000000-10,-11.000000-2.000000-2,-11.000000 3.000000 6,-14.000000 3.000000 7,-11.000000 4.000000 6,-6.000000-1.000000-6,4.000000-3.000000-21,3.000000-3.000000-20,3.000000-2.000000-21</inkml:trace>
</inkml:ink>
</file>

<file path=ppt/ink/ink6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3"/>
    </inkml:context>
    <inkml:brush xml:id="br0">
      <inkml:brushProperty name="width" value="0.0315682329237461" units="cm"/>
      <inkml:brushProperty name="height" value="0.0315682329237461" units="cm"/>
      <inkml:brushProperty name="color" value="#000000"/>
      <inkml:brushProperty name="ignorePressure" value="0"/>
    </inkml:brush>
  </inkml:definitions>
  <inkml:trace contextRef="#ctx0" brushRef="#br0">17150.000000 8500.000000 464,'120.000000'21.000000'181,"-9.000000"-5.000000"-44 ,-10.000000-7.000000-44,-8.000000-5.000000-44,3.000000-4.000000-24,20.000000 0.000000-5,18.000000 0.000000-5,20.000000 0.000000-4,14.000000 0.000000-6,14.000000 0.000000-8,11.000000 0.000000-5,14.000000 0.000000-8,-15.000000 1.000000-6,-41.000000 4.000000-6,-40.000000 3.000000-6,-40.000000 3.000000-5,-21.000000 1.000000-9,0.000000 1.000000-10,0.000000-1.000000-10,0.000000 1.000000-9</inkml:trace>
</inkml:ink>
</file>

<file path=ppt/ink/ink6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4"/>
    </inkml:context>
    <inkml:brush xml:id="br0">
      <inkml:brushProperty name="width" value="0.0344271771609783" units="cm"/>
      <inkml:brushProperty name="height" value="0.0344271771609783" units="cm"/>
      <inkml:brushProperty name="color" value="#000000"/>
      <inkml:brushProperty name="ignorePressure" value="0"/>
    </inkml:brush>
  </inkml:definitions>
  <inkml:trace contextRef="#ctx0" brushRef="#br0">33100.000000 8400.000000 426,'-36.000000'0.000000'75,"28.000000"0.000000"0 ,28.000000 0.000000 0,29.000000 0.000000 1,19.000000 0.000000-6,14.000000 0.000000-13,11.000000 0.000000-12,14.000000 0.000000-12,11.000000 0.000000-10,14.000000 0.000000-4,11.000000 0.000000-5,14.000000 0.000000-6,10.000000-2.000000-5,9.000000-3.000000-5,10.000000-3.000000-5,10.000000-2.000000-6,-6.000000-3.000000-7,-18.000000 1.000000-10,-19.000000-1.000000-9,-18.000000 1.000000-9,-17.000000-3.000000-9,-11.000000-2.000000-7,-14.000000-3.000000-7,-11.000000-3.000000-8</inkml:trace>
</inkml:ink>
</file>

<file path=ppt/ink/ink6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6:34"/>
    </inkml:context>
    <inkml:brush xml:id="br0">
      <inkml:brushProperty name="width" value="0.0330242291092873" units="cm"/>
      <inkml:brushProperty name="height" value="0.0330242291092873" units="cm"/>
      <inkml:brushProperty name="color" value="#000000"/>
      <inkml:brushProperty name="ignorePressure" value="0"/>
    </inkml:brush>
  </inkml:definitions>
  <inkml:trace contextRef="#ctx0" brushRef="#br0">43850.000000 8100.000000 444,'-85.000000'43.000000'30,"32.000000"-11.000000"13 ,31.000000-14.000000 13,32.000000-11.000000 11,21.000000-7.000000 2,13.000000 0.000000-10,12.000000 0.000000-10,13.000000 0.000000-10,15.000000 0.000000-7,19.000000 0.000000-4,19.000000 0.000000-4,19.000000 0.000000-3,15.000000 0.000000-5,13.000000 0.000000-5,12.000000 0.000000-3,13.000000 0.000000-5,7.000000 0.000000-8,4.000000 0.000000-13,3.000000 0.000000-13,3.000000 0.000000-13,-19.000000 0.000000-2,-41.000000 0.000000 6,-40.000000 0.000000 7,-40.000000 0.000000 8,-20.000000 1.000000-3,4.000000 4.000000-14,3.000000 3.000000-13,3.000000 3.000000-14</inkml:trace>
</inkml:ink>
</file>

<file path=ppt/ink/ink6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57:11"/>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32156.000000 11706.000000,'0.000000'0.000000,"593.000000"0.000000,1.000000 0.000000,-1.000000 0.000000,1.000000 0.000000,-1.000000 0.000000,0.000000 0.000000,1.000000 0.000000,-1.000000 0.000000,1.000000 0.000000,-1.000000 0.000000,1.000000 0.000000,-1.000000 0.000000,0.000000 0.000000,1.000000 0.000000,-1.000000 0.000000,1.000000 0.000000,-1.000000 0.000000,1.000000 0.000000,-1.000000 0.000000,1.000000 0.000000,-1.000000 0.000000,0.000000 0.000000,1.000000 0.000000,-1.000000 0.000000,1.000000 0.000000,-1.000000 0.000000,1.000000 0.000000,-1.000000 0.000000,0.000000 0.000000,1.000000 0.000000,-1.000000 0.000000,1.000000 0.000000,-1.000000 0.000000,1.000000 0.000000,-1.000000 0.000000,0.000000 0.000000,1.000000 0.000000,-1.000000 0.000000,1.000000 0.000000,-1.000000 0.000000,-593.000000 0.000000,0.000000 0.000000,0.000000 131.000000,0.000000 0.000000,0.000000 0.000000,0.000000 0.000000,0.000000 0.000000,0.000000-1.000000,0.000000 1.000000,0.000000 0.000000,0.000000 0.000000,0.000000 0.000000,0.000000 0.000000,0.000000 0.000000,0.000000 0.000000,0.000000 0.000000,0.000000 0.000000,0.000000 0.000000,0.000000 0.000000,0.000000 0.000000,0.000000 0.000000,0.000000 0.000000,0.000000-1.000000,0.000000 1.000000,0.000000 0.000000,0.000000 0.000000,0.000000 0.000000,0.000000 0.000000,0.000000 0.000000,0.000000 0.000000,0.000000 0.000000,0.000000 0.000000,0.000000 0.000000,0.000000 0.000000,0.000000 0.000000,0.000000 0.000000,0.000000-1.000000,0.000000 1.000000,0.000000 0.000000,0.000000 0.000000,0.000000 0.000000,0.000000 0.000000,0.000000-131.000000,0.000000 0.000000,-593.000000 0.000000,-1.000000 0.000000,1.000000 0.000000,-1.000000 0.000000,1.000000 0.000000,0.000000 0.000000,-1.000000 0.000000,1.000000 0.000000,-1.000000 0.000000,1.000000 0.000000,-1.000000 0.000000,1.000000 0.000000,0.000000 0.000000,-1.000000 0.000000,1.000000 0.000000,-1.000000 0.000000,1.000000 0.000000,-1.000000 0.000000,1.000000 0.000000,0.000000 0.000000,-1.000000 0.000000,1.000000 0.000000,-1.000000 0.000000,1.000000 0.000000,-1.000000 0.000000,1.000000 0.000000,-1.000000 0.000000,1.000000 0.000000,0.000000 0.000000,-1.000000 0.000000,1.000000 0.000000,-1.000000 0.000000,1.000000 0.000000,-1.000000 0.000000,1.000000 0.000000,0.000000 0.000000,-1.000000 0.000000,1.000000 0.000000,-1.000000 0.000000,1.000000 0.000000,593.000000 0.000000,0.000000 0.000000,0.000000-131.000000,0.000000 0.000000,0.000000 0.000000,0.000000 0.000000,0.000000 0.000000,0.000000 1.000000,0.000000-1.000000,0.000000 0.000000,0.000000 0.000000,0.000000 0.000000,0.000000 0.000000,0.000000 0.000000,0.000000 0.000000,0.000000 0.000000,0.000000 0.000000,0.000000 0.000000,0.000000 0.000000,0.000000 0.000000,0.000000 0.000000,0.000000 1.000000,0.000000-1.000000,0.000000 0.000000,0.000000 0.000000,0.000000 0.000000,0.000000 0.000000,0.000000 0.000000,0.000000 0.000000,0.000000 0.000000,0.000000 0.000000,0.000000 0.000000,0.000000 0.000000,0.000000 0.000000,0.000000 0.000000,0.000000 0.000000,0.000000 1.000000,0.000000-1.000000,0.000000 0.000000,0.000000 0.000000,0.000000 0.000000,0.000000 0.000000,0.000000 131.000000</inkml:trace>
</inkml:ink>
</file>

<file path=ppt/ink/ink6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57:23"/>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59793.000000 13675.000000,'0.000000'26.000000,"-1.000000"1.000000,1.000000-1.000000,-2.000000 0.000000,1.000000 1.000000,-1.000000-1.000000,0.000000 1.000000,-1.000000-1.000000,0.000000 1.000000,0.000000-1.000000,-1.000000 1.000000,0.000000-1.000000,0.000000 0.000000,-1.000000 1.000000,0.000000-1.000000,0.000000 0.000000,-1.000000 1.000000,0.000000-1.000000,0.000000 0.000000,-1.000000 0.000000,0.000000 0.000000,-1.000000 0.000000,0.000000 0.000000,0.000000 0.000000,-1.000000 0.000000,0.000000 0.000000,0.000000-1.000000,-1.000000 1.000000,0.000000 0.000000,-1.000000-1.000000,0.000000 0.000000,0.000000 1.000000,-1.000000-1.000000,0.000000 0.000000,-1.000000 0.000000,0.000000 0.000000,-1.000000-1.000000,1.000000 1.000000,-2.000000-1.000000,1.000000 0.000000,-2.000000 0.000000,1.000000 0.000000,-1.000000 0.000000,-1.000000-1.000000,1.000000 1.000000,-2.000000-1.000000,1.000000-1.000000,-2.000000 1.000000,1.000000-1.000000,-1.000000 0.000000,-1.000000 0.000000,1.000000 0.000000,-2.000000-1.000000,0.000000 0.000000,0.000000-1.000000,0.000000 0.000000,-1.000000 0.000000,-1.000000 0.000000,0.000000-1.000000,0.000000-1.000000,-1.000000 0.000000,0.000000 0.000000,-1.000000-1.000000,1.000000 0.000000,-2.000000 0.000000,1.000000-1.000000,-2.000000-1.000000,1.000000 0.000000,-1.000000-1.000000,0.000000 0.000000,0.000000-1.000000,-1.000000 0.000000,0.000000-1.000000,0.000000-1.000000,-1.000000 0.000000,0.000000-1.000000,0.000000-1.000000,-1.000000 0.000000,1.000000-1.000000,-1.000000 0.000000,0.000000-1.000000,0.000000-1.000000,-1.000000-1.000000,1.000000 0.000000,-1.000000-1.000000,1.000000-1.000000,-1.000000 0.000000,0.000000-1.000000,0.000000-1.000000,1.000000-1.000000,-1.000000 0.000000,0.000000-1.000000,0.000000-1.000000,0.000000-1.000000,1.000000 0.000000,-1.000000-1.000000,1.000000-1.000000,-1.000000 0.000000,1.000000-1.000000,0.000000-1.000000,0.000000-1.000000,1.000000 0.000000,-1.000000-1.000000,1.000000 0.000000,0.000000-1.000000,0.000000-1.000000,1.000000 0.000000,0.000000-1.000000,0.000000-1.000000,1.000000 0.000000,0.000000-1.000000,0.000000 0.000000,1.000000-1.000000,-1.000000 0.000000,2.000000-1.000000,-1.000000-1.000000,2.000000 0.000000,-1.000000 0.000000,1.000000-1.000000,0.000000 0.000000,1.000000 0.000000,0.000000-1.000000,0.000000-1.000000,1.000000 0.000000,1.000000 0.000000,0.000000 0.000000,0.000000-1.000000,0.000000 0.000000,2.000000-1.000000,-1.000000 0.000000,1.000000 0.000000,1.000000 0.000000,-1.000000-1.000000,2.000000 1.000000,-1.000000-1.000000,2.000000-1.000000,-1.000000 1.000000,1.000000-1.000000,1.000000 0.000000,-1.000000 0.000000,2.000000 0.000000,-1.000000 0.000000,2.000000-1.000000,-1.000000 1.000000,1.000000-1.000000,0.000000 0.000000,1.000000 0.000000,0.000000 0.000000,1.000000-1.000000,0.000000 1.000000,0.000000 0.000000,1.000000-1.000000,0.000000 0.000000,1.000000 1.000000,0.000000-1.000000,0.000000 0.000000,1.000000 0.000000,0.000000 0.000000,0.000000 0.000000,1.000000 0.000000,0.000000 0.000000,1.000000 0.000000,0.000000 0.000000,0.000000-1.000000,1.000000 1.000000,0.000000 0.000000,0.000000-1.000000,1.000000 1.000000,0.000000 0.000000,0.000000-1.000000,1.000000 1.000000,0.000000-1.000000,0.000000 1.000000,1.000000-1.000000,0.000000 1.000000,1.000000-1.000000,-1.000000 1.000000,2.000000 0.000000,-1.000000-1.000000,1.000000 1.000000,0.000000-1.000000,1.000000 0.000000,-1.000000 1.000000,2.000000 0.000000,-1.000000-1.000000,1.000000 1.000000,0.000000-1.000000,1.000000 1.000000,0.000000-1.000000,0.000000 1.000000,1.000000-1.000000,0.000000 1.000000,0.000000 0.000000,1.000000-1.000000,0.000000 1.000000,0.000000 0.000000,1.000000-1.000000,0.000000 1.000000,0.000000 0.000000,1.000000 0.000000,0.000000 0.000000,1.000000 0.000000,0.000000 0.000000,0.000000 0.000000,1.000000 0.000000,0.000000 0.000000,0.000000 1.000000,1.000000-1.000000,0.000000 0.000000,1.000000 1.000000,0.000000 0.000000,0.000000-1.000000,1.000000 1.000000,0.000000 0.000000,1.000000 0.000000,0.000000 0.000000,1.000000 1.000000,-1.000000-1.000000,2.000000 1.000000,-1.000000 0.000000,2.000000 0.000000,-1.000000 0.000000,1.000000 0.000000,1.000000 1.000000,-1.000000-1.000000,2.000000 1.000000,-1.000000 1.000000,2.000000-1.000000,-1.000000 1.000000,1.000000 0.000000,1.000000 0.000000,-1.000000 0.000000,2.000000 1.000000,0.000000 0.000000,0.000000 1.000000,0.000000 0.000000,1.000000 0.000000,1.000000 0.000000,0.000000 1.000000,0.000000 1.000000,1.000000 0.000000,0.000000 0.000000,1.000000 1.000000,-1.000000 0.000000,2.000000 0.000000,-1.000000 1.000000,2.000000 1.000000,-1.000000 0.000000,1.000000 1.000000,0.000000 0.000000,0.000000 1.000000,1.000000 0.000000,0.000000 1.000000,0.000000 1.000000,1.000000 0.000000,0.000000 1.000000,0.000000 1.000000,1.000000 0.000000,-1.000000 1.000000,1.000000 0.000000,0.000000 1.000000,0.000000 1.000000,1.000000 1.000000,-1.000000 0.000000,1.000000 1.000000,-1.000000 1.000000,1.000000 0.000000,0.000000 1.000000,0.000000 1.000000,0.000000 1.000000,-1.000000 0.000000,1.000000 1.000000,0.000000 1.000000,0.000000 1.000000,-1.000000 0.000000,1.000000 1.000000,-1.000000 1.000000,1.000000 0.000000,-1.000000 1.000000,0.000000 1.000000,0.000000 1.000000,-1.000000 0.000000,1.000000 1.000000,-1.000000 0.000000,0.000000 1.000000,0.000000 1.000000,-1.000000 0.000000,0.000000 1.000000,0.000000 1.000000,-1.000000 0.000000,0.000000 1.000000,0.000000 0.000000,-1.000000 1.000000,1.000000 0.000000,-2.000000 1.000000,1.000000 1.000000,-2.000000 0.000000,1.000000 0.000000,-1.000000 1.000000,0.000000 0.000000,-1.000000 0.000000,0.000000 1.000000,0.000000 1.000000,-1.000000 0.000000,-1.000000 0.000000,0.000000 0.000000,0.000000 1.000000,0.000000 0.000000,-2.000000 1.000000,1.000000 0.000000,-1.000000 0.000000,-1.000000 0.000000,1.000000 1.000000,-2.000000-1.000000,1.000000 1.000000,-2.000000 1.000000,1.000000-1.000000,-1.000000 1.000000,-1.000000 0.000000,1.000000 0.000000,-2.000000 0.000000,1.000000 0.000000,-2.000000 1.000000,1.000000-1.000000,-1.000000 1.000000,0.000000 0.000000,-1.000000 0.000000,0.000000 0.000000,-1.000000 1.000000,0.000000-1.000000,0.000000 0.000000,-1.000000 1.000000,0.000000 0.000000,-1.000000-1.000000,0.000000 1.000000,0.000000 0.000000,-1.000000 0.000000,0.000000 0.000000,0.000000 0.000000,-1.000000 0.000000,0.000000 0.000000,-1.000000 0.000000,0.000000 0.000000,0.000000 1.000000,-1.000000-1.000000,0.000000 0.000000,0.000000 1.000000,-1.000000-1.000000,0.000000 0.000000,0.000000 1.000000,-1.000000-1.000000,0.000000 1.000000,0.000000-1.000000,-1.000000 1.000000,0.000000-1.000000,-1.000000 1.000000,1.000000-1.000000,-2.000000 0.000000,1.000000 1.000000,-1.000000 0.000000</inkml:trace>
</inkml:ink>
</file>

<file path=ppt/ink/ink6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4"/>
    </inkml:context>
    <inkml:brush xml:id="br0">
      <inkml:brushProperty name="width" value="0.0285656042397022" units="cm"/>
      <inkml:brushProperty name="height" value="0.0285656042397022" units="cm"/>
      <inkml:brushProperty name="color" value="#000000"/>
      <inkml:brushProperty name="ignorePressure" value="0"/>
    </inkml:brush>
  </inkml:definitions>
  <inkml:trace contextRef="#ctx0" brushRef="#br0">59350.000000 15200.000000 513,'0.000000'-47.000000'20,"0.000000"6.000000"9 ,0.000000 7.000000 9,0.000000 6.000000 8,3.000000 10.000000 2,6.000000 17.000000-3,7.000000 15.000000-4,6.000000 16.000000-3,3.000000 5.000000-6,0.000000-2.000000-6,0.000000-3.000000-7,0.000000-3.000000-6,0.000000-2.000000-4,0.000000 0.000000-1,0.000000 0.000000-1,0.000000 0.000000-2,0.000000 1.000000-1,0.000000 4.000000 0,0.000000 3.000000-1,0.000000 3.000000-1,0.000000-1.000000-1,0.000000-2.000000 1,0.000000-3.000000 0,0.000000-3.000000 0,0.000000-2.000000 0,0.000000 0.000000 0,0.000000 0.000000 0,0.000000 0.000000 1,0.000000 0.000000 0,0.000000 0.000000 0,0.000000 0.000000 0,0.000000 0.000000 0,0.000000 0.000000-1,0.000000 0.000000 1,0.000000 0.000000 0,0.000000 0.000000 0,0.000000 0.000000 0,0.000000 0.000000-1,0.000000 0.000000 0,0.000000 0.000000 0,1.000000 0.000000-1,4.000000 0.000000-1,3.000000 0.000000 0,3.000000 0.000000 0,-2.000000 0.000000 0,-6.000000 0.000000-1,-6.000000 0.000000 0,-6.000000 0.000000-1,-2.000000-2.000000 1,3.000000-3.000000 0,3.000000-3.000000 1,4.000000-2.000000 0,1.000000-3.000000 0,0.000000 1.000000 1,0.000000-1.000000 0,0.000000 1.000000 1</inkml:trace>
</inkml:ink>
</file>

<file path=ppt/ink/ink6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6"/>
    </inkml:context>
    <inkml:brush xml:id="br0">
      <inkml:brushProperty name="width" value="0.0297815706580877" units="cm"/>
      <inkml:brushProperty name="height" value="0.0297815706580877" units="cm"/>
      <inkml:brushProperty name="color" value="#000000"/>
      <inkml:brushProperty name="ignorePressure" value="0"/>
    </inkml:brush>
  </inkml:definitions>
  <inkml:trace contextRef="#ctx0" brushRef="#br0">34750.000000 14050.000000 492,'-22.000000'-69.000000'41,"6.000000"13.000000"-3 ,7.000000 12.000000-2,6.000000 13.000000-2,3.000000 4.000000-3,0.000000-3.000000-2,0.000000-3.000000-3,0.000000-2.000000-1,0.000000-3.000000-2,0.000000 1.000000 1,0.000000-1.000000 0,0.000000 1.000000 0,-5.000000 1.000000 0,-9.000000 3.000000-3,-10.000000 3.000000-1,-8.000000 4.000000-1,-14.000000 13.000000-2,-15.000000 26.000000-2,-15.000000 24.000000-1,-16.000000 26.000000-2,-5.000000 15.000000-3,6.000000 6.000000-8,7.000000 7.000000-6,6.000000 6.000000-7,6.000000-1.000000-4,6.000000-5.000000-1,7.000000-7.000000-1,6.000000-5.000000-1,10.000000-6.000000 1,17.000000-3.000000 0,15.000000-3.000000 3,16.000000-2.000000 0,13.000000-3.000000 3,14.000000 1.000000 1,11.000000-1.000000 3,14.000000 1.000000 2,5.000000-3.000000 2,1.000000-2.000000 1,-1.000000-3.000000 2,1.000000-3.000000 1,-3.000000-1.000000 1,-2.000000 4.000000 1,-3.000000 3.000000 2,-3.000000 3.000000 0,-4.000000-1.000000 2,-3.000000-2.000000 1,-3.000000-3.000000 1,-2.000000-3.000000 0,-6.000000-4.000000 2,-6.000000-3.000000 0,-6.000000-3.000000 0,-6.000000-2.000000 0,-10.000000-5.000000 1,-12.000000-2.000000 1,-13.000000-3.000000-1,-12.000000-3.000000 2,-10.000000-1.000000-2,-6.000000 4.000000-3,-6.000000 3.000000-2,-6.000000 3.000000-3,-7.000000-2.000000-4,-6.000000-6.000000-7,-6.000000-6.000000-7,-6.000000-6.000000-6,1.000000-7.000000-7,9.000000-6.000000-7,10.000000-6.000000-5,10.000000-6.000000-7,8.000000-4.000000 0,10.000000 1.000000 6,10.000000-1.000000 7,9.000000 1.000000 6,4.000000-3.000000 2,1.000000-2.000000-3,-1.000000-3.000000-4,1.000000-3.000000-3</inkml:trace>
</inkml:ink>
</file>

<file path=ppt/ink/ink6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6"/>
    </inkml:context>
    <inkml:brush xml:id="br0">
      <inkml:brushProperty name="width" value="0.0271227788180113" units="cm"/>
      <inkml:brushProperty name="height" value="0.0271227788180113" units="cm"/>
      <inkml:brushProperty name="color" value="#000000"/>
      <inkml:brushProperty name="ignorePressure" value="0"/>
    </inkml:brush>
  </inkml:definitions>
  <inkml:trace contextRef="#ctx0" brushRef="#br0">35200.000000 15300.000000 540,'-46.000000'1.000000'39,"10.000000"4.000000"2 ,10.000000 3.000000 1,9.000000 3.000000 2,9.000000-1.000000-3,9.000000-2.000000-8,10.000000-3.000000-7,10.000000-3.000000-7,8.000000-6.000000-5,10.000000-5.000000-3,10.000000-7.000000-1,9.000000-5.000000-4,4.000000-9.000000 0,1.000000-9.000000-1,-1.000000-10.000000-1,1.000000-8.000000 1,-3.000000-6.000000-2,-2.000000 1.000000 1,-3.000000-1.000000-1,-3.000000 1.000000 0,-6.000000-1.000000 0,-5.000000 1.000000 1,-7.000000-1.000000 1,-5.000000 1.000000 1,-11.000000 4.000000 0,-11.000000 9.000000 0,-14.000000 10.000000-1,-11.000000 10.000000-1,-12.000000 8.000000-1,-9.000000 10.000000 0,-10.000000 10.000000-1,-8.000000 9.000000 0,-8.000000 10.000000 0,-2.000000 14.000000 0,-3.000000 11.000000 2,-3.000000 14.000000 1,1.000000 7.000000 1,6.000000 3.000000-1,7.000000 3.000000 0,6.000000 4.000000-1,7.000000 1.000000 0,10.000000 0.000000 0,10.000000 0.000000 0,9.000000 0.000000 0,7.000000 1.000000-2,7.000000 4.000000-3,6.000000 3.000000-5,7.000000 3.000000-3,13.000000-5.000000-7,22.000000-12.000000-7,22.000000-13.000000-9,23.000000-12.000000-9,16.000000-10.000000-3,13.000000-6.000000 0,12.000000-6.000000 1,13.000000-6.000000 1,-5.000000-7.000000 0,-22.000000-6.000000 1,-22.000000-6.000000-1,-21.000000-6.000000 1</inkml:trace>
</inkml:ink>
</file>

<file path=ppt/ink/ink6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6"/>
    </inkml:context>
    <inkml:brush xml:id="br0">
      <inkml:brushProperty name="width" value="0.0252145435661077" units="cm"/>
      <inkml:brushProperty name="height" value="0.0252145435661077" units="cm"/>
      <inkml:brushProperty name="color" value="#000000"/>
      <inkml:brushProperty name="ignorePressure" value="0"/>
    </inkml:brush>
  </inkml:definitions>
  <inkml:trace contextRef="#ctx0" brushRef="#br0">37100.000000 14900.000000 581,'-46.000000'-2.000000'8,"10.000000"-3.000000"16 ,10.000000-3.000000 15,9.000000-2.000000 16,6.000000-5.000000 3,3.000000-2.000000-12,3.000000-3.000000-10,4.000000-3.000000-11,1.000000-4.000000-6,0.000000-3.000000-1,0.000000-3.000000-1,0.000000-2.000000 0,-4.000000 2.000000-3,-5.000000 9.000000-1,-7.000000 10.000000-2,-5.000000 10.000000-2,-8.000000 8.000000-2,-5.000000 10.000000-4,-7.000000 10.000000-4,-5.000000 9.000000-4,-3.000000 12.000000 0,4.000000 16.000000-1,3.000000 15.000000 1,3.000000 17.000000 1,4.000000 5.000000-1,7.000000-3.000000 0,6.000000-3.000000-2,7.000000-2.000000-1,5.000000-8.000000-1,7.000000-8.000000 0,6.000000-10.000000-1,7.000000-9.000000 0,7.000000-10.000000-1,9.000000-9.000000 1,10.000000-10.000000-1,10.000000-8.000000 1,5.000000-14.000000 0,4.000000-15.000000 0,3.000000-15.000000 0,3.000000-16.000000-1,-4.000000-10.000000-1,-8.000000-3.000000-2,-10.000000-3.000000-3,-9.000000-2.000000-2,-5.000000-3.000000 0,0.000000 1.000000 5,0.000000-1.000000 4,0.000000 1.000000 5,-2.000000 2.000000 3,-3.000000 7.000000 2,-3.000000 6.000000 3,-2.000000 7.000000 3,-5.000000 13.000000 6,-2.000000 22.000000 10,-3.000000 22.000000 12,-3.000000 23.000000 10,-2.000000 10.000000-5,0.000000 0.000000-20,0.000000 0.000000-20,0.000000 0.000000-22,1.000000-2.000000-10,4.000000-3.000000-3,3.000000-3.000000-2,3.000000-2.000000-2,1.000000-6.000000-1,1.000000-6.000000 0,-1.000000-6.000000 0,1.000000-6.000000 1</inkml:trace>
</inkml:ink>
</file>

<file path=ppt/ink/ink6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7"/>
    </inkml:context>
    <inkml:brush xml:id="br0">
      <inkml:brushProperty name="width" value="0.0270196218043566" units="cm"/>
      <inkml:brushProperty name="height" value="0.0270196218043566" units="cm"/>
      <inkml:brushProperty name="color" value="#000000"/>
      <inkml:brushProperty name="ignorePressure" value="0"/>
    </inkml:brush>
  </inkml:definitions>
  <inkml:trace contextRef="#ctx0" brushRef="#br0">37600.000000 14800.000000 542,'-41.000000'-22.000000'60,"19.000000"6.000000"-4 ,19.000000 7.000000-6,19.000000 6.000000-4,12.000000 6.000000-6,6.000000 6.000000-6,7.000000 7.000000-8,6.000000 6.000000-5,-1.000000 4.000000-6,-5.000000 4.000000-2,-7.000000 3.000000-2,-5.000000 3.000000-3,-8.000000 4.000000-2,-5.000000 7.000000-2,-7.000000 6.000000-3,-5.000000 7.000000-1,-6.000000 4.000000-2,-3.000000 3.000000-1,-3.000000 3.000000-1,-2.000000 4.000000-1,-3.000000-4.000000 1,1.000000-9.000000 2,-1.000000-10.000000 2,1.000000-8.000000 3,4.000000-18.000000 3,9.000000-25.000000 7,10.000000-25.000000 5,10.000000-25.000000 5,11.000000-19.000000-4,17.000000-12.000000-14,15.000000-13.000000-16,16.000000-12.000000-14,2.000000-1.000000-5,-8.000000 14.000000 4,-10.000000 11.000000 4,-9.000000 14.000000 5,-7.000000 10.000000-8,-3.000000 9.000000-17,-3.000000 10.000000-17,-2.000000 10.000000-17</inkml:trace>
</inkml:ink>
</file>

<file path=ppt/ink/ink6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7"/>
    </inkml:context>
    <inkml:brush xml:id="br0">
      <inkml:brushProperty name="width" value="0.0253727678209543" units="cm"/>
      <inkml:brushProperty name="height" value="0.0253727678209543" units="cm"/>
      <inkml:brushProperty name="color" value="#000000"/>
      <inkml:brushProperty name="ignorePressure" value="0"/>
    </inkml:brush>
  </inkml:definitions>
  <inkml:trace contextRef="#ctx0" brushRef="#br0">39250.000000 14850.000000 578,'-24.000000'-24.000000'8,"4.000000"4.000000"10 ,3.000000 3.000000 11,3.000000 3.000000 8,1.000000 1.000000 5,1.000000 1.000000-4,-1.000000-1.000000-1,1.000000 1.000000-3,-4.000000 5.000000-3,-6.000000 14.000000-5,-6.000000 11.000000-3,-6.000000 14.000000-4,-4.000000 11.000000-4,1.000000 14.000000-1,-1.000000 11.000000-3,1.000000 14.000000-1,4.000000 3.000000-3,9.000000-2.000000 1,10.000000-3.000000-2,10.000000-3.000000 0,8.000000-6.000000-4,10.000000-5.000000-3,10.000000-7.000000-6,9.000000-5.000000-5,12.000000-9.000000-6,16.000000-9.000000-7,15.000000-10.000000-7,17.000000-8.000000-7,7.000000-14.000000-5,0.000000-15.000000-2,0.000000-15.000000-1,0.000000-16.000000-2,-8.000000-5.000000 2,-16.000000 6.000000 5,-15.000000 7.000000 6,-15.000000 6.000000 5</inkml:trace>
</inkml:ink>
</file>

<file path=ppt/ink/ink6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27"/>
    </inkml:context>
    <inkml:brush xml:id="br0">
      <inkml:brushProperty name="width" value="0.0304217394441366" units="cm"/>
      <inkml:brushProperty name="height" value="0.0304217394441366" units="cm"/>
      <inkml:brushProperty name="color" value="#000000"/>
      <inkml:brushProperty name="ignorePressure" value="0"/>
    </inkml:brush>
  </inkml:definitions>
  <inkml:trace contextRef="#ctx0" brushRef="#br0">40250.000000 13800.000000 482,'-21.000000'-47.000000'2,"10.000000"6.000000"4 ,10.000000 7.000000 6,9.000000 6.000000 3,6.000000 6.000000 4,3.000000 6.000000 1,3.000000 7.000000 2,4.000000 6.000000 2,-1.000000 9.000000 2,-3.000000 13.000000 2,-3.000000 12.000000 2,-2.000000 13.000000 2,-5.000000 9.000000 1,-2.000000 6.000000-2,-3.000000 7.000000 0,-3.000000 6.000000-1,-6.000000 7.000000-2,-5.000000 10.000000-3,-7.000000 10.000000-1,-5.000000 9.000000-4,-8.000000 9.000000-2,-5.000000 9.000000-3,-7.000000 10.000000-4,-5.000000 10.000000-3,-3.000000-1.000000-3,4.000000-9.000000-3,3.000000-10.000000-2,3.000000-8.000000-4,6.000000-15.000000-2,9.000000-19.000000-3,10.000000-18.000000-3,10.000000-19.000000-2,13.000000-30.000000-5,19.000000-41.000000-4,19.000000-40.000000-6,19.000000-40.000000-6,9.000000-17.000000 0,0.000000 10.000000 3,0.000000 10.000000 4,0.000000 9.000000 3,-2.000000 7.000000 3,-3.000000 7.000000 3,-3.000000 6.000000 3,-2.000000 7.000000 2,-6.000000 8.000000 3,-6.000000 14.000000 2,-6.000000 11.000000 1,-6.000000 14.000000 2,-7.000000 11.000000 3,-6.000000 14.000000 3,-6.000000 11.000000 3,-6.000000 14.000000 3,-7.000000 13.000000 5,-6.000000 16.000000 6,-6.000000 15.000000 6,-6.000000 17.000000 5,-4.000000 7.000000 3,1.000000 0.000000-2,-1.000000 0.000000-2,1.000000 0.000000-3,1.000000-5.000000-4,3.000000-9.000000-7,3.000000-10.000000-7,4.000000-8.000000-8,1.000000-11.000000-15,0.000000-8.000000-22,0.000000-10.000000-23,0.000000-9.000000-23</inkml:trace>
</inkml:ink>
</file>

<file path=ppt/ink/ink6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5"/>
    </inkml:context>
    <inkml:brush xml:id="br0">
      <inkml:brushProperty name="width" value="0.0258335191756487" units="cm"/>
      <inkml:brushProperty name="height" value="0.0258335191756487" units="cm"/>
      <inkml:brushProperty name="color" value="#000000"/>
      <inkml:brushProperty name="ignorePressure" value="0"/>
    </inkml:brush>
  </inkml:definitions>
  <inkml:trace contextRef="#ctx0" brushRef="#br0">43900.000000 13850.000000 567,'-22.000000'-15.000000'51,"6.000000"23.000000"1 ,7.000000 22.000000 1,6.000000 22.000000 2,-1.000000 18.000000-4,-5.000000 16.000000-9,-7.000000 15.000000-9,-5.000000 17.000000-9,-6.000000 11.000000-6,-3.000000 10.000000-3,-3.000000 10.000000-4,-2.000000 9.000000-2,0.000000-1.000000-4,7.000000-8.000000 0,6.000000-10.000000-1,7.000000-9.000000-1,2.000000-15.000000-2,1.000000-18.000000-1,-1.000000-19.000000-3,1.000000-18.000000-1,4.000000-20.000000-10,9.000000-18.000000-17,10.000000-19.000000-16,10.000000-18.000000-17,4.000000-10.000000-4,0.000000 0.000000 10,0.000000 0.000000 9,0.000000 0.000000 9,-2.000000 0.000000 7,-3.000000 0.000000 2,-3.000000 0.000000 3,-2.000000 0.000000 2</inkml:trace>
</inkml:ink>
</file>

<file path=ppt/ink/ink6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6"/>
    </inkml:context>
    <inkml:brush xml:id="br0">
      <inkml:brushProperty name="width" value="0.0227376502007246" units="cm"/>
      <inkml:brushProperty name="height" value="0.0227376502007246" units="cm"/>
      <inkml:brushProperty name="color" value="#000000"/>
      <inkml:brushProperty name="ignorePressure" value="0"/>
    </inkml:brush>
  </inkml:definitions>
  <inkml:trace contextRef="#ctx0" brushRef="#br0">44150.000000 15250.000000 645,'-24.000000'45.000000'8,"4.000000"-9.000000"3 ,3.000000-10.000000 3,3.000000-8.000000 2,9.000000-8.000000 2,16.000000-2.000000 3,15.000000-3.000000 3,17.000000-3.000000 1,10.000000-4.000000 0,6.000000-3.000000-4,7.000000-3.000000-5,6.000000-2.000000-4,1.000000-6.000000-4,-3.000000-6.000000-4,-3.000000-6.000000-4,-2.000000-6.000000-3,-5.000000-6.000000-3,-2.000000-2.000000-1,-3.000000-3.000000 1,-3.000000-3.000000-1,-6.000000-1.000000 0,-5.000000 4.000000 2,-7.000000 3.000000 2,-5.000000 3.000000 0,-8.000000 1.000000 2,-5.000000 1.000000 1,-7.000000-1.000000 2,-5.000000 1.000000 1,-9.000000 2.000000 1,-9.000000 7.000000-1,-10.000000 6.000000 1,-8.000000 7.000000-1,-9.000000 7.000000 1,-6.000000 9.000000 0,-6.000000 10.000000 1,-6.000000 10.000000 1,-4.000000 7.000000 0,1.000000 6.000000 1,-1.000000 7.000000 0,1.000000 6.000000-1,-1.000000 7.000000 2,1.000000 10.000000 0,-1.000000 10.000000 2,1.000000 9.000000 1,5.000000 1.000000 0,14.000000-6.000000-1,11.000000-6.000000 0,14.000000-6.000000-1,8.000000-4.000000 0,7.000000 1.000000 0,6.000000-1.000000 0,7.000000 1.000000 0,10.000000-6.000000-6,16.000000-8.000000-15,15.000000-10.000000-12,17.000000-9.000000-14,0.000000-9.000000-3,-11.000000-5.000000 8,-14.000000-7.000000 8,-11.000000-5.000000 8,-6.000000-3.000000-2,4.000000 4.000000-12,3.000000 3.000000-11,3.000000 3.000000-11</inkml:trace>
</inkml:ink>
</file>

<file path=ppt/ink/ink6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6"/>
    </inkml:context>
    <inkml:brush xml:id="br0">
      <inkml:brushProperty name="width" value="0.021857738494873" units="cm"/>
      <inkml:brushProperty name="height" value="0.021857738494873" units="cm"/>
      <inkml:brushProperty name="color" value="#000000"/>
      <inkml:brushProperty name="ignorePressure" value="0"/>
    </inkml:brush>
  </inkml:definitions>
  <inkml:trace contextRef="#ctx0" brushRef="#br0">45950.000000 14800.000000 671,'-46.000000'-2.000000'3,"10.000000"-3.000000"7 ,10.000000-3.000000 6,9.000000-2.000000 7,2.000000-3.000000 5,-2.000000 1.000000 3,-3.000000-1.000000 5,-3.000000 1.000000 3,-2.000000 2.000000-1,0.000000 7.000000-6,0.000000 6.000000-6,0.000000 7.000000-5,1.000000 4.000000-7,4.000000 3.000000-5,3.000000 3.000000-6,3.000000 4.000000-7,1.000000 4.000000-5,1.000000 6.000000-4,-1.000000 7.000000-4,1.000000 6.000000-5,1.000000 1.000000-1,3.000000-3.000000 0,3.000000-3.000000 2,4.000000-2.000000 0,4.000000-1.000000 3,6.000000 3.000000 4,7.000000 3.000000 4,6.000000 4.000000 5,3.000000-3.000000 3,0.000000-5.000000 0,0.000000-7.000000 1,0.000000-5.000000 0,1.000000-4.000000 2,4.000000 0.000000 3,3.000000 0.000000 3,3.000000 0.000000 3,-2.000000 0.000000 2,-6.000000 0.000000 2,-6.000000 0.000000 2,-6.000000 0.000000 2,-6.000000 1.000000-2,-2.000000 4.000000-4,-3.000000 3.000000-5,-3.000000 3.000000-5,-6.000000-4.000000-13,-5.000000-8.000000-19,-7.000000-10.000000-21,-5.000000-9.000000-20</inkml:trace>
</inkml:ink>
</file>

<file path=ppt/ink/ink6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6"/>
    </inkml:context>
    <inkml:brush xml:id="br0">
      <inkml:brushProperty name="width" value="0.0208481084555387" units="cm"/>
      <inkml:brushProperty name="height" value="0.0208481084555387" units="cm"/>
      <inkml:brushProperty name="color" value="#000000"/>
      <inkml:brushProperty name="ignorePressure" value="0"/>
    </inkml:brush>
  </inkml:definitions>
  <inkml:trace contextRef="#ctx0" brushRef="#br0">46600.000000 14800.000000 703,'25.000000'-47.000000'1,"0.000000"6.000000"3 ,0.000000 7.000000 3,0.000000 6.000000 2,-8.000000 7.000000 8,-16.000000 10.000000 10,-15.000000 10.000000 13,-15.000000 9.000000 10,-11.000000 9.000000 1,-2.000000 9.000000-12,-3.000000 10.000000-12,-3.000000 10.000000-11,-1.000000 5.000000-9,4.000000 4.000000-5,3.000000 3.000000-7,3.000000 3.000000-4,6.000000-1.000000-4,9.000000-2.000000-2,10.000000-3.000000-1,10.000000-3.000000-1,4.000000-4.000000 0,0.000000-3.000000 2,0.000000-3.000000 1,0.000000-2.000000 2,4.000000-5.000000 3,10.000000-2.000000 5,10.000000-3.000000 5,9.000000-3.000000 4,6.000000-2.000000 2,3.000000 0.000000 1,3.000000 0.000000 0,4.000000 0.000000 0,-3.000000 0.000000 0,-5.000000 0.000000 1,-7.000000 0.000000 2,-5.000000 0.000000 0,-6.000000 0.000000 1,-3.000000 0.000000-1,-3.000000 0.000000-2,-2.000000 0.000000 0,-8.000000-2.000000-4,-8.000000-3.000000-9,-10.000000-3.000000-7,-9.000000-2.000000-8,-4.000000-3.000000-11,4.000000 1.000000-11,3.000000-1.000000-14,3.000000 1.000000-11</inkml:trace>
</inkml:ink>
</file>

<file path=ppt/ink/ink6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7"/>
    </inkml:context>
    <inkml:brush xml:id="br0">
      <inkml:brushProperty name="width" value="0.0228031575679779" units="cm"/>
      <inkml:brushProperty name="height" value="0.0228031575679779" units="cm"/>
      <inkml:brushProperty name="color" value="#000000"/>
      <inkml:brushProperty name="ignorePressure" value="0"/>
    </inkml:brush>
  </inkml:definitions>
  <inkml:trace contextRef="#ctx0" brushRef="#br0">47400.000000 14950.000000 643,'-68.000000'28.000000'61,"17.000000"6.000000"-7 ,15.000000 7.000000-7,16.000000 6.000000-7,9.000000 4.000000-7,3.000000 4.000000-4,3.000000 3.000000-5,4.000000 3.000000-5,5.000000-1.000000-4,10.000000-2.000000-3,10.000000-3.000000-3,9.000000-3.000000-3,6.000000-7.000000-2,3.000000-9.000000-2,3.000000-10.000000-1,4.000000-8.000000-1,2.000000-11.000000-2,4.000000-8.000000-5,3.000000-10.000000-3,3.000000-9.000000-5,-2.000000-12.000000-1,-6.000000-11.000000 0,-6.000000-14.000000 1,-6.000000-11.000000 1,-7.000000-7.000000 0,-6.000000 0.000000 2,-6.000000 0.000000 1,-6.000000 0.000000 1,-7.000000 4.000000 1,-6.000000 10.000000-1,-6.000000 10.000000 0,-6.000000 9.000000-1,-6.000000 7.000000-2,-2.000000 7.000000-5,-3.000000 6.000000-3,-3.000000 7.000000-5,-2.000000 5.000000-3,0.000000 7.000000-3,0.000000 6.000000-3,0.000000 7.000000-3</inkml:trace>
</inkml:ink>
</file>

<file path=ppt/ink/ink6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7"/>
    </inkml:context>
    <inkml:brush xml:id="br0">
      <inkml:brushProperty name="width" value="0.0211463887244463" units="cm"/>
      <inkml:brushProperty name="height" value="0.0211463887244463" units="cm"/>
      <inkml:brushProperty name="color" value="#000000"/>
      <inkml:brushProperty name="ignorePressure" value="0"/>
    </inkml:brush>
  </inkml:definitions>
  <inkml:trace contextRef="#ctx0" brushRef="#br0">48100.000000 14800.000000 693,'21.000000'23.000000'0,"-5.000000"-3.000000"17 ,-7.000000-3.000000 16,-5.000000-2.000000 17,-4.000000 2.000000 4,0.000000 9.000000-10,0.000000 10.000000-9,0.000000 10.000000-10,0.000000 5.000000-7,0.000000 4.000000-4,0.000000 3.000000-5,0.000000 3.000000-3,0.000000-1.000000-4,0.000000-2.000000-3,0.000000-3.000000-2,0.000000-3.000000-3,0.000000-6.000000-3,0.000000-5.000000-4,0.000000-7.000000-4,0.000000-5.000000-4,3.000000-15.000000-3,6.000000-22.000000-4,7.000000-22.000000-4,6.000000-21.000000-2,4.000000-12.000000 1,4.000000 1.000000 6,3.000000-1.000000 8,3.000000 1.000000 7,1.000000 4.000000 7,1.000000 9.000000 9,-1.000000 10.000000 9,1.000000 10.000000 9,-3.000000 5.000000 3,-2.000000 4.000000-1,-3.000000 3.000000-2,-3.000000 3.000000-2,-6.000000 10.000000-1,-5.000000 20.000000-2,-7.000000 18.000000-3,-5.000000 20.000000-1,-4.000000 8.000000-6,0.000000 1.000000-7,0.000000-1.000000-7,0.000000 1.000000-8,0.000000-4.000000-6,0.000000-6.000000-4,0.000000-6.000000-4,0.000000-6.000000-5,1.000000-6.000000-2,4.000000-2.000000-1,3.000000-3.000000 0,3.000000-3.000000 0</inkml:trace>
</inkml:ink>
</file>

<file path=ppt/ink/ink6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7"/>
    </inkml:context>
    <inkml:brush xml:id="br0">
      <inkml:brushProperty name="width" value="0.0206604562699795" units="cm"/>
      <inkml:brushProperty name="height" value="0.0206604562699795" units="cm"/>
      <inkml:brushProperty name="color" value="#000000"/>
      <inkml:brushProperty name="ignorePressure" value="0"/>
    </inkml:brush>
  </inkml:definitions>
  <inkml:trace contextRef="#ctx0" brushRef="#br0">49600.000000 14700.000000 709,'-2.000000'-46.000000'5,"-3.000000"10.000000"8 ,-3.000000 10.000000 10,-2.000000 9.000000 8,-5.000000 7.000000 4,-2.000000 7.000000-2,-3.000000 6.000000-1,-3.000000 7.000000-3,-4.000000 7.000000-3,-3.000000 9.000000-4,-3.000000 10.000000-5,-2.000000 10.000000-4,-1.000000 4.000000-5,3.000000 0.000000-5,3.000000 0.000000-3,4.000000 0.000000-6,4.000000-2.000000-2,6.000000-3.000000-2,7.000000-3.000000-2,6.000000-2.000000-2,4.000000-5.000000-1,4.000000-2.000000 0,3.000000-3.000000-1,3.000000-3.000000 0,6.000000-2.000000 2,9.000000 0.000000 5,10.000000 0.000000 3,10.000000 0.000000 4,2.000000-2.000000 3,-3.000000-3.000000 1,-3.000000-3.000000 2,-2.000000-2.000000 0,-6.000000 0.000000 3,-6.000000 7.000000 3,-6.000000 6.000000 3,-6.000000 7.000000 4,-6.000000 2.000000 0,-2.000000 1.000000-1,-3.000000-1.000000-2,-3.000000 1.000000-1,-7.000000-1.000000-5,-9.000000 1.000000-9,-10.000000-1.000000-8,-8.000000 1.000000-9,-4.000000-4.000000-10,3.000000-6.000000-13,3.000000-6.000000-14,4.000000-6.000000-13</inkml:trace>
</inkml:ink>
</file>

<file path=ppt/ink/ink6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38"/>
    </inkml:context>
    <inkml:brush xml:id="br0">
      <inkml:brushProperty name="width" value="0.0260153412818909" units="cm"/>
      <inkml:brushProperty name="height" value="0.0260153412818909" units="cm"/>
      <inkml:brushProperty name="color" value="#000000"/>
      <inkml:brushProperty name="ignorePressure" value="0"/>
    </inkml:brush>
  </inkml:definitions>
  <inkml:trace contextRef="#ctx0" brushRef="#br0">51450.000000 13150.000000 563,'-29.000000'56.000000'134,"-5.000000"13.000000"-31 ,-7.000000 12.000000-31,-5.000000 13.000000-30,-9.000000 13.000000-18,-9.000000 17.000000-4,-10.000000 15.000000-4,-8.000000 16.000000-5,-6.000000 10.000000-3,1.000000 7.000000-3,-1.000000 6.000000-3,1.000000 7.000000-3,2.000000-1.000000-2,7.000000-6.000000-2,6.000000-6.000000 0,7.000000-6.000000-3,8.000000-15.000000 0,14.000000-21.000000-1,11.000000-22.000000-2,14.000000-22.000000 0,10.000000-22.000000-12,9.000000-22.000000-21,10.000000-22.000000-21,10.000000-21.000000-22</inkml:trace>
</inkml:ink>
</file>

<file path=ppt/ink/ink6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51176.000000 15143.000000 999,'2.000000'28.000000'-4,"3.000000"-6.000000"-10 ,5.000000-6.000000-9,3.000000-6.000000-9,3.000000-3.000000 0,2.000000-2.000000 10,2.000000-2.000000 10,2.000000-2.000000 10,0.000000-5.000000 6,-2.000000-8.000000 2,-2.000000-7.000000 0,-2.000000-7.000000 1,-3.000000-3.000000 1,-3.000000 5.000000-2,-4.000000 3.000000-2,-5.000000 4.000000 0,0.000000 2.000000-6,2.000000 3.000000-8,2.000000 2.000000-8,2.000000 1.000000-8</inkml:trace>
</inkml:ink>
</file>

<file path=ppt/ink/ink6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1"/>
    </inkml:context>
    <inkml:brush xml:id="br0">
      <inkml:brushProperty name="width" value="0.0250126458704472" units="cm"/>
      <inkml:brushProperty name="height" value="0.0250126458704472" units="cm"/>
      <inkml:brushProperty name="color" value="#000000"/>
      <inkml:brushProperty name="ignorePressure" value="0"/>
    </inkml:brush>
  </inkml:definitions>
  <inkml:trace contextRef="#ctx0" brushRef="#br0">50902.000000 14839.000000 586,'-11.000000'15.000000'20,"10.000000"-3.000000"13 ,10.000000-2.000000 13,9.000000-1.000000 13,8.000000-2.000000 2,5.000000-3.000000-11,6.000000-1.000000-10,6.000000-2.000000-11,4.000000-1.000000-6,1.000000 0.000000-5,2.000000 0.000000-3,3.000000 0.000000-5,0.000000-2.000000-3,0.000000-3.000000-4,0.000000-5.000000-4,0.000000-3.000000-4,-2.000000-1.000000-5,-7.000000 1.000000-9,-5.000000 3.000000-9,-5.000000 1.000000-8,-6.000000 1.000000-8,-3.000000-3.000000-9,-4.000000-1.000000-10,-4.000000-2.000000-8</inkml:trace>
</inkml:ink>
</file>

<file path=ppt/ink/ink6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1"/>
    </inkml:context>
    <inkml:brush xml:id="br0">
      <inkml:brushProperty name="width" value="0.0245139840990305" units="cm"/>
      <inkml:brushProperty name="height" value="0.0245139840990305" units="cm"/>
      <inkml:brushProperty name="color" value="#000000"/>
      <inkml:brushProperty name="ignorePressure" value="0"/>
    </inkml:brush>
  </inkml:definitions>
  <inkml:trace contextRef="#ctx0" brushRef="#br0">51510.000000 14505.000000 598,'-14.000000'14.000000'-8,"1.000000"-1.000000"21 ,3.000000-3.000000 19,1.000000-1.000000 20,2.000000 1.000000 6,-1.000000 6.000000-9,1.000000 6.000000-9,-1.000000 6.000000-8,-2.000000 7.000000-6,-7.000000 9.000000-4,-4.000000 11.000000-2,-7.000000 8.000000-4,-3.000000 10.000000-3,-3.000000 10.000000-2,-1.000000 9.000000-1,-2.000000 10.000000-2,0.000000 4.000000-3,2.000000 1.000000-2,2.000000-1.000000-4,1.000000 1.000000-1,6.000000-9.000000-4,7.000000-14.000000-1,7.000000-16.000000-2,9.000000-14.000000-3,6.000000-13.000000-2,9.000000-10.000000-2,7.000000-9.000000-4,7.000000-10.000000-4,9.000000-9.000000-2,10.000000-10.000000-4,9.000000-9.000000-3,10.000000-10.000000-4,0.000000-2.000000 0,-10.000000 3.000000 2,-10.000000 4.000000 4,-8.000000 4.000000 3,-8.000000 1.000000 2,-3.000000-2.000000 0,-4.000000-2.000000 0,-4.000000-2.000000 0</inkml:trace>
</inkml:ink>
</file>

<file path=ppt/ink/ink6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1"/>
    </inkml:context>
    <inkml:brush xml:id="br0">
      <inkml:brushProperty name="width" value="0.0229628924280405" units="cm"/>
      <inkml:brushProperty name="height" value="0.0229628924280405" units="cm"/>
      <inkml:brushProperty name="color" value="#000000"/>
      <inkml:brushProperty name="ignorePressure" value="0"/>
    </inkml:brush>
  </inkml:definitions>
  <inkml:trace contextRef="#ctx0" brushRef="#br0">51875.000000 14991.000000 638,'-14.000000'18.000000'116,"1.000000"6.000000"-27 ,3.000000 6.000000-28,1.000000 5.000000-27,2.000000 5.000000-16,-1.000000 3.000000-3,1.000000 5.000000-3,-1.000000 3.000000-4,1.000000 3.000000-3,3.000000 3.000000-2,1.000000 0.000000-3,2.000000 3.000000-2,1.000000-2.000000-4,0.000000-5.000000-6,0.000000-7.000000-6,0.000000-5.000000-5,2.000000-7.000000-4,3.000000-7.000000-2,5.000000-8.000000-3,3.000000-8.000000-1,3.000000-7.000000-1,2.000000-8.000000 1,2.000000-7.000000 1,2.000000-8.000000 2,2.000000-8.000000 1,2.000000-7.000000 2,1.000000-8.000000 3,3.000000-7.000000 3,-2.000000-4.000000 2,-3.000000-1.000000 4,-4.000000 1.000000 4,-4.000000 0.000000 4,-3.000000 3.000000 4,-2.000000 5.000000 5,-1.000000 6.000000 6,-3.000000 6.000000 4,-1.000000 5.000000 6,-2.000000 6.000000 7,-2.000000 6.000000 6,-2.000000 6.000000 6,-2.000000 11.000000 4,-2.000000 17.000000 0,-2.000000 17.000000-1,-2.000000 17.000000 1,0.000000 11.000000-4,-1.000000 3.000000-4,1.000000 5.000000-5,-1.000000 3.000000-6,2.000000-1.000000-8,4.000000-6.000000-14,4.000000-5.000000-12,4.000000-6.000000-14,2.000000-8.000000-4,-1.000000-12.000000 6,1.000000-11.000000 4,-1.000000-12.000000 5,1.000000-6.000000-5,0.000000 1.000000-12,-1.000000 0.000000-13,1.000000-1.000000-14</inkml:trace>
</inkml:ink>
</file>

<file path=ppt/ink/ink6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2"/>
    </inkml:context>
    <inkml:brush xml:id="br0">
      <inkml:brushProperty name="width" value="0.025815948843956" units="cm"/>
      <inkml:brushProperty name="height" value="0.025815948843956" units="cm"/>
      <inkml:brushProperty name="color" value="#000000"/>
      <inkml:brushProperty name="ignorePressure" value="0"/>
    </inkml:brush>
  </inkml:definitions>
  <inkml:trace contextRef="#ctx0" brushRef="#br0">52514.000000 14839.000000 568,'-49.000000'27.000000'44,"25.000000"-8.000000"7 ,25.000000-8.000000 6,25.000000-7.000000 6,14.000000-4.000000-3,4.000000 0.000000-11,3.000000 0.000000-11,4.000000 0.000000-12,4.000000-1.000000-7,1.000000-2.000000-6,2.000000-1.000000-5,1.000000-3.000000-4,-1.000000-1.000000-6,-5.000000 1.000000-3,-7.000000-1.000000-3,-5.000000 1.000000-4,-5.000000-1.000000-8,-4.000000 0.000000-10,-3.000000 1.000000-12,-4.000000-1.000000-12</inkml:trace>
</inkml:ink>
</file>

<file path=ppt/ink/ink6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2"/>
    </inkml:context>
    <inkml:brush xml:id="br0">
      <inkml:brushProperty name="width" value="0.0299517419189215" units="cm"/>
      <inkml:brushProperty name="height" value="0.0299517419189215" units="cm"/>
      <inkml:brushProperty name="color" value="#000000"/>
      <inkml:brushProperty name="ignorePressure" value="0"/>
    </inkml:brush>
  </inkml:definitions>
  <inkml:trace contextRef="#ctx0" brushRef="#br0">53061.000000 14505.000000 489,'-29.000000'6.000000'101,"5.000000"11.000000"-19 ,3.000000 11.000000-18,4.000000 12.000000-20,0.000000 13.000000-10,-1.000000 16.000000-2,-2.000000 14.000000-2,-1.000000 16.000000-1,-2.000000 10.000000-4,0.000000 3.000000-5,0.000000 4.000000-5,0.000000 3.000000-5,4.000000-4.000000-3,8.000000-13.000000-1,7.000000-14.000000 0,8.000000-13.000000-1,7.000000-13.000000-5,8.000000-13.000000-13,8.000000-14.000000-10,7.000000-13.000000-13,3.000000-10.000000-8,-2.000000-5.000000-8,-1.000000-6.000000-7,-3.000000-6.000000-8,-2.000000-4.000000 1,-1.000000-1.000000 10,-2.000000-3.000000 9,-3.000000-1.000000 9,-1.000000-2.000000 7,-2.000000-2.000000 6,-2.000000-2.000000 5,-2.000000-2.000000 5</inkml:trace>
</inkml:ink>
</file>

<file path=ppt/ink/ink6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2"/>
    </inkml:context>
    <inkml:brush xml:id="br0">
      <inkml:brushProperty name="width" value="0.0267444085329771" units="cm"/>
      <inkml:brushProperty name="height" value="0.0267444085329771" units="cm"/>
      <inkml:brushProperty name="color" value="#000000"/>
      <inkml:brushProperty name="ignorePressure" value="0"/>
    </inkml:brush>
  </inkml:definitions>
  <inkml:trace contextRef="#ctx0" brushRef="#br0">53365.000000 15326.000000 548,'-1.000000'-25.000000'7,"-2.000000"12.000000"15 ,-2.000000 11.000000 14,-1.000000 12.000000 15,-2.000000 9.000000 4,1.000000 11.000000-6,-1.000000 9.000000-5,0.000000 9.000000-7,2.000000 5.000000-5,1.000000-3.000000-5,2.000000-2.000000-4,2.000000-1.000000-6,3.000000-3.000000-3,4.000000-4.000000-2,3.000000-4.000000-3,5.000000-4.000000-2,4.000000-6.000000-2,5.000000-10.000000-2,7.000000-10.000000-1,5.000000-8.000000-3,5.000000-12.000000-2,4.000000-10.000000 0,3.000000-12.000000 0,4.000000-12.000000-1,1.000000-9.000000-1,-5.000000-8.000000 0,-3.000000-7.000000-1,-4.000000-8.000000 0,-6.000000 0.000000 0,-7.000000 4.000000 1,-8.000000 7.000000 1,-8.000000 5.000000 1,-9.000000 7.000000 1,-12.000000 8.000000 0,-10.000000 7.000000 2,-13.000000 8.000000 0,-8.000000 7.000000-3,-5.000000 8.000000-7,-6.000000 8.000000-7,-6.000000 7.000000-6,2.000000 8.000000-8,9.000000 7.000000-5,10.000000 8.000000-5,9.000000 8.000000-7,6.000000 1.000000-1,3.000000-7.000000 1,0.000000-4.000000 2,3.000000-7.000000 2</inkml:trace>
</inkml:ink>
</file>

<file path=ppt/ink/ink6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7:52"/>
    </inkml:context>
    <inkml:brush xml:id="br0">
      <inkml:brushProperty name="width" value="0.0247552338987589" units="cm"/>
      <inkml:brushProperty name="height" value="0.0247552338987589" units="cm"/>
      <inkml:brushProperty name="color" value="#000000"/>
      <inkml:brushProperty name="ignorePressure" value="0"/>
    </inkml:brush>
  </inkml:definitions>
  <inkml:trace contextRef="#ctx0" brushRef="#br0">54064.000000 14870.000000 592,'16.000000'-14.000000'22,"2.000000"1.000000"8 ,2.000000 3.000000 9,2.000000 1.000000 10,3.000000 3.000000 0,4.000000 5.000000-6,3.000000 2.000000-6,4.000000 5.000000-7,1.000000 5.000000-5,-2.000000 5.000000-4,-2.000000 6.000000-5,-1.000000 5.000000-4,-5.000000 7.000000-3,-5.000000 8.000000-1,-6.000000 8.000000-1,-5.000000 7.000000-1,-5.000000 5.000000-3,-5.000000 5.000000-2,-2.000000 3.000000-2,-5.000000 4.000000-3,-3.000000-1.000000-1,-1.000000-9.000000 3,-3.000000-7.000000 2,-1.000000-7.000000 2,3.000000-21.000000 0,7.000000-32.000000-1,8.000000-32.000000-1,7.000000-32.000000-2,8.000000-19.000000-3,8.000000-3.000000-6,7.000000-4.000000-5,8.000000-4.000000-7,1.000000 6.000000-10,-6.000000 18.000000-15,-6.000000 17.000000-16,-5.000000 17.000000-16</inkml:trace>
</inkml:ink>
</file>

<file path=ppt/ink/ink6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33"/>
    </inkml:context>
    <inkml:brush xml:id="br0">
      <inkml:brushProperty name="width" value="0.0314617790281773" units="cm"/>
      <inkml:brushProperty name="height" value="0.0314617790281773" units="cm"/>
      <inkml:brushProperty name="color" value="#000000"/>
      <inkml:brushProperty name="ignorePressure" value="0"/>
    </inkml:brush>
  </inkml:definitions>
  <inkml:trace contextRef="#ctx0" brushRef="#br0">5800.000000 12000.000000 466,'-69.000000'0.000000'3,"13.000000"0.000000"9 ,12.000000 0.000000 7,13.000000 0.000000 7,12.000000 3.000000 6,13.000000 6.000000 4,12.000000 7.000000 5,13.000000 6.000000 3,4.000000 7.000000-2,-3.000000 10.000000-8,-3.000000 10.000000-7,-2.000000 9.000000-8,-5.000000 7.000000-5,-2.000000 7.000000-1,-3.000000 6.000000-2,-3.000000 7.000000-2,-2.000000 5.000000-1,0.000000 7.000000 0,0.000000 6.000000 0,0.000000 7.000000 0,0.000000 4.000000-1,0.000000 3.000000 1,0.000000 3.000000-1,0.000000 4.000000 1,0.000000-3.000000-1,0.000000-5.000000 0,0.000000-7.000000-1,0.000000-5.000000 0,-2.000000-8.000000-1,-3.000000-5.000000-2,-3.000000-7.000000 0,-2.000000-5.000000-1,-1.000000-6.000000-1,3.000000-3.000000 1,3.000000-3.000000 0,4.000000-2.000000 1,1.000000-5.000000 0,0.000000-2.000000 0,0.000000-3.000000 0,0.000000-3.000000 0,0.000000-4.000000 0,0.000000-3.000000 0,0.000000-3.000000-1,0.000000-2.000000 1,0.000000-3.000000 0,0.000000 1.000000 0,0.000000-1.000000-1,0.000000 1.000000-1,-2.000000 1.000000 1,-3.000000 3.000000 0,-3.000000 3.000000 1,-2.000000 4.000000 1</inkml:trace>
</inkml:ink>
</file>

<file path=ppt/ink/ink6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58:36"/>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6050.000000 11750.000000,'328.000000'6.000000,"1.000000"0.000000,0.000000 0.000000,0.000000 1.000000,-1.000000-1.000000,1.000000 0.000000,0.000000 0.000000,0.000000 1.000000,-1.000000-1.000000,1.000000 0.000000,0.000000 0.000000,-1.000000 1.000000,1.000000-1.000000,0.000000 0.000000,0.000000 0.000000,-1.000000 1.000000,1.000000-1.000000,0.000000 0.000000,0.000000 0.000000,0.000000 1.000000,-1.000000-1.000000,1.000000 0.000000,0.000000 0.000000,0.000000 1.000000,-1.000000-1.000000,1.000000 0.000000,0.000000 0.000000,0.000000 1.000000,-1.000000-1.000000,1.000000 0.000000,0.000000 0.000000,-1.000000 1.000000,1.000000-1.000000,0.000000 0.000000,0.000000 0.000000,-1.000000 1.000000,1.000000-1.000000,0.000000 0.000000,0.000000 0.000000,0.000000 1.000000</inkml:trace>
</inkml:ink>
</file>

<file path=ppt/ink/ink6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37"/>
    </inkml:context>
    <inkml:brush xml:id="br0">
      <inkml:brushProperty name="width" value="0.0319210328161716" units="cm"/>
      <inkml:brushProperty name="height" value="0.0319210328161716" units="cm"/>
      <inkml:brushProperty name="color" value="#000000"/>
      <inkml:brushProperty name="ignorePressure" value="0"/>
    </inkml:brush>
  </inkml:definitions>
  <inkml:trace contextRef="#ctx0" brushRef="#br0">19250.000000 12250.000000 459,'-22.000000'-19.000000'59,"6.000000"13.000000"-7 ,7.000000 12.000000-6,6.000000 13.000000-7,3.000000 9.000000-5,0.000000 6.000000-5,0.000000 7.000000-4,0.000000 6.000000-6,0.000000 9.000000-2,0.000000 13.000000-3,0.000000 12.000000-1,0.000000 13.000000-2,0.000000 7.000000-1,0.000000 4.000000-1,0.000000 3.000000-1,0.000000 3.000000-1,0.000000 1.000000-2,0.000000 1.000000-2,0.000000-1.000000-1,0.000000 1.000000-3,0.000000-3.000000-1,0.000000-2.000000 0,0.000000-3.000000 1,0.000000-3.000000-1,1.000000-6.000000 1,4.000000-5.000000 1,3.000000-7.000000 0,3.000000-5.000000 2,-1.000000-6.000000 0,-2.000000-3.000000 1,-3.000000-3.000000 1,-3.000000-2.000000 0,-2.000000-6.000000 0,0.000000-6.000000 2,0.000000-6.000000 2,0.000000-6.000000 0,1.000000-6.000000 1,4.000000-2.000000 0,3.000000-3.000000-1,3.000000-3.000000-1,-1.000000 1.000000 0,-2.000000 6.000000 2,-3.000000 7.000000 1,-3.000000 6.000000 1,-2.000000 4.000000-1,0.000000 4.000000-1,0.000000 3.000000-3,0.000000 3.000000-2,0.000000-2.000000-1,0.000000-6.000000-1,0.000000-6.000000 0,0.000000-6.000000-2</inkml:trace>
</inkml:ink>
</file>

<file path=ppt/ink/ink6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7:58:3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6000.000000 15250.000000,'336.000000'-2.000000,"0.000000"1.000000,0.000000 0.000000,0.000000 0.000000,1.000000-1.000000,-1.000000 1.000000,0.000000 0.000000,1.000000 0.000000,-1.000000-1.000000,0.000000 1.000000,0.000000 0.000000,0.000000 0.000000,1.000000-1.000000,-1.000000 1.000000,0.000000 0.000000,1.000000-1.000000,-1.000000 1.000000,0.000000 0.000000,0.000000 0.000000,1.000000 0.000000,-1.000000-1.000000,0.000000 1.000000,0.000000 0.000000,0.000000 0.000000,1.000000-1.000000,-1.000000 1.000000,0.000000 0.000000,1.000000 0.000000,-1.000000-1.000000,0.000000 1.000000,0.000000 0.000000,0.000000 0.000000,1.000000-1.000000,-1.000000 1.000000,0.000000 0.000000,1.000000-1.000000,-1.000000 1.000000,0.000000 0.000000,0.000000 0.000000,1.000000 0.000000</inkml:trace>
</inkml:ink>
</file>

<file path=ppt/ink/ink6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3"/>
    </inkml:context>
    <inkml:brush xml:id="br0">
      <inkml:brushProperty name="width" value="0.0365169420838356" units="cm"/>
      <inkml:brushProperty name="height" value="0.0365169420838356" units="cm"/>
      <inkml:brushProperty name="color" value="#000000"/>
      <inkml:brushProperty name="ignorePressure" value="0"/>
    </inkml:brush>
  </inkml:definitions>
  <inkml:trace contextRef="#ctx0" brushRef="#br0">17649.000000 13428.000000 401,'-16.000000'-18.000000'8,"8.000000"3.000000"8 ,7.000000 2.000000 10,7.000000 2.000000 8,4.000000 4.000000 4,3.000000 5.000000-4,3.000000 4.000000-4,2.000000 5.000000-3,3.000000 5.000000-3,6.000000 5.000000-3,4.000000 4.000000-2,4.000000 5.000000-2,2.000000 7.000000-2,-2.000000 6.000000-1,-3.000000 8.000000-1,-2.000000 6.000000 0,-1.000000 6.000000 0,-1.000000 2.000000-2,1.000000 2.000000-1,0.000000 3.000000 0,-2.000000 2.000000-1,-2.000000 2.000000 0,-2.000000 3.000000 0,-3.000000 2.000000-1,-1.000000-1.000000 0,0.000000-5.000000-1,1.000000-4.000000-1,-1.000000-5.000000 0,-3.000000-7.000000-1,-4.000000-6.000000 0,-5.000000-8.000000 1,-4.000000-6.000000 0,-1.000000-18.000000 2,5.000000-26.000000 7,5.000000-26.000000 5,5.000000-26.000000 5,5.000000-17.000000 0,4.000000-7.000000-8,5.000000-7.000000-8,5.000000-8.000000-7,2.000000-3.000000-5,0.000000 0.000000-6,0.000000 0.000000-5,0.000000 0.000000-4,1.000000 2.000000-5,-1.000000 5.000000-2,0.000000 5.000000-3,0.000000 5.000000-3,-2.000000 8.000000-1,-5.000000 12.000000 0,-5.000000 12.000000-1,-4.000000 12.000000 0,-4.000000 8.000000-5,-3.000000 5.000000-9,-2.000000 4.000000-8,-2.000000 6.000000-10</inkml:trace>
</inkml:ink>
</file>

<file path=ppt/ink/ink6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8"/>
    </inkml:context>
    <inkml:brush xml:id="br0">
      <inkml:brushProperty name="width" value="0.0190411806106567" units="cm"/>
      <inkml:brushProperty name="height" value="0.0190411806106567" units="cm"/>
      <inkml:brushProperty name="color" value="#000000"/>
      <inkml:brushProperty name="ignorePressure" value="0"/>
    </inkml:brush>
  </inkml:definitions>
  <inkml:trace contextRef="#ctx0" brushRef="#br0">6300.000000 15900.000000 770,'-22.000000'73.000000'104,"6.000000"-3.000000"-32 ,7.000000-3.000000-30,6.000000-2.000000-31,3.000000 0.000000-20,0.000000 7.000000-10,0.000000 6.000000-9,0.000000 7.000000-11,0.000000-6.000000-4,0.000000-15.000000-2,0.000000-15.000000-1,0.000000-16.000000 0</inkml:trace>
</inkml:ink>
</file>

<file path=ppt/ink/ink6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8"/>
    </inkml:context>
    <inkml:brush xml:id="br0">
      <inkml:brushProperty name="width" value="0.0179301593452692" units="cm"/>
      <inkml:brushProperty name="height" value="0.0179301593452692" units="cm"/>
      <inkml:brushProperty name="color" value="#000000"/>
      <inkml:brushProperty name="ignorePressure" value="0"/>
    </inkml:brush>
  </inkml:definitions>
  <inkml:trace contextRef="#ctx0" brushRef="#br0">6250.000000 18150.000000 817,'-22.000000'25.000000'67,"6.000000"0.000000"-18 ,7.000000 0.000000-18,6.000000 0.000000-16,1.000000 6.000000-10,-3.000000 13.000000 0,-3.000000 12.000000 0,-2.000000 13.000000-1,-1.000000 10.000000-2,3.000000 10.000000-5,3.000000 10.000000-4,4.000000 9.000000-4,2.000000 7.000000-7,4.000000 7.000000-10,3.000000 6.000000-9,3.000000 7.000000-9,-1.000000-10.000000-2,-2.000000-25.000000 7,-3.000000-25.000000 6,-3.000000-25.000000 6</inkml:trace>
</inkml:ink>
</file>

<file path=ppt/ink/ink6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8"/>
    </inkml:context>
    <inkml:brush xml:id="br0">
      <inkml:brushProperty name="width" value="0.016455389559269" units="cm"/>
      <inkml:brushProperty name="height" value="0.016455389559269" units="cm"/>
      <inkml:brushProperty name="color" value="#000000"/>
      <inkml:brushProperty name="ignorePressure" value="0"/>
    </inkml:brush>
  </inkml:definitions>
  <inkml:trace contextRef="#ctx0" brushRef="#br0">6350.000000 20500.000000 891,'-22.000000'46.000000'29,"6.000000"-5.000000"-4 ,7.000000-7.000000-4,6.000000-5.000000-4,3.000000-3.000000-5,0.000000 4.000000-8,0.000000 3.000000-7,0.000000 3.000000-7,0.000000 7.000000-8,0.000000 14.000000-5,0.000000 11.000000-5,0.000000 14.000000-6,1.000000 0.000000-1,4.000000-8.000000 4,3.000000-10.000000 5,3.000000-9.000000 4,1.000000-7.000000 3,1.000000-3.000000 3,-1.000000-3.000000 1,1.000000-2.000000 3</inkml:trace>
</inkml:ink>
</file>

<file path=ppt/ink/ink6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9"/>
    </inkml:context>
    <inkml:brush xml:id="br0">
      <inkml:brushProperty name="width" value="0.0182986408472061" units="cm"/>
      <inkml:brushProperty name="height" value="0.0182986408472061" units="cm"/>
      <inkml:brushProperty name="color" value="#000000"/>
      <inkml:brushProperty name="ignorePressure" value="0"/>
    </inkml:brush>
  </inkml:definitions>
  <inkml:trace contextRef="#ctx0" brushRef="#br0">17150.000000 15550.000000 801,'0.000000'-38.000000'54,"0.000000"26.000000"-8 ,0.000000 24.000000-8,0.000000 26.000000-8,0.000000 16.000000-9,0.000000 10.000000-11,0.000000 10.000000-12,0.000000 9.000000-11,0.000000 1.000000-8,0.000000-6.000000-3,0.000000-6.000000-5,0.000000-6.000000-3,0.000000-6.000000-3,0.000000-2.000000-1,0.000000-3.000000-3,0.000000-3.000000-1</inkml:trace>
</inkml:ink>
</file>

<file path=ppt/ink/ink6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49"/>
    </inkml:context>
    <inkml:brush xml:id="br0">
      <inkml:brushProperty name="width" value="0.0168688409030437" units="cm"/>
      <inkml:brushProperty name="height" value="0.0168688409030437" units="cm"/>
      <inkml:brushProperty name="color" value="#000000"/>
      <inkml:brushProperty name="ignorePressure" value="0"/>
    </inkml:brush>
  </inkml:definitions>
  <inkml:trace contextRef="#ctx0" brushRef="#br0">17250.000000 17800.000000 869,'-22.000000'25.000000'1,"6.000000"0.000000"4 ,7.000000 0.000000 2,6.000000 0.000000 3,3.000000 0.000000 3,0.000000 0.000000 1,0.000000 0.000000 3,0.000000 0.000000 1,0.000000 1.000000 0,0.000000 4.000000-5,0.000000 3.000000-3,0.000000 3.000000-6,1.000000 6.000000-5,4.000000 9.000000-9,3.000000 10.000000-8,3.000000 10.000000-8,1.000000-3.000000-7,1.000000-11.000000-3,-1.000000-14.000000-3,1.000000-11.000000-4</inkml:trace>
</inkml:ink>
</file>

<file path=ppt/ink/ink6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0"/>
    </inkml:context>
    <inkml:brush xml:id="br0">
      <inkml:brushProperty name="width" value="0.0184634756296873" units="cm"/>
      <inkml:brushProperty name="height" value="0.0184634756296873" units="cm"/>
      <inkml:brushProperty name="color" value="#000000"/>
      <inkml:brushProperty name="ignorePressure" value="0"/>
    </inkml:brush>
  </inkml:definitions>
  <inkml:trace contextRef="#ctx0" brushRef="#br0">17350.000000 19750.000000 794,'-44.000000'93.000000'30,"13.000000"-11.000000"-4 ,12.000000-14.000000-4,13.000000-11.000000-3,6.000000-4.000000-1,0.000000 6.000000 2,0.000000 7.000000 1,0.000000 6.000000 2,0.000000 7.000000-4,0.000000 10.000000-12,0.000000 10.000000-9,0.000000 9.000000-11,1.000000 6.000000-8,4.000000 3.000000-5,3.000000 3.000000-6,3.000000 4.000000-5,-1.000000-10.000000-2,-2.000000-22.000000 0,-3.000000-22.000000 1,-3.000000-21.000000 0</inkml:trace>
</inkml:ink>
</file>

<file path=ppt/ink/ink6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0"/>
    </inkml:context>
    <inkml:brush xml:id="br0">
      <inkml:brushProperty name="width" value="0.0153121827170253" units="cm"/>
      <inkml:brushProperty name="height" value="0.0153121827170253" units="cm"/>
      <inkml:brushProperty name="color" value="#000000"/>
      <inkml:brushProperty name="ignorePressure" value="0"/>
    </inkml:brush>
  </inkml:definitions>
  <inkml:trace contextRef="#ctx0" brushRef="#br0">17500.000000 22000.000000 957,'-46.000000'73.000000'2,"10.000000"-3.000000"3 ,10.000000-3.000000 3,9.000000-2.000000 3,6.000000-6.000000-1,3.000000-6.000000-4,3.000000-6.000000-6,4.000000-6.000000-3,1.000000-6.000000-9,0.000000-2.000000-12,0.000000-3.000000-10,0.000000-3.000000-12</inkml:trace>
</inkml:ink>
</file>

<file path=ppt/ink/ink6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0"/>
    </inkml:context>
    <inkml:brush xml:id="br0">
      <inkml:brushProperty name="width" value="0.017950402572751" units="cm"/>
      <inkml:brushProperty name="height" value="0.017950402572751" units="cm"/>
      <inkml:brushProperty name="color" value="#000000"/>
      <inkml:brushProperty name="ignorePressure" value="0"/>
    </inkml:brush>
  </inkml:definitions>
  <inkml:trace contextRef="#ctx0" brushRef="#br0">6500.000000 22750.000000 817,'-44.000000'25.000000'-71,"13.000000"0.000000"19 ,12.000000 0.000000 17,13.000000 0.000000 18,6.000000 0.000000 10,0.000000 0.000000 2,0.000000 0.000000 1,0.000000 0.000000 1,0.000000-2.000000 3,0.000000-3.000000 3,0.000000-3.000000 2,0.000000-2.000000 3,0.000000-3.000000 3,0.000000 1.000000 2,0.000000-1.000000 4,0.000000 1.000000 2,0.000000-1.000000 5,0.000000 1.000000 7,0.000000-1.000000 5,0.000000 1.000000 7,3.000000-3.000000 1,6.000000-2.000000-4,7.000000-3.000000-6,6.000000-3.000000-3,6.000000-2.000000-14,6.000000 0.000000-19,7.000000 0.000000-22,6.000000 0.000000-21,-1.000000 1.000000-7,-5.000000 4.000000 2,-7.000000 3.000000 5,-5.000000 3.000000 3</inkml:trace>
</inkml:ink>
</file>

<file path=ppt/ink/ink6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1"/>
    </inkml:context>
    <inkml:brush xml:id="br0">
      <inkml:brushProperty name="width" value="0.0157868377864361" units="cm"/>
      <inkml:brushProperty name="height" value="0.0157868377864361" units="cm"/>
      <inkml:brushProperty name="color" value="#000000"/>
      <inkml:brushProperty name="ignorePressure" value="0"/>
    </inkml:brush>
  </inkml:definitions>
  <inkml:trace contextRef="#ctx0" brushRef="#br0">7850.000000 23300.000000 929,'98.000000'20.000000'43,"-3.000000"-9.000000"-19 ,-3.000000-10.000000-21,-2.000000-8.000000-19,-8.000000-6.000000-11,-8.000000 1.000000 3,-10.000000-1.000000 1,-9.000000 1.000000 2,-7.000000-1.000000-1,-3.000000 1.000000-1,-3.000000-1.000000-3,-2.000000 1.000000-2</inkml:trace>
</inkml:ink>
</file>

<file path=ppt/ink/ink6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1"/>
    </inkml:context>
    <inkml:brush xml:id="br0">
      <inkml:brushProperty name="width" value="0.0151014989241958" units="cm"/>
      <inkml:brushProperty name="height" value="0.0151014989241958" units="cm"/>
      <inkml:brushProperty name="color" value="#000000"/>
      <inkml:brushProperty name="ignorePressure" value="0"/>
    </inkml:brush>
  </inkml:definitions>
  <inkml:trace contextRef="#ctx0" brushRef="#br0">10800.000000 23100.000000 971,'50.000000'45.000000'-2,"0.000000"-9.000000"4 ,0.000000-10.000000 4,0.000000-8.000000 4,6.000000-8.000000-1,13.000000-2.000000-5,12.000000-3.000000-7,13.000000-3.000000-5,-2.000000-2.000000-3,-16.000000 0.000000-2,-15.000000 0.000000-1,-15.000000 0.000000-1,-7.000000 0.000000-3,3.000000 0.000000-5,3.000000 0.000000-4,4.000000 0.000000-4</inkml:trace>
</inkml:ink>
</file>

<file path=ppt/ink/ink6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1"/>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14300.000000 22700.000000 999,'70.000000'23.000000'-42,"-9.000000"-3.000000"12 ,-10.000000-3.000000 10,-8.000000-2.000000 12,-6.000000-3.000000 5,1.000000 1.000000-1,-1.000000-1.000000-1,1.000000 1.000000-2,-4.000000-1.000000-2,-6.000000 1.000000-3,-6.000000-1.000000-5,-6.000000 1.000000-3</inkml:trace>
</inkml:ink>
</file>

<file path=ppt/ink/ink6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3"/>
    </inkml:context>
    <inkml:brush xml:id="br0">
      <inkml:brushProperty name="width" value="0.0188404973596334" units="cm"/>
      <inkml:brushProperty name="height" value="0.0188404973596334" units="cm"/>
      <inkml:brushProperty name="color" value="#000000"/>
      <inkml:brushProperty name="ignorePressure" value="0"/>
    </inkml:brush>
  </inkml:definitions>
  <inkml:trace contextRef="#ctx0" brushRef="#br0">6450.000000 15850.000000 778,'-44.000000'-46.000000'-34,"13.000000"10.000000"15 ,12.000000 10.000000 15,13.000000 9.000000 16,7.000000 15.000000 10,4.000000 22.000000 6,3.000000 22.000000 6,3.000000 23.000000 6,-1.000000 10.000000 0,-2.000000 0.000000-8,-3.000000 0.000000-7,-3.000000 0.000000-7,-2.000000 3.000000-6,0.000000 6.000000-3,0.000000 7.000000-4,0.000000 6.000000-3,0.000000 9.000000-3,0.000000 13.000000-1,0.000000 12.000000 0,0.000000 13.000000-1,0.000000 6.000000 0,0.000000 0.000000 0,0.000000 0.000000 1,0.000000 0.000000 1,-2.000000-4.000000 0,-3.000000-5.000000-2,-3.000000-7.000000-2,-2.000000-5.000000-1,-3.000000-8.000000 0,1.000000-5.000000 2,-1.000000-7.000000 0,1.000000-5.000000 2,1.000000-6.000000 0,3.000000-3.000000-1,3.000000-3.000000 0,4.000000-2.000000-2,1.000000-1.000000 0,0.000000 3.000000 0,0.000000 3.000000-1,0.000000 4.000000 0,0.000000-1.000000 0,0.000000-3.000000 0,0.000000-3.000000 1,0.000000-2.000000 0,1.000000-3.000000 1,4.000000 1.000000 1,3.000000-1.000000 0,3.000000 1.000000 0,-1.000000-3.000000 0,-2.000000-2.000000-1,-3.000000-3.000000-1,-3.000000-3.000000-2,-2.000000-2.000000-1,0.000000 0.000000 2,0.000000 0.000000 1,0.000000 0.000000 1,0.000000 0.000000 1,0.000000 0.000000 0,0.000000 0.000000 1,0.000000 0.000000 0,0.000000 1.000000 1,0.000000 4.000000 0,0.000000 3.000000-1,0.000000 3.000000 2,0.000000 3.000000-1,0.000000 3.000000 2,0.000000 3.000000 1,0.000000 4.000000 0,0.000000-4.000000 1,0.000000-9.000000 0,0.000000-10.000000-1,0.000000-8.000000-1,1.000000-1.000000 1,4.000000 9.000000-2,3.000000 10.000000 1,3.000000 10.000000-1,-1.000000 0.000000-1,-2.000000-5.000000 0,-3.000000-7.000000-2,-3.000000-5.000000-1,-1.000000-9.000000 0,4.000000-9.000000 0,3.000000-10.000000 2,3.000000-8.000000-1,-1.000000-4.000000 2,-2.000000 3.000000 0,-3.000000 3.000000 0,-3.000000 4.000000 1,-2.000000 1.000000 0,0.000000 0.000000 0,0.000000 0.000000-1,0.000000 0.000000 0,1.000000-4.000000-1,4.000000-5.000000 0,3.000000-7.000000 0,3.000000-5.000000-1,-1.000000-4.000000 1,-2.000000 0.000000-1,-3.000000 0.000000 2,-3.000000 0.000000 0,-2.000000 0.000000 0,0.000000 0.000000 0,0.000000 0.000000 1,0.000000 0.000000 0,3.000000-4.000000 0,6.000000-5.000000 1,7.000000-7.000000 0,6.000000-5.000000 0,4.000000-6.000000 0,4.000000-3.000000 1,3.000000-3.000000 0,3.000000-2.000000-1,3.000000-3.000000 1,3.000000 1.000000 0,3.000000-1.000000 0,4.000000 1.000000 0,4.000000 1.000000 1,6.000000 3.000000-2,7.000000 3.000000 1,6.000000 4.000000-1,7.000000 1.000000 1,10.000000 0.000000 0,10.000000 0.000000 1,9.000000 0.000000 0,2.000000 0.000000 0,-2.000000 0.000000-1,-3.000000 0.000000 0,-3.000000 0.000000-1,4.000000 0.000000-1,13.000000 0.000000 0,12.000000 0.000000 0,13.000000 0.000000-1,-2.000000 0.000000 0,-16.000000 0.000000 1,-15.000000 0.000000-1,-15.000000 0.000000 2,-7.000000-2.000000 0,3.000000-3.000000 0,3.000000-3.000000 0,4.000000-2.000000 1,1.000000-1.000000-1,0.000000 3.000000 1,0.000000 3.000000 0,0.000000 4.000000 0,1.000000-1.000000 0,4.000000-3.000000 0,3.000000-3.000000 0,3.000000-2.000000 0,-1.000000-3.000000 1,-2.000000 1.000000 0,-3.000000-1.000000 0,-3.000000 1.000000 1,-6.000000-1.000000 1,-5.000000 1.000000 0,-7.000000-1.000000 0,-5.000000 1.000000 0,-4.000000 1.000000 1,0.000000 3.000000 0,0.000000 3.000000 1,0.000000 4.000000 0,0.000000 1.000000-1,0.000000 0.000000-2,0.000000 0.000000-2,0.000000 0.000000-1,3.000000 0.000000-1,6.000000 0.000000 0,7.000000 0.000000 0,6.000000 0.000000 1,1.000000-2.000000-1,-3.000000-3.000000 0,-3.000000-3.000000-1,-2.000000-2.000000-1,3.000000-3.000000 0,14.000000 1.000000 1,11.000000-1.000000 1,14.000000 1.000000 1,-4.000000-1.000000 0,-19.000000 1.000000-2,-18.000000-1.000000-1,-19.000000 1.000000-1,-8.000000 1.000000 0,3.000000 3.000000 0,3.000000 3.000000 2,4.000000 4.000000 0,2.000000-1.000000 0,4.000000-3.000000 2,3.000000-3.000000 2,3.000000-2.000000 0,3.000000-1.000000 0,3.000000 3.000000-2,3.000000 3.000000 0,4.000000 4.000000-3,-1.000000-1.000000 1,-3.000000-3.000000 1,-3.000000-3.000000 1,-2.000000-2.000000 0,-5.000000-1.000000 1,-2.000000 3.000000 0,-3.000000 3.000000 1,-3.000000 4.000000-2,-6.000000 1.000000 1,-5.000000 0.000000 0,-7.000000 0.000000-1,-5.000000 0.000000 0,-6.000000-2.000000 0,-3.000000-3.000000 0,-3.000000-3.000000 0,-2.000000-2.000000-1,-3.000000-1.000000 0,1.000000 3.000000 1,-1.000000 3.000000-1,1.000000 4.000000 0,-1.000000 1.000000 0,1.000000 0.000000-1,-1.000000 0.000000 0,1.000000 0.000000 0,1.000000 0.000000 1,3.000000 0.000000 0,3.000000 0.000000 2,4.000000 0.000000 0,2.000000 0.000000 1,4.000000 0.000000 0,3.000000 0.000000 1,3.000000 0.000000-1,-1.000000 1.000000 1,-2.000000 4.000000 0,-3.000000 3.000000 1,-3.000000 3.000000 0,-2.000000-1.000000-2,0.000000-2.000000 0,0.000000-3.000000-3,0.000000-3.000000-1,0.000000-1.000000-3,0.000000 4.000000-2,0.000000 3.000000-3,0.000000 3.000000-2,0.000000-1.000000-5,0.000000-2.000000-6,0.000000-3.000000-7,0.000000-3.000000-6,-4.000000-2.000000-2,-5.000000 0.000000 0,-7.000000 0.000000 0,-5.000000 0.000000 1</inkml:trace>
</inkml:ink>
</file>

<file path=ppt/ink/ink6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4"/>
    </inkml:context>
    <inkml:brush xml:id="br0">
      <inkml:brushProperty name="width" value="0.0186841953545809" units="cm"/>
      <inkml:brushProperty name="height" value="0.0186841953545809" units="cm"/>
      <inkml:brushProperty name="color" value="#000000"/>
      <inkml:brushProperty name="ignorePressure" value="0"/>
    </inkml:brush>
  </inkml:definitions>
  <inkml:trace contextRef="#ctx0" brushRef="#br0">17150.000000 15200.000000 784,'-22.000000'185.000000'0,"6.000000"-27.000000"-1 ,7.000000-28.000000 0,6.000000-28.000000-1,4.000000-12.000000 1,4.000000 7.000000 3,3.000000 6.000000 3,3.000000 7.000000 2,3.000000 4.000000 2,3.000000 3.000000 1,3.000000 3.000000 1,4.000000 4.000000 0,1.000000 4.000000 1,0.000000 6.000000 0,0.000000 7.000000 1,0.000000 6.000000 0,-4.000000 1.000000-1,-5.000000-3.000000-1,-7.000000-3.000000-1,-5.000000-2.000000-2,-4.000000-1.000000-1,0.000000 3.000000-2,0.000000 3.000000 0,0.000000 4.000000-2,-2.000000-1.000000-1,-3.000000-3.000000-1,-3.000000-3.000000-1,-2.000000-2.000000-1,-1.000000-5.000000 0,3.000000-2.000000 1,3.000000-3.000000 0,4.000000-3.000000 2,-1.000000-4.000000 0,-3.000000-3.000000 1,-3.000000-3.000000 1,-2.000000-2.000000 1,-1.000000-8.000000 0,3.000000-8.000000-2,3.000000-10.000000-1,4.000000-9.000000-1,1.000000-5.000000 0,0.000000 0.000000 1,0.000000 0.000000 0,0.000000 0.000000 1,0.000000 3.000000 0,0.000000 6.000000 0,0.000000 7.000000 0,0.000000 6.000000 0,0.000000 4.000000-1,0.000000 4.000000 0,0.000000 3.000000 0,0.000000 3.000000-2,1.000000-2.000000 1,4.000000-6.000000-2,3.000000-6.000000-1,3.000000-6.000000-1,1.000000-4.000000-2,1.000000 1.000000-3,-1.000000-1.000000-3,1.000000 1.000000-4,-3.000000-9.000000-2,-2.000000-15.000000-3,-3.000000-15.000000-2,-3.000000-16.000000-3,-1.000000-8.000000-4,4.000000 0.000000-4,3.000000 0.000000-5,3.000000 0.000000-4</inkml:trace>
</inkml:ink>
</file>

<file path=ppt/ink/ink6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8"/>
    </inkml:context>
    <inkml:brush xml:id="br0">
      <inkml:brushProperty name="width" value="0.0259408261626959" units="cm"/>
      <inkml:brushProperty name="height" value="0.0259408261626959" units="cm"/>
      <inkml:brushProperty name="color" value="#000000"/>
      <inkml:brushProperty name="ignorePressure" value="0"/>
    </inkml:brush>
  </inkml:definitions>
  <inkml:trace contextRef="#ctx0" brushRef="#br0">7247.000000 12880.000000 565,'-12.000000'-14.000000'1,"1.000000"1.000000"0 ,2.000000 0.000000 3,1.000000-1.000000 0,2.000000 4.000000 9,2.000000 7.000000 14,2.000000 6.000000 15,1.000000 7.000000 14,1.000000 10.000000 3,0.000000 10.000000-7,0.000000 13.000000-10,0.000000 11.000000-8,-1.000000 13.000000-6,-1.000000 13.000000-6,-3.000000 13.000000-6,0.000000 13.000000-4,-4.000000 12.000000-5,-2.000000 8.000000-1,-4.000000 8.000000-1,-4.000000 8.000000-3,2.000000-2.000000 0,4.000000-14.000000-3,6.000000-12.000000-1,4.000000-14.000000-1,3.000000-22.000000-8,0.000000-30.000000-14,0.000000-29.000000-14,0.000000-31.000000-13,1.000000-14.000000-3,2.000000 2.000000 10,1.000000 1.000000 9,2.000000 3.000000 10,0.000000 0.000000 2,1.000000 0.000000-7,0.000000 0.000000-6,-1.000000 0.000000-7</inkml:trace>
</inkml:ink>
</file>

<file path=ppt/ink/ink6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8"/>
    </inkml:context>
    <inkml:brush xml:id="br0">
      <inkml:brushProperty name="width" value="0.0244963895529509" units="cm"/>
      <inkml:brushProperty name="height" value="0.0244963895529509" units="cm"/>
      <inkml:brushProperty name="color" value="#000000"/>
      <inkml:brushProperty name="ignorePressure" value="0"/>
    </inkml:brush>
  </inkml:definitions>
  <inkml:trace contextRef="#ctx0" brushRef="#br0">7247.000000 12747.000000 598,'28.000000'-36.000000'39,"4.000000"8.000000"-7 ,3.000000 9.000000-7,3.000000 8.000000-7,4.000000 6.000000-3,3.000000 4.000000 0,3.000000 2.000000-1,4.000000 4.000000 0,0.000000 4.000000 0,-4.000000 6.000000 1,-3.000000 4.000000-1,-4.000000 5.000000 1,-5.000000 4.000000 1,-8.000000 4.000000 1,-9.000000 3.000000 1,-8.000000 3.000000 0,-11.000000 5.000000 2,-14.000000 7.000000-2,-12.000000 7.000000 1,-14.000000 6.000000-1,-10.000000 4.000000-4,-7.000000-1.000000-4,-6.000000 1.000000-6,-7.000000 0.000000-6,3.000000-7.000000-5,14.000000-14.000000-2,13.000000-12.000000-5,13.000000-14.000000-2,8.000000-8.000000-12,2.000000-1.000000-18,1.000000-2.000000-19,2.000000-1.000000-18</inkml:trace>
</inkml:ink>
</file>

<file path=ppt/ink/ink6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9"/>
    </inkml:context>
    <inkml:brush xml:id="br0">
      <inkml:brushProperty name="width" value="0.0300334841012955" units="cm"/>
      <inkml:brushProperty name="height" value="0.0300334841012955" units="cm"/>
      <inkml:brushProperty name="color" value="#000000"/>
      <inkml:brushProperty name="ignorePressure" value="0"/>
    </inkml:brush>
  </inkml:definitions>
  <inkml:trace contextRef="#ctx0" brushRef="#br0">8100.000000 13439.000000 488,'0.000000'79.000000'108,"0.000000"-4.000000"-27 ,0.000000-4.000000-28,0.000000-3.000000-27,0.000000-4.000000-16,0.000000-8.000000-3,0.000000-6.000000-2,0.000000-6.000000-4,1.000000-8.000000-4,1.000000-6.000000-4,2.000000-6.000000-4,2.000000-8.000000-4,3.000000-10.000000-3,5.000000-15.000000-1,6.000000-15.000000-2,4.000000-15.000000-1,3.000000-12.000000 0,2.000000-8.000000 0,2.000000-9.000000 2,2.000000-8.000000 1,-1.000000-1.000000 2,-1.000000 5.000000 3,-2.000000 4.000000 3,-1.000000 6.000000 4,-5.000000 7.000000 3,-6.000000 10.000000 3,-7.000000 10.000000 3,-7.000000 10.000000 3,-3.000000 11.000000 3,0.000000 14.000000 3,0.000000 14.000000 3,0.000000 12.000000 3,-2.000000 14.000000 2,-3.000000 14.000000 2,-3.000000 12.000000 3,-4.000000 14.000000 1,1.000000 9.000000 1,2.000000 5.000000 0,4.000000 5.000000-2,4.000000 6.000000 0,1.000000-2.000000-1,0.000000-7.000000-1,0.000000-6.000000-3,0.000000-6.000000-1,0.000000-7.000000-1,0.000000-5.000000-1,0.000000-4.000000-1,0.000000-6.000000 0,-2.000000-6.000000 0,-3.000000-8.000000-1,-3.000000-9.000000-1,-4.000000-8.000000 1,-5.000000-8.000000-3,-6.000000-6.000000-3,-7.000000-7.000000-3,-7.000000-7.000000-3,-1.000000-6.000000-8,3.000000-7.000000-13,3.000000-7.000000-13,4.000000-6.000000-13,3.000000-3.000000-10,3.000000 2.000000-9,4.000000 1.000000-9,3.000000 2.000000-8</inkml:trace>
</inkml:ink>
</file>

<file path=ppt/ink/ink6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9"/>
    </inkml:context>
    <inkml:brush xml:id="br0">
      <inkml:brushProperty name="width" value="0.0243321638554335" units="cm"/>
      <inkml:brushProperty name="height" value="0.0243321638554335" units="cm"/>
      <inkml:brushProperty name="color" value="#000000"/>
      <inkml:brushProperty name="ignorePressure" value="0"/>
    </inkml:brush>
  </inkml:definitions>
  <inkml:trace contextRef="#ctx0" brushRef="#br0">8873.000000 13493.000000 602,'-31.000000'-24.000000'10,"18.000000"8.000000"21 ,19.000000 6.000000 19,18.000000 6.000000 21,10.000000 4.000000 3,2.000000 0.000000-15,2.000000 0.000000-14,1.000000 0.000000-16,1.000000 0.000000-11,0.000000 0.000000-8,0.000000 0.000000-10,0.000000 0.000000-7,-2.000000-1.000000-12,-3.000000-1.000000-15,-3.000000-2.000000-13,-4.000000-2.000000-14</inkml:trace>
</inkml:ink>
</file>

<file path=ppt/ink/ink6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9"/>
    </inkml:context>
    <inkml:brush xml:id="br0">
      <inkml:brushProperty name="width" value="0.0270334351807833" units="cm"/>
      <inkml:brushProperty name="height" value="0.0270334351807833" units="cm"/>
      <inkml:brushProperty name="color" value="#000000"/>
      <inkml:brushProperty name="ignorePressure" value="0"/>
    </inkml:brush>
  </inkml:definitions>
  <inkml:trace contextRef="#ctx0" brushRef="#br0">9219.000000 13173.000000 542,'-13.000000'56.000000'119,"-1.000000"8.000000"-25 ,1.000000 6.000000-25,0.000000 6.000000-27,-1.000000 6.000000-13,1.000000 3.000000-4,0.000000 3.000000-3,-1.000000 4.000000-3,4.000000-3.000000-4,4.000000-8.000000-4,5.000000-9.000000-3,5.000000-8.000000-4,4.000000-10.000000-5,4.000000-11.000000-10,3.000000-12.000000-8,3.000000-12.000000-9,5.000000-10.000000-7,4.000000-8.000000-8,6.000000-9.000000-7,4.000000-8.000000-8,0.000000-3.000000 2,-7.000000 2.000000 11,-7.000000 1.000000 10,-6.000000 2.000000 11,-5.000000 0.000000 4,-1.000000 1.000000-3,-2.000000 0.000000-2,-1.000000-1.000000-3</inkml:trace>
</inkml:ink>
</file>

<file path=ppt/ink/ink6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8:59"/>
    </inkml:context>
    <inkml:brush xml:id="br0">
      <inkml:brushProperty name="width" value="0.0276072695851326" units="cm"/>
      <inkml:brushProperty name="height" value="0.0276072695851326" units="cm"/>
      <inkml:brushProperty name="color" value="#000000"/>
      <inkml:brushProperty name="ignorePressure" value="0"/>
    </inkml:brush>
  </inkml:definitions>
  <inkml:trace contextRef="#ctx0" brushRef="#br0">9645.000000 13093.000000 531,'1.000000'-24.000000'2,"2.000000"5.000000"4 ,1.000000 4.000000 4,2.000000 6.000000 4,0.000000 5.000000 7,1.000000 5.000000 8,0.000000 5.000000 10,-1.000000 5.000000 9,0.000000 7.000000 2,-2.000000 10.000000-6,-1.000000 11.000000-6,-2.000000 9.000000-5,-1.000000 8.000000-5,0.000000 8.000000-3,0.000000 6.000000-5,0.000000 6.000000-3,-2.000000 4.000000-3,-3.000000 0.000000-2,-3.000000 0.000000-3,-4.000000 0.000000-1,-1.000000-4.000000-6,3.000000-9.000000-9,0.000000-8.000000-7,3.000000-8.000000-9,2.000000-14.000000-7,3.000000-21.000000-4,4.000000-19.000000-5,3.000000-20.000000-4,4.000000-14.000000-2,5.000000-6.000000 5,5.000000-7.000000 3,6.000000-7.000000 5,3.000000-2.000000 3,3.000000 2.000000 5,4.000000 1.000000 6,4.000000 2.000000 4,-1.000000 5.000000 5,-3.000000 8.000000 4,-3.000000 8.000000 5,-4.000000 9.000000 4,-3.000000 9.000000 5,-3.000000 10.000000 5,-4.000000 10.000000 4,-3.000000 10.000000 6,-3.000000 11.000000 2,-4.000000 12.000000 0,-3.000000 11.000000 0,-3.000000 11.000000 0,-3.000000 6.000000-3,-2.000000-2.000000-7,-1.000000-1.000000-6,-2.000000-2.000000-7,2.000000-3.000000-8,5.000000-3.000000-11,5.000000-4.000000-11,5.000000-2.000000-10,1.000000-8.000000-6,-1.000000-9.000000 1,-2.000000-10.000000 0,-1.000000-11.000000 0</inkml:trace>
</inkml:ink>
</file>

<file path=ppt/ink/ink6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0"/>
    </inkml:context>
    <inkml:brush xml:id="br0">
      <inkml:brushProperty name="width" value="0.0262249186635017" units="cm"/>
      <inkml:brushProperty name="height" value="0.0262249186635017" units="cm"/>
      <inkml:brushProperty name="color" value="#000000"/>
      <inkml:brushProperty name="ignorePressure" value="0"/>
    </inkml:brush>
  </inkml:definitions>
  <inkml:trace contextRef="#ctx0" brushRef="#br0">10418.000000 13626.000000 559,'-23.000000'16.000000'116,"6.000000"4.000000"-22 ,7.000000 6.000000-25,7.000000 5.000000-23,3.000000 5.000000-14,0.000000 5.000000-6,0.000000 4.000000-5,0.000000 6.000000-5,1.000000 1.000000-5,4.000000-4.000000-4,4.000000-3.000000-4,2.000000-3.000000-5,4.000000-6.000000-2,0.000000-6.000000-3,3.000000-6.000000-2,1.000000-8.000000-2,2.000000-7.000000-1,1.000000-11.000000-1,2.000000-10.000000 1,2.000000-9.000000 1,0.000000-10.000000-1,-2.000000-8.000000 1,-1.000000-9.000000-1,-3.000000-7.000000 0,-1.000000-5.000000 2,-4.000000 3.000000 4,-4.000000 1.000000 3,-2.000000 2.000000 3,-6.000000 3.000000 2,-6.000000 5.000000 1,-7.000000 6.000000 2,-7.000000 4.000000 0,-4.000000 7.000000-3,-1.000000 8.000000-7,-2.000000 8.000000-9,-2.000000 9.000000-7,1.000000 7.000000-10,3.000000 4.000000-11,4.000000 6.000000-12,3.000000 4.000000-12</inkml:trace>
</inkml:ink>
</file>

<file path=ppt/ink/ink6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0"/>
    </inkml:context>
    <inkml:brush xml:id="br0">
      <inkml:brushProperty name="width" value="0.0261148568242788" units="cm"/>
      <inkml:brushProperty name="height" value="0.0261148568242788" units="cm"/>
      <inkml:brushProperty name="color" value="#000000"/>
      <inkml:brushProperty name="ignorePressure" value="0"/>
    </inkml:brush>
  </inkml:definitions>
  <inkml:trace contextRef="#ctx0" brushRef="#br0">11137.000000 13466.000000 561,'-11.000000'13.000000'6,"2.000000"1.000000"10 ,4.000000-1.000000 12,4.000000 0.000000 11,1.000000 1.000000 4,0.000000-1.000000-1,0.000000 0.000000-3,0.000000 1.000000-1,0.000000 1.000000-3,0.000000 3.000000-5,0.000000 3.000000-5,0.000000 4.000000-3,1.000000 5.000000-4,1.000000 4.000000-3,2.000000 5.000000-1,2.000000 5.000000-3,0.000000 3.000000-4,-2.000000-1.000000-3,-1.000000 1.000000-4,-3.000000 0.000000-3,0.000000-4.000000-4,-3.000000-7.000000-2,-1.000000-6.000000-2,-2.000000-6.000000-3,4.000000-14.000000-4,11.000000-20.000000-9,9.000000-20.000000-7,10.000000-20.000000-9,7.000000-11.000000-1,0.000000-1.000000 5,3.000000-3.000000 6,1.000000 0.000000 5,1.000000 0.000000 4,0.000000 3.000000 3,0.000000 4.000000 2,0.000000 3.000000 2,-3.000000 7.000000 7,-4.000000 9.000000 11,-6.000000 11.000000 11,-4.000000 10.000000 10,-5.000000 9.000000 6,-3.000000 11.000000 1,-3.000000 10.000000 1,-4.000000 9.000000 2,-2.000000 10.000000 0,-2.000000 8.000000 1,-1.000000 9.000000 0,-3.000000 8.000000 0,0.000000 4.000000-1,0.000000 3.000000-3,0.000000 1.000000-4,0.000000 2.000000-4,0.000000-3.000000-7,0.000000-6.000000-13,0.000000-7.000000-11,0.000000-7.000000-14,1.000000-6.000000-13,2.000000-4.000000-18,1.000000-6.000000-16,2.000000-4.000000-17</inkml:trace>
</inkml:ink>
</file>

<file path=ppt/ink/ink6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3"/>
    </inkml:context>
    <inkml:brush xml:id="br0">
      <inkml:brushProperty name="width" value="0.0259039551019669" units="cm"/>
      <inkml:brushProperty name="height" value="0.0259039551019669" units="cm"/>
      <inkml:brushProperty name="color" value="#000000"/>
      <inkml:brushProperty name="ignorePressure" value="0"/>
    </inkml:brush>
  </inkml:definitions>
  <inkml:trace contextRef="#ctx0" brushRef="#br0">7807.000000 15811.000000 566,'-1.000000'-21.000000'13,"-2.000000"12.000000"12 ,-1.000000 11.000000 11,-2.000000 12.000000 13,-3.000000 13.000000 2,-5.000000 13.000000-6,-5.000000 13.000000-7,-5.000000 14.000000-5,-6.000000 11.000000-6,-7.000000 11.000000-4,-6.000000 9.000000-4,-7.000000 10.000000-4,-6.000000 9.000000-2,-5.000000 9.000000-3,-4.000000 8.000000-2,-6.000000 9.000000-1,4.000000-5.000000-1,14.000000-17.000000-1,13.000000-16.000000 0,13.000000-16.000000 1,12.000000-24.000000-11,10.000000-27.000000-19,10.000000-29.000000-19,10.000000-28.000000-20,6.000000-17.000000-5,2.000000-5.000000 7,1.000000-5.000000 8,1.000000-4.000000 8,0.000000 0.000000 6,-3.000000 6.000000 3,-4.000000 8.000000 5,-3.000000 6.000000 4</inkml:trace>
</inkml:ink>
</file>

<file path=ppt/ink/ink6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3"/>
    </inkml:context>
    <inkml:brush xml:id="br0">
      <inkml:brushProperty name="width" value="0.0238523278385401" units="cm"/>
      <inkml:brushProperty name="height" value="0.0238523278385401" units="cm"/>
      <inkml:brushProperty name="color" value="#000000"/>
      <inkml:brushProperty name="ignorePressure" value="0"/>
    </inkml:brush>
  </inkml:definitions>
  <inkml:trace contextRef="#ctx0" brushRef="#br0">7647.000000 16317.000000 614,'36.000000'-37.000000'2,"-6.000000"4.000000"3 ,-6.000000 6.000000 3,-8.000000 4.000000 4,-3.000000 5.000000 3,-2.000000 3.000000 2,-2.000000 3.000000 4,-2.000000 4.000000 2,1.000000 5.000000 0,1.000000 9.000000 0,2.000000 8.000000-1,1.000000 9.000000-2,1.000000 7.000000 1,-2.000000 6.000000 0,-2.000000 8.000000 0,-2.000000 6.000000 1,-1.000000 6.000000-2,-2.000000 8.000000-1,-1.000000 6.000000-2,-2.000000 6.000000-2,-1.000000 6.000000-2,3.000000 3.000000-3,1.000000 3.000000-2,2.000000 4.000000-3,1.000000-1.000000-3,-1.000000-3.000000-2,1.000000-3.000000-2,0.000000-3.000000-2,-2.000000-10.000000-2,0.000000-17.000000-1,-3.000000-17.000000-1,-1.000000-17.000000-1,-3.000000-9.000000-1,-3.000000-4.000000-1,-3.000000-3.000000-1,-4.000000-3.000000-2,-4.000000-7.000000-3,-8.000000-10.000000-6,-6.000000-10.000000-6,-6.000000-10.000000-6,-5.000000-6.000000-2,-2.000000-4.000000 0,-1.000000-4.000000 1,-1.000000-2.000000 1,0.000000-2.000000 3,3.000000 2.000000 8,4.000000 2.000000 6,3.000000 2.000000 8,4.000000 4.000000 5,5.000000 6.000000 6,5.000000 7.000000 5,5.000000 7.000000 5,9.000000 5.000000 7,11.000000 6.000000 5,12.000000 4.000000 6,11.000000 6.000000 6,8.000000 2.000000-5,4.000000 0.000000-15,2.000000 0.000000-16,4.000000 0.000000-16,-1.000000-1.000000-10,-8.000000-2.000000-4,-6.000000-1.000000-5,-7.000000-2.000000-5</inkml:trace>
</inkml:ink>
</file>

<file path=ppt/ink/ink6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3"/>
    </inkml:context>
    <inkml:brush xml:id="br0">
      <inkml:brushProperty name="width" value="0.0243057254701853" units="cm"/>
      <inkml:brushProperty name="height" value="0.0243057254701853" units="cm"/>
      <inkml:brushProperty name="color" value="#000000"/>
      <inkml:brushProperty name="ignorePressure" value="0"/>
    </inkml:brush>
  </inkml:definitions>
  <inkml:trace contextRef="#ctx0" brushRef="#br0">8153.000000 16717.000000 603,'13.000000'12.000000'43,"1.000000"-1.000000"-5 ,-1.000000-2.000000-4,0.000000-1.000000-4,2.000000 0.000000-5,0.000000 4.000000-5,3.000000 3.000000-5,1.000000 3.000000-6,1.000000 4.000000-2,0.000000 6.000000-1,0.000000 4.000000 1,0.000000 6.000000 0,-2.000000 5.000000-1,-3.000000 7.000000 0,-3.000000 7.000000 0,-4.000000 6.000000-1,-3.000000 1.000000-1,-3.000000-5.000000-1,-4.000000-5.000000-1,-3.000000-4.000000-1,-1.000000-8.000000 1,-1.000000-8.000000 5,0.000000-8.000000 4,1.000000-9.000000 5,0.000000-7.000000 2,2.000000-6.000000-1,1.000000-8.000000 1,2.000000-6.000000-1,5.000000-11.000000-5,9.000000-17.000000-8,8.000000-17.000000-8,8.000000-17.000000-10,9.000000-10.000000-6,10.000000-3.000000-6,11.000000-3.000000-4,9.000000-3.000000-6,-1.000000 6.000000-6,-14.000000 20.000000-7,-13.000000 17.000000-7,-13.000000 19.000000-8</inkml:trace>
</inkml:ink>
</file>

<file path=ppt/ink/ink6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3"/>
    </inkml:context>
    <inkml:brush xml:id="br0">
      <inkml:brushProperty name="width" value="0.0236440915614367" units="cm"/>
      <inkml:brushProperty name="height" value="0.0236440915614367" units="cm"/>
      <inkml:brushProperty name="color" value="#000000"/>
      <inkml:brushProperty name="ignorePressure" value="0"/>
    </inkml:brush>
  </inkml:definitions>
  <inkml:trace contextRef="#ctx0" brushRef="#br0">8926.000000 16797.000000 620,'-22.000000'0.000000'79,"11.000000"0.000000"-12 ,9.000000 0.000000-12,10.000000 0.000000-11,8.000000 0.000000-9,5.000000 0.000000-6,5.000000 0.000000-5,4.000000 0.000000-6,4.000000-2.000000-5,-1.000000-3.000000-4,0.000000-3.000000-4,1.000000-4.000000-4,-1.000000 0.000000-5,0.000000 1.000000-9,1.000000 2.000000-8,-1.000000 1.000000-8,-2.000000 1.000000-7,-5.000000 1.000000-7,-6.000000-1.000000-6,-4.000000 0.000000-7</inkml:trace>
</inkml:ink>
</file>

<file path=ppt/ink/ink6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4"/>
    </inkml:context>
    <inkml:brush xml:id="br0">
      <inkml:brushProperty name="width" value="0.0274442210793495" units="cm"/>
      <inkml:brushProperty name="height" value="0.0274442210793495" units="cm"/>
      <inkml:brushProperty name="color" value="#000000"/>
      <inkml:brushProperty name="ignorePressure" value="0"/>
    </inkml:brush>
  </inkml:definitions>
  <inkml:trace contextRef="#ctx0" brushRef="#br0">9272.000000 16504.000000 534,'-13.000000'42.000000'124,"0.000000"5.000000"-26 ,-1.000000 6.000000-26,1.000000 4.000000-27,0.000000 7.000000-14,3.000000 6.000000-4,0.000000 6.000000-3,3.000000 8.000000-4,1.000000-2.000000-6,2.000000-8.000000-5,1.000000-8.000000-7,3.000000-9.000000-7,4.000000-9.000000-6,8.000000-12.000000-6,9.000000-12.000000-6,8.000000-12.000000-7,4.000000-8.000000-2,-2.000000-4.000000 0,-2.000000-6.000000 0,-2.000000-5.000000 1,0.000000-3.000000-4,-1.000000-2.000000-9,1.000000-2.000000-7,0.000000-1.000000-9</inkml:trace>
</inkml:ink>
</file>

<file path=ppt/ink/ink6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4"/>
    </inkml:context>
    <inkml:brush xml:id="br0">
      <inkml:brushProperty name="width" value="0.0247178710997105" units="cm"/>
      <inkml:brushProperty name="height" value="0.0247178710997105" units="cm"/>
      <inkml:brushProperty name="color" value="#000000"/>
      <inkml:brushProperty name="ignorePressure" value="0"/>
    </inkml:brush>
  </inkml:definitions>
  <inkml:trace contextRef="#ctx0" brushRef="#br0">11191.000000 16797.000000 593,'-13.000000'-13.000000'3,"2.000000"2.000000"7 ,2.000000 2.000000 7,2.000000 2.000000 7,0.000000-2.000000 4,0.000000-2.000000 3,1.000000-4.000000 2,-1.000000-4.000000 2,-1.000000-1.000000-1,-4.000000 0.000000-6,-3.000000 0.000000-6,-3.000000 0.000000-6,-4.000000 0.000000-4,-3.000000 1.000000-5,-3.000000-1.000000-3,-4.000000 0.000000-5,-3.000000 3.000000-3,-3.000000 7.000000-4,-4.000000 7.000000-4,-3.000000 6.000000-4,0.000000 9.000000 0,0.000000 9.000000 2,3.000000 11.000000 2,1.000000 9.000000 3,4.000000 9.000000 1,4.000000 4.000000 3,6.000000 5.000000 0,4.000000 5.000000 2,7.000000 0.000000 2,6.000000-5.000000 1,6.000000-5.000000 1,8.000000-5.000000 3,6.000000-5.000000 0,10.000000-8.000000 3,7.000000-6.000000 2,9.000000-6.000000 2,6.000000-9.000000 0,6.000000-10.000000-3,4.000000-10.000000-3,6.000000-10.000000-3,2.000000-10.000000-4,3.000000-10.000000-4,1.000000-10.000000-3,2.000000-10.000000-5,-2.000000-7.000000-3,-5.000000-3.000000-1,-5.000000-3.000000-3,-5.000000-4.000000-2,-5.000000 0.000000-1,-8.000000 1.000000 0,-6.000000 2.000000 0,-6.000000 2.000000-1,-7.000000 2.000000 3,-4.000000 6.000000 5,-6.000000 5.000000 6,-4.000000 5.000000 5,-4.000000 7.000000 5,-2.000000 7.000000 5,-1.000000 10.000000 4,-2.000000 7.000000 5,-2.000000 11.000000 5,-4.000000 11.000000 8,-3.000000 12.000000 7,-3.000000 11.000000 7,-1.000000 9.000000 2,1.000000 5.000000-3,2.000000 5.000000-4,2.000000 4.000000-2,1.000000 5.000000-4,0.000000 4.000000-3,-1.000000 2.000000-3,1.000000 4.000000-3,1.000000 1.000000-4,1.000000-2.000000-6,2.000000-2.000000-7,1.000000-1.000000-4,2.000000-1.000000-8,2.000000 0.000000-8,2.000000 0.000000-9,1.000000 0.000000-7,2.000000-6.000000-4,4.000000-11.000000 2,4.000000-13.000000 1,2.000000-10.000000 1,2.000000-8.000000-1,-2.000000-1.000000-5,-2.000000-2.000000-6,-2.000000-1.000000-5</inkml:trace>
</inkml:ink>
</file>

<file path=ppt/ink/ink6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5"/>
    </inkml:context>
    <inkml:brush xml:id="br0">
      <inkml:brushProperty name="width" value="0.0215580686926842" units="cm"/>
      <inkml:brushProperty name="height" value="0.0215580686926842" units="cm"/>
      <inkml:brushProperty name="color" value="#000000"/>
      <inkml:brushProperty name="ignorePressure" value="0"/>
    </inkml:brush>
  </inkml:definitions>
  <inkml:trace contextRef="#ctx0" brushRef="#br0">11510.000000 17010.000000 680,'38.000000'-3.000000'103,"-6.000000"-7.000000"-29 ,-4.000000-7.000000-29,-6.000000-6.000000-28,-2.000000-4.000000-16,0.000000 0.000000-2,0.000000 1.000000-2,0.000000-1.000000-3,-2.000000 0.000000 0,-6.000000 1.000000-1,-4.000000-1.000000 1,-6.000000 0.000000 0,-2.000000 2.000000 2,0.000000 4.000000 3,0.000000 2.000000 3,0.000000 4.000000 4,-3.000000 5.000000 1,-7.000000 4.000000-1,-7.000000 5.000000 0,-6.000000 5.000000-1,-3.000000 7.000000 0,2.000000 8.000000 1,2.000000 9.000000 0,1.000000 7.000000 0,2.000000 6.000000 2,4.000000 2.000000 3,4.000000 1.000000 1,2.000000 2.000000 3,4.000000 0.000000-2,0.000000 1.000000-7,3.000000-1.000000-7,1.000000 1.000000-7,6.000000-4.000000-8,10.000000-6.000000-8,10.000000-7.000000-9,10.000000-7.000000-9,2.000000-5.000000-2,-7.000000-6.000000 5,-7.000000-4.000000 4,-6.000000-6.000000 6,-3.000000-2.000000 2,2.000000 0.000000-2,1.000000 0.000000-1,2.000000 0.000000-2</inkml:trace>
</inkml:ink>
</file>

<file path=ppt/ink/ink6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5"/>
    </inkml:context>
    <inkml:brush xml:id="br0">
      <inkml:brushProperty name="width" value="0.0245898347347975" units="cm"/>
      <inkml:brushProperty name="height" value="0.0245898347347975" units="cm"/>
      <inkml:brushProperty name="color" value="#000000"/>
      <inkml:brushProperty name="ignorePressure" value="0"/>
    </inkml:brush>
  </inkml:definitions>
  <inkml:trace contextRef="#ctx0" brushRef="#br0">12496.000000 16637.000000 596,'-25.000000'-36.000000'4,"4.000000"9.000000"8 ,2.000000 7.000000 9,4.000000 10.000000 8,2.000000 4.000000 6,0.000000 2.000000 5,-1.000000 1.000000 5,1.000000 2.000000 5,-1.000000 2.000000-2,-2.000000 2.000000-10,-1.000000 1.000000-8,-2.000000 2.000000-9,-1.000000 3.000000-7,0.000000 5.000000-4,0.000000 5.000000-5,0.000000 5.000000-3,2.000000 2.000000-6,6.000000-2.000000-5,4.000000-1.000000-5,6.000000-3.000000-5,2.000000 1.000000-3,0.000000 2.000000-2,0.000000 1.000000-2,0.000000 2.000000 0,3.000000 0.000000 0,7.000000 1.000000 2,7.000000 0.000000 4,6.000000-1.000000 3,3.000000-1.000000 4,-2.000000-3.000000 4,-2.000000-4.000000 5,-1.000000-3.000000 5,-1.000000-1.000000 4,0.000000-1.000000 1,0.000000 0.000000 3,0.000000 0.000000 1,-2.000000 2.000000 4,-3.000000 0.000000 3,-3.000000 3.000000 4,-4.000000 1.000000 3,-3.000000 1.000000-1,-3.000000 0.000000-6,-4.000000 0.000000-7,-3.000000 0.000000-6,-4.000000-2.000000-4,-5.000000-3.000000-4,-5.000000-3.000000-2,-5.000000-4.000000-3,-1.000000-2.000000-10,3.000000-2.000000-18,4.000000-1.000000-19,3.000000-2.000000-17</inkml:trace>
</inkml:ink>
</file>

<file path=ppt/ink/ink6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5"/>
    </inkml:context>
    <inkml:brush xml:id="br0">
      <inkml:brushProperty name="width" value="0.0203840434551239" units="cm"/>
      <inkml:brushProperty name="height" value="0.0203840434551239" units="cm"/>
      <inkml:brushProperty name="color" value="#000000"/>
      <inkml:brushProperty name="ignorePressure" value="0"/>
    </inkml:brush>
  </inkml:definitions>
  <inkml:trace contextRef="#ctx0" brushRef="#br0">12683.000000 16290.000000 719,'49.000000'3.000000'147,"-8.000000"4.000000"-53 ,-9.000000 6.000000-54,-8.000000 4.000000-55,-4.000000 2.000000-30,-3.000000-4.000000-7,-1.000000-4.000000-9,-2.000000-2.000000-6</inkml:trace>
</inkml:ink>
</file>

<file path=ppt/ink/ink6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5"/>
    </inkml:context>
    <inkml:brush xml:id="br0">
      <inkml:brushProperty name="width" value="0.0259456243366003" units="cm"/>
      <inkml:brushProperty name="height" value="0.0259456243366003" units="cm"/>
      <inkml:brushProperty name="color" value="#000000"/>
      <inkml:brushProperty name="ignorePressure" value="0"/>
    </inkml:brush>
  </inkml:definitions>
  <inkml:trace contextRef="#ctx0" brushRef="#br0">12923.000000 16610.000000 565,'-1.000000'25.000000'6,"-2.000000"-3.000000"11 ,-1.000000-4.000000 12,-2.000000-3.000000 11,0.000000 1.000000 6,-1.000000 5.000000 2,0.000000 5.000000 0,1.000000 4.000000 1,-1.000000 4.000000-3,0.000000 2.000000-9,1.000000 2.000000-8,-1.000000 1.000000-9,1.000000 2.000000-7,2.000000 1.000000-6,2.000000 2.000000-8,1.000000 2.000000-6,1.000000-2.000000-4,0.000000-5.000000-1,0.000000-4.000000-1,0.000000-6.000000-1,-1.000000-4.000000-10,-2.000000-4.000000-22,-1.000000-2.000000-20,-2.000000-4.000000-21</inkml:trace>
</inkml:ink>
</file>

<file path=ppt/ink/ink6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6"/>
    </inkml:context>
    <inkml:brush xml:id="br0">
      <inkml:brushProperty name="width" value="0.0277526862919331" units="cm"/>
      <inkml:brushProperty name="height" value="0.0277526862919331" units="cm"/>
      <inkml:brushProperty name="color" value="#000000"/>
      <inkml:brushProperty name="ignorePressure" value="0"/>
    </inkml:brush>
  </inkml:definitions>
  <inkml:trace contextRef="#ctx0" brushRef="#br0">13722.000000 16743.000000 528,'-14.000000'-48.000000'101,"-2.000000"10.000000"-27 ,-1.000000 9.000000-28,-3.000000 11.000000-27,-2.000000 6.000000-15,-5.000000 4.000000-3,-6.000000 3.000000-3,-4.000000 4.000000-3,-3.000000 4.000000-1,0.000000 7.000000-1,0.000000 6.000000-1,0.000000 8.000000-1,2.000000 6.000000 1,6.000000 6.000000 1,4.000000 8.000000 0,6.000000 6.000000 2,4.000000 1.000000 1,6.000000-2.000000 2,4.000000-4.000000 1,6.000000-4.000000 1,6.000000-6.000000 1,8.000000-10.000000-3,9.000000-10.000000-1,8.000000-10.000000-3,6.000000-8.000000-1,4.000000-7.000000-1,2.000000-7.000000-2,4.000000-6.000000-1,1.000000-5.000000-1,-2.000000-4.000000 0,-1.000000-3.000000 0,-3.000000-3.000000-1,-3.000000-1.000000 2,-7.000000 4.000000 1,-7.000000 4.000000 3,-6.000000 2.000000 3,-5.000000 8.000000 6,-4.000000 9.000000 10,-3.000000 10.000000 11,-3.000000 11.000000 11,-3.000000 10.000000 3,-2.000000 12.000000-5,-1.000000 11.000000-3,-2.000000 12.000000-4,0.000000 8.000000-3,-1.000000 3.000000-3,0.000000 3.000000-1,1.000000 4.000000-3,0.000000 0.000000 0,2.000000-1.000000 1,1.000000-2.000000 1,2.000000-1.000000 0,1.000000-4.000000 1,-3.000000-2.000000-2,-1.000000-4.000000-1,-2.000000-3.000000 0,-1.000000-4.000000-3,-3.000000-5.000000-4,0.000000-5.000000-2,-3.000000-5.000000-4,-1.000000-6.000000-7,-2.000000-7.000000-8,-1.000000-7.000000-9,-2.000000-6.000000-8,-1.000000-6.000000-5,3.000000-8.000000 0,1.000000-6.000000 0,2.000000-6.000000 0,1.000000-4.000000-4,3.000000 0.000000-7,0.000000 0.000000-7,3.000000 0.000000-7</inkml:trace>
</inkml:ink>
</file>

<file path=ppt/ink/ink6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6"/>
    </inkml:context>
    <inkml:brush xml:id="br0">
      <inkml:brushProperty name="width" value="0.0266870986670256" units="cm"/>
      <inkml:brushProperty name="height" value="0.0266870986670256" units="cm"/>
      <inkml:brushProperty name="color" value="#000000"/>
      <inkml:brushProperty name="ignorePressure" value="0"/>
    </inkml:brush>
  </inkml:definitions>
  <inkml:trace contextRef="#ctx0" brushRef="#br0">14095.000000 16557.000000 549,'0.000000'51.000000'154,"0.000000"-2.000000"-40 ,0.000000-4.000000-40,0.000000-4.000000-39,0.000000-1.000000-23,0.000000-3.000000-6,0.000000-1.000000-7,0.000000-2.000000-6,0.000000-2.000000-5,0.000000-4.000000-3,0.000000-3.000000-3,0.000000-3.000000-4,2.000000-6.000000 0,3.000000-6.000000 0,3.000000-7.000000 2,4.000000-6.000000-1,2.000000-8.000000 2,2.000000-8.000000 1,1.000000-8.000000 2,2.000000-9.000000 0,4.000000-4.000000 3,4.000000 0.000000 3,6.000000 0.000000 3,4.000000 0.000000 2,2.000000 2.000000 5,-4.000000 3.000000 3,-4.000000 3.000000 5,-3.000000 4.000000 4,-2.000000 4.000000 3,-2.000000 4.000000 4,-1.000000 6.000000 2,-2.000000 5.000000 3,-3.000000 7.000000 3,-3.000000 8.000000 2,-3.000000 8.000000 3,-4.000000 8.000000 2,-2.000000 8.000000-3,-2.000000 7.000000-6,-1.000000 6.000000-6,-3.000000 7.000000-7,0.000000 3.000000-6,0.000000 1.000000-4,0.000000-1.000000-3,0.000000 0.000000-4,0.000000-4.000000-16,-3.000000-8.000000-25,-1.000000-8.000000-27,-2.000000-9.000000-27</inkml:trace>
</inkml:ink>
</file>

<file path=ppt/ink/ink6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7"/>
    </inkml:context>
    <inkml:brush xml:id="br0">
      <inkml:brushProperty name="width" value="0.0213297996670008" units="cm"/>
      <inkml:brushProperty name="height" value="0.0213297996670008" units="cm"/>
      <inkml:brushProperty name="color" value="#000000"/>
      <inkml:brushProperty name="ignorePressure" value="0"/>
    </inkml:brush>
  </inkml:definitions>
  <inkml:trace contextRef="#ctx0" brushRef="#br0">7967.000000 18502.000000 687,'-17.000000'-10.000000'115,"-6.000000"7.000000"-31 ,-7.000000 6.000000-30,-7.000000 7.000000-30,-7.000000 11.000000-17,-9.000000 15.000000-3,-7.000000 14.000000-3,-9.000000 16.000000-3,-4.000000 14.000000-1,2.000000 13.000000 2,2.000000 14.000000 0,2.000000 13.000000 2,7.000000 3.000000 0,13.000000-6.000000 0,14.000000-7.000000 1,13.000000-7.000000-1,11.000000-12.000000 1,8.000000-19.000000 1,8.000000-18.000000 1,9.000000-18.000000 3,8.000000-12.000000-2,9.000000-5.000000-2,8.000000-5.000000-2,8.000000-4.000000-4,4.000000-9.000000-1,0.000000-9.000000-2,1.000000-10.000000-3,-1.000000-11.000000-1,0.000000-6.000000-3,0.000000-6.000000-4,1.000000-5.000000-2,-1.000000-5.000000-4,-3.000000-2.000000-1,-7.000000 0.000000 1,-6.000000-1.000000 0,-7.000000 1.000000 2,-5.000000 3.000000 2,-3.000000 7.000000 2,-4.000000 6.000000 3,-3.000000 7.000000 4,-4.000000 8.000000 4,-5.000000 7.000000 10,-6.000000 10.000000 7,-4.000000 7.000000 9,-2.000000 7.000000 4,-1.000000 5.000000 0,0.000000 6.000000-1,1.000000 4.000000-1,-1.000000 5.000000 0,0.000000 5.000000-3,1.000000 5.000000-2,-1.000000 5.000000-2,1.000000 3.000000-2,2.000000 0.000000-3,1.000000-1.000000-2,3.000000 1.000000-4,-1.000000-2.000000-2,-2.000000-4.000000-2,-1.000000-2.000000-4,-2.000000-4.000000-2,0.000000-5.000000-3,2.000000-4.000000-4,2.000000-5.000000-4,1.000000-5.000000-2</inkml:trace>
</inkml:ink>
</file>

<file path=ppt/ink/ink6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8"/>
    </inkml:context>
    <inkml:brush xml:id="br0">
      <inkml:brushProperty name="width" value="0.0223203413188457" units="cm"/>
      <inkml:brushProperty name="height" value="0.0223203413188457" units="cm"/>
      <inkml:brushProperty name="color" value="#000000"/>
      <inkml:brushProperty name="ignorePressure" value="0"/>
    </inkml:brush>
  </inkml:definitions>
  <inkml:trace contextRef="#ctx0" brushRef="#br0">7620.000000 19168.000000 657,'14.000000'12.000000'108,"2.000000"-4.000000"-24 ,2.000000-3.000000-23,1.000000-3.000000-25,3.000000-3.000000-14,6.000000-2.000000-6,4.000000-1.000000-5,6.000000-2.000000-6,2.000000 0.000000-9,0.000000-1.000000-9,0.000000 0.000000-10,0.000000 1.000000-10,-4.000000 0.000000-9,-6.000000 2.000000-8,-6.000000 1.000000-9,-8.000000 2.000000-8</inkml:trace>
</inkml:ink>
</file>

<file path=ppt/ink/ink6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8"/>
    </inkml:context>
    <inkml:brush xml:id="br0">
      <inkml:brushProperty name="width" value="0.0208156779408455" units="cm"/>
      <inkml:brushProperty name="height" value="0.0208156779408455" units="cm"/>
      <inkml:brushProperty name="color" value="#000000"/>
      <inkml:brushProperty name="ignorePressure" value="0"/>
    </inkml:brush>
  </inkml:definitions>
  <inkml:trace contextRef="#ctx0" brushRef="#br0">8899.000000 19301.000000 704,'-36.000000'-25.000000'4,"9.000000"4.000000"6 ,8.000000 2.000000 7,8.000000 4.000000 8,3.000000 2.000000 3,-4.000000 0.000000 1,-3.000000-1.000000 1,-3.000000 1.000000 0,-3.000000 1.000000-1,-2.000000 1.000000-5,-1.000000 2.000000-5,-2.000000 1.000000-4,-1.000000 6.000000-4,-2.000000 8.000000-1,-2.000000 8.000000-4,-2.000000 8.000000-1,0.000000 9.000000-2,0.000000 8.000000-3,0.000000 9.000000 0,-1.000000 7.000000-2,4.000000 4.000000-1,7.000000-1.000000 0,6.000000-2.000000 1,7.000000-2.000000 1,5.000000-3.000000-1,4.000000-6.000000 1,2.000000-4.000000-1,4.000000-5.000000 0,6.000000-7.000000-1,8.000000-8.000000-1,9.000000-9.000000-3,8.000000-7.000000-1,5.000000-8.000000-3,4.000000-4.000000-2,3.000000-6.000000-3,4.000000-4.000000-4,0.000000-6.000000-2,-4.000000-4.000000-4,-3.000000-6.000000-4,-3.000000-4.000000-4,-6.000000-2.000000 1,-6.000000 4.000000 6,-6.000000 4.000000 4,-8.000000 3.000000 6,-3.000000 2.000000 6,-3.000000 2.000000 8,0.000000 1.000000 7,-3.000000 2.000000 7,-4.000000 5.000000 10,-6.000000 9.000000 11,-7.000000 8.000000 12,-6.000000 8.000000 10,-3.000000 7.000000 1,4.000000 5.000000-13,4.000000 4.000000-11,2.000000 6.000000-12,3.000000 2.000000-11,2.000000-2.000000-13,2.000000-2.000000-13,1.000000-2.000000-11,2.000000-3.000000-11,1.000000-5.000000-8,2.000000-4.000000-7,2.000000-6.000000-9</inkml:trace>
</inkml:ink>
</file>

<file path=ppt/ink/ink6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8"/>
    </inkml:context>
    <inkml:brush xml:id="br0">
      <inkml:brushProperty name="width" value="0.0231779888272285" units="cm"/>
      <inkml:brushProperty name="height" value="0.0231779888272285" units="cm"/>
      <inkml:brushProperty name="color" value="#000000"/>
      <inkml:brushProperty name="ignorePressure" value="0"/>
    </inkml:brush>
  </inkml:definitions>
  <inkml:trace contextRef="#ctx0" brushRef="#br0">9219.000000 19195.000000 632,'-12.000000'15.000000'109,"4.000000"3.000000"-25 ,3.000000 4.000000-24,3.000000 3.000000-24,2.000000 3.000000-15,0.000000 4.000000-3,0.000000 3.000000-4,0.000000 3.000000-3,0.000000 4.000000-4,0.000000 3.000000-2,0.000000 3.000000-3,0.000000 3.000000-2,1.000000-1.000000-1,2.000000-6.000000 1,1.000000-8.000000-1,2.000000-6.000000 1,1.000000-10.000000-5,2.000000-16.000000-12,2.000000-15.000000-12,2.000000-15.000000-11,0.000000-11.000000-5,0.000000-6.000000 2,1.000000-7.000000 2,-1.000000-6.000000 2,2.000000-4.000000 4,3.000000 3.000000 5,4.000000 1.000000 5,3.000000 2.000000 7,1.000000 2.000000 4,-2.000000 4.000000 4,-2.000000 3.000000 5,-1.000000 3.000000 5,-1.000000 7.000000 2,0.000000 7.000000 4,0.000000 9.000000 2,0.000000 8.000000 3,-1.000000 8.000000 2,-1.000000 6.000000 2,-3.000000 7.000000 1,0.000000 7.000000 2,-4.000000 7.000000 2,-2.000000 9.000000 3,-4.000000 7.000000 1,-4.000000 9.000000 3,-1.000000 4.000000 0,0.000000-2.000000-3,0.000000-2.000000-1,0.000000-2.000000-3,-1.000000-2.000000-3,-1.000000-3.000000-3,-2.000000-4.000000-3,-2.000000-3.000000-3,0.000000-4.000000-5,2.000000-5.000000-3,1.000000-5.000000-5,3.000000-6.000000-4,0.000000-5.000000-4,0.000000-6.000000-5,0.000000-8.000000-4,0.000000-6.000000-4,2.000000-7.000000-3,6.000000-9.000000-2,4.000000-8.000000-1,6.000000-8.000000-1,3.000000-5.000000 0,4.000000 0.000000 5,4.000000 1.000000 4,2.000000-1.000000 3,2.000000 2.000000 5,1.000000 3.000000 4,-1.000000 4.000000 5,0.000000 3.000000 5,-2.000000 5.000000 1,-5.000000 7.000000-2,-5.000000 6.000000-1,-5.000000 7.000000-1,-4.000000 6.000000 7,-1.000000 5.000000 14,-2.000000 5.000000 14,-1.000000 4.000000 15,-3.000000 8.000000 5,0.000000 8.000000-4,-3.000000 8.000000-4,-1.000000 8.000000-5,-1.000000 5.000000-4,0.000000 0.000000-8,0.000000-1.000000-6,0.000000 1.000000-6,1.000000-2.000000-8,1.000000-3.000000-10,2.000000-4.000000-10,2.000000-3.000000-10,3.000000-5.000000-10,2.000000-7.000000-9,4.000000-6.000000-9,4.000000-7.000000-10</inkml:trace>
</inkml:ink>
</file>

<file path=ppt/ink/ink6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09"/>
    </inkml:context>
    <inkml:brush xml:id="br0">
      <inkml:brushProperty name="width" value="0.0205997955054045" units="cm"/>
      <inkml:brushProperty name="height" value="0.0205997955054045" units="cm"/>
      <inkml:brushProperty name="color" value="#000000"/>
      <inkml:brushProperty name="ignorePressure" value="0"/>
    </inkml:brush>
  </inkml:definitions>
  <inkml:trace contextRef="#ctx0" brushRef="#br0">10418.000000 19515.000000 711,'3.000000'31.000000'53,"7.000000"-16.000000"-9 ,7.000000-16.000000-8,6.000000-18.000000-8,4.000000-9.000000-7,0.000000-4.000000-6,-1.000000-3.000000-5,1.000000-3.000000-7,-3.000000-2.000000-3,-5.000000 0.000000-4,-5.000000 0.000000-2,-5.000000 0.000000-4,-2.000000 2.000000 0,0.000000 3.000000 2,-1.000000 3.000000 0,1.000000 4.000000 2,-3.000000 3.000000 0,-5.000000 3.000000 2,-4.000000 4.000000-1,-6.000000 3.000000 2,-3.000000 4.000000-1,-2.000000 5.000000 0,-2.000000 5.000000 1,-1.000000 6.000000-1,-1.000000 5.000000 1,0.000000 10.000000 2,0.000000 7.000000 2,0.000000 9.000000 1,1.000000 6.000000 3,2.000000 6.000000 3,1.000000 4.000000 2,2.000000 6.000000 4,2.000000 2.000000 1,4.000000 0.000000 3,3.000000 0.000000 1,3.000000 0.000000 1,5.000000-5.000000 0,7.000000-7.000000-4,7.000000-9.000000-5,6.000000-8.000000-3,5.000000-7.000000-8,1.000000-5.000000-8,2.000000-5.000000-10,1.000000-5.000000-9,0.000000-3.000000-9,-4.000000-2.000000-10,-3.000000-1.000000-9,-3.000000-2.000000-9</inkml:trace>
</inkml:ink>
</file>

<file path=ppt/ink/ink6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3"/>
    </inkml:context>
    <inkml:brush xml:id="br0">
      <inkml:brushProperty name="width" value="0.0224324762821198" units="cm"/>
      <inkml:brushProperty name="height" value="0.0224324762821198" units="cm"/>
      <inkml:brushProperty name="color" value="#000000"/>
      <inkml:brushProperty name="ignorePressure" value="0"/>
    </inkml:brush>
  </inkml:definitions>
  <inkml:trace contextRef="#ctx0" brushRef="#br0">12656.000000 18848.000000 653,'-15.000000'-11.000000'96,"-3.000000"2.000000"-24 ,-4.000000 4.000000-26,-3.000000 4.000000-24,-1.000000 3.000000-15,-1.000000 6.000000-5,0.000000 4.000000-6,1.000000 6.000000-6,-3.000000 3.000000-3,-2.000000 4.000000 1,-4.000000 4.000000-1,-4.000000 2.000000 0,3.000000 3.000000 0,6.000000-1.000000 1,7.000000 0.000000 1,6.000000 1.000000 0,6.000000-1.000000 1,5.000000 0.000000 2,5.000000 0.000000 1,6.000000 1.000000 1,5.000000-2.000000 2,10.000000-1.000000 2,7.000000-2.000000 2,9.000000-1.000000 1,4.000000-4.000000 3,0.000000-5.000000 1,0.000000-5.000000 3,0.000000-5.000000 3,-2.000000-1.000000 0,-3.000000 1.000000 1,-3.000000 2.000000 2,-4.000000 1.000000-1,-3.000000 0.000000 1,-3.000000-4.000000-1,-4.000000-3.000000-1,-3.000000-3.000000 0,-3.000000 0.000000-1,-4.000000 3.000000 0,-3.000000 3.000000 0,-3.000000 4.000000 1,-6.000000 2.000000-1,-6.000000 2.000000 0,-6.000000 1.000000 0,-8.000000 2.000000-1,-4.000000 1.000000-1,-4.000000 0.000000-1,-3.000000 0.000000 0,-3.000000 0.000000-1,0.000000-2.000000-7,3.000000-3.000000-10,3.000000-3.000000-13,4.000000-4.000000-11,3.000000-1.000000-10,3.000000 0.000000-8,4.000000-1.000000-7,3.000000 1.000000-9</inkml:trace>
</inkml:ink>
</file>

<file path=ppt/ink/ink6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3"/>
    </inkml:context>
    <inkml:brush xml:id="br0">
      <inkml:brushProperty name="width" value="0.0201516821980476" units="cm"/>
      <inkml:brushProperty name="height" value="0.0201516821980476" units="cm"/>
      <inkml:brushProperty name="color" value="#000000"/>
      <inkml:brushProperty name="ignorePressure" value="0"/>
    </inkml:brush>
  </inkml:definitions>
  <inkml:trace contextRef="#ctx0" brushRef="#br0">13029.000000 19248.000000 727,'26.000000'-25.000000'1,"-2.000000"3.000000"0 ,-1.000000 4.000000 1,-2.000000 3.000000 0,-6.000000 3.000000 7,-7.000000 1.000000 12,-9.000000 2.000000 13,-8.000000 1.000000 12,-5.000000 4.000000 0,-2.000000 5.000000-12,-2.000000 5.000000-12,-1.000000 4.000000-11,-2.000000 6.000000-7,-1.000000 5.000000-4,-2.000000 5.000000-4,-2.000000 5.000000-3,1.000000 3.000000-2,3.000000 2.000000 0,4.000000 1.000000-1,3.000000 2.000000 0,3.000000 2.000000 0,1.000000 2.000000 1,2.000000 1.000000 1,1.000000 2.000000 2,4.000000-3.000000 0,5.000000-7.000000 2,5.000000-6.000000 2,4.000000-6.000000 0,6.000000-8.000000 2,5.000000-6.000000-3,5.000000-6.000000 0,5.000000-8.000000-1,4.000000-6.000000-2,3.000000-6.000000-4,4.000000-8.000000-2,3.000000-6.000000-3,0.000000-5.000000-1,-4.000000-3.000000 1,-3.000000-3.000000 1,-3.000000-4.000000 2,-4.000000 0.000000 1,-5.000000 3.000000 3,-5.000000 4.000000 3,-5.000000 3.000000 2,-6.000000 6.000000 7,-4.000000 11.000000 13,-5.000000 10.000000 12,-5.000000 9.000000 13,-3.000000 10.000000 3,1.000000 8.000000-6,-1.000000 9.000000-4,0.000000 8.000000-5,2.000000 2.000000-9,0.000000-3.000000-10,3.000000-3.000000-13,1.000000-4.000000-11,1.000000-2.000000-10,0.000000-2.000000-8,0.000000-2.000000-10,0.000000-1.000000-8</inkml:trace>
</inkml:ink>
</file>

<file path=ppt/ink/ink6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3"/>
    </inkml:context>
    <inkml:brush xml:id="br0">
      <inkml:brushProperty name="width" value="0.0267956163734198" units="cm"/>
      <inkml:brushProperty name="height" value="0.0267956163734198" units="cm"/>
      <inkml:brushProperty name="color" value="#000000"/>
      <inkml:brushProperty name="ignorePressure" value="0"/>
    </inkml:brush>
  </inkml:definitions>
  <inkml:trace contextRef="#ctx0" brushRef="#br0">13589.000000 18689.000000 547,'12.000000'-25.000000'4,"-1.000000"6.000000"7 ,-2.000000 5.000000 9,-1.000000 5.000000 7,-2.000000 6.000000 6,-2.000000 6.000000 1,-2.000000 7.000000 3,-1.000000 7.000000 2,-1.000000 6.000000 0,0.000000 7.000000-3,0.000000 6.000000-4,0.000000 8.000000-3,0.000000 5.000000-3,0.000000 5.000000-4,0.000000 5.000000-5,0.000000 5.000000-4,0.000000 5.000000-2,0.000000 5.000000-2,0.000000 6.000000-1,0.000000 4.000000-3,-1.000000-1.000000-5,-1.000000-6.000000-12,-2.000000-7.000000-12,-2.000000-7.000000-11,1.000000-7.000000-6,3.000000-9.000000 3,4.000000-8.000000 0,3.000000-8.000000 2,1.000000-7.000000-2,1.000000-5.000000-6,0.000000-5.000000-5,-1.000000-4.000000-6</inkml:trace>
</inkml:ink>
</file>

<file path=ppt/ink/ink6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4"/>
    </inkml:context>
    <inkml:brush xml:id="br0">
      <inkml:brushProperty name="width" value="0.0211579743772745" units="cm"/>
      <inkml:brushProperty name="height" value="0.0211579743772745" units="cm"/>
      <inkml:brushProperty name="color" value="#000000"/>
      <inkml:brushProperty name="ignorePressure" value="0"/>
    </inkml:brush>
  </inkml:definitions>
  <inkml:trace contextRef="#ctx0" brushRef="#br0">14042.000000 19381.000000 693,'-9.000000'36.000000'16,"8.000000"-8.000000"4 ,8.000000-9.000000 6,9.000000-8.000000 5,5.000000-8.000000 0,1.000000-6.000000-7,3.000000-7.000000-6,0.000000-7.000000-5,2.000000-6.000000-6,0.000000-4.000000-4,-1.000000-6.000000-4,1.000000-4.000000-3,-1.000000-3.000000-4,-2.000000 0.000000-1,-2.000000 0.000000-1,-1.000000 0.000000-1,-2.000000 1.000000-1,-4.000000 2.000000 2,-4.000000 1.000000 1,-2.000000 2.000000 0,-5.000000 3.000000 4,-5.000000 5.000000 3,-5.000000 5.000000 4,-5.000000 5.000000 4,-5.000000 7.000000 2,-4.000000 8.000000-1,-6.000000 9.000000-1,-5.000000 8.000000-1,-2.000000 7.000000 0,3.000000 7.000000 2,1.000000 7.000000 0,1.000000 6.000000 1,2.000000 7.000000 2,2.000000 6.000000 2,2.000000 8.000000 3,1.000000 6.000000 2,4.000000 0.000000 1,7.000000-4.000000 0,7.000000-5.000000 1,6.000000-5.000000 0,10.000000-6.000000-5,11.000000-7.000000-10,12.000000-6.000000-9,11.000000-7.000000-10,2.000000-7.000000-4,-8.000000-6.000000 4,-9.000000-7.000000 2,-7.000000-7.000000 3,-5.000000-3.000000-7,3.000000 0.000000-17,1.000000 0.000000-16,2.000000 0.000000-18</inkml:trace>
</inkml:ink>
</file>

<file path=ppt/ink/ink6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8"/>
    </inkml:context>
    <inkml:brush xml:id="br0">
      <inkml:brushProperty name="width" value="0.0205670166760683" units="cm"/>
      <inkml:brushProperty name="height" value="0.0205670166760683" units="cm"/>
      <inkml:brushProperty name="color" value="#000000"/>
      <inkml:brushProperty name="ignorePressure" value="0"/>
    </inkml:brush>
  </inkml:definitions>
  <inkml:trace contextRef="#ctx0" brushRef="#br0">7673.000000 20847.000000 713,'0.000000'-25.000000'-16,"0.000000"3.000000"3 ,0.000000 4.000000 2,0.000000 3.000000 4,0.000000 2.000000 4,0.000000-1.000000 8,0.000000 1.000000 8,0.000000 0.000000 8,0.000000 3.000000 6,0.000000 10.000000 6,0.000000 7.000000 7,0.000000 9.000000 6,-1.000000 8.000000-2,-4.000000 9.000000-9,-4.000000 7.000000-9,-2.000000 9.000000-9,-3.000000 9.000000-6,-2.000000 8.000000-4,-2.000000 8.000000-4,-1.000000 8.000000-4,-2.000000 5.000000-2,-1.000000-1.000000-2,-2.000000 1.000000 0,-2.000000 0.000000-1,2.000000-6.000000-1,5.000000-9.000000-1,5.000000-11.000000 1,4.000000-9.000000-1,4.000000-10.000000 1,-1.000000-11.000000 0,0.000000-9.000000 1,1.000000-10.000000 1,2.000000-8.000000 1,8.000000-5.000000 1,6.000000-5.000000 2,6.000000-5.000000 1,6.000000-3.000000 3,3.000000-2.000000 2,3.000000-1.000000 3,4.000000-2.000000 4,2.000000-1.000000 0,2.000000 0.000000 1,1.000000 0.000000-1,2.000000 0.000000 0,2.000000-2.000000-2,2.000000-3.000000-5,1.000000-3.000000-6,2.000000-4.000000-5,-1.000000 1.000000-7,-4.000000 2.000000-9,-2.000000 4.000000-9,-4.000000 4.000000-8,-5.000000 2.000000-6,-4.000000 4.000000-2,-5.000000 4.000000-2,-5.000000 2.000000-2</inkml:trace>
</inkml:ink>
</file>

<file path=ppt/ink/ink6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8"/>
    </inkml:context>
    <inkml:brush xml:id="br0">
      <inkml:brushProperty name="width" value="0.0199570804834366" units="cm"/>
      <inkml:brushProperty name="height" value="0.0199570804834366" units="cm"/>
      <inkml:brushProperty name="color" value="#000000"/>
      <inkml:brushProperty name="ignorePressure" value="0"/>
    </inkml:brush>
  </inkml:definitions>
  <inkml:trace contextRef="#ctx0" brushRef="#br0">8260.000000 21486.000000 734,'2.000000'24.000000'18,"6.000000"-4.000000"3 ,4.000000-6.000000 3,6.000000-5.000000 2,4.000000-7.000000-1,6.000000-7.000000-6,4.000000-10.000000-5,6.000000-7.000000-6,2.000000-7.000000-3,0.000000-5.000000-2,-1.000000-5.000000 0,1.000000-6.000000-2,-1.000000 0.000000-2,-4.000000 0.000000-1,-4.000000 3.000000-3,-2.000000 1.000000-1,-6.000000 3.000000-1,-6.000000 3.000000 1,-7.000000 3.000000 1,-7.000000 4.000000 1,-6.000000 3.000000 3,-7.000000 3.000000 2,-7.000000 4.000000 3,-6.000000 3.000000 4,-7.000000 7.000000 0,-4.000000 9.000000 0,-5.000000 11.000000-3,-5.000000 10.000000 0,-1.000000 8.000000-1,4.000000 6.000000 1,2.000000 8.000000 1,4.000000 6.000000 0,4.000000 2.000000 2,6.000000-1.000000 3,4.000000-2.000000 2,5.000000-2.000000 3,6.000000 0.000000-1,7.000000 0.000000-6,6.000000-1.000000-6,7.000000 1.000000-4,9.000000-4.000000-7,12.000000-6.000000-7,11.000000-7.000000-7,13.000000-7.000000-7,2.000000-5.000000-3,-5.000000-6.000000 2,-4.000000-4.000000 2,-6.000000-6.000000 2,-3.000000-3.000000-2,-4.000000-1.000000-3,-4.000000-2.000000-4,-2.000000-2.000000-3</inkml:trace>
</inkml:ink>
</file>

<file path=ppt/ink/ink6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8"/>
    </inkml:context>
    <inkml:brush xml:id="br0">
      <inkml:brushProperty name="width" value="0.0214369911700487" units="cm"/>
      <inkml:brushProperty name="height" value="0.0214369911700487" units="cm"/>
      <inkml:brushProperty name="color" value="#000000"/>
      <inkml:brushProperty name="ignorePressure" value="0"/>
    </inkml:brush>
  </inkml:definitions>
  <inkml:trace contextRef="#ctx0" brushRef="#br0">9246.000000 21060.000000 684,'-24.000000'13.000000'18,"8.000000"1.000000"6 ,6.000000-1.000000 6,6.000000 0.000000 4,6.000000 0.000000 2,3.000000-2.000000-5,3.000000-2.000000-5,4.000000-2.000000-4,1.000000 2.000000-3,1.000000 2.000000-2,-1.000000 4.000000-2,0.000000 4.000000-2,1.000000 4.000000-2,-1.000000 7.000000-3,0.000000 6.000000-3,1.000000 8.000000-2,-1.000000 2.000000-3,0.000000-2.000000 0,0.000000-2.000000-2,1.000000-1.000000-1,-2.000000-4.000000 0,-1.000000-7.000000 2,-2.000000-7.000000 0,-1.000000-6.000000 2,-1.000000-8.000000 1,2.000000-8.000000 0,2.000000-9.000000 2,2.000000-8.000000 0,4.000000-11.000000-3,9.000000-16.000000-11,8.000000-14.000000-9,9.000000-16.000000-9,2.000000-3.000000-5,0.000000 6.000000 2,-3.000000 7.000000 0,-1.000000 6.000000 1,-4.000000 8.000000-2,-4.000000 8.000000-5,-6.000000 9.000000-4,-4.000000 7.000000-5</inkml:trace>
</inkml:ink>
</file>

<file path=ppt/ink/ink6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9"/>
    </inkml:context>
    <inkml:brush xml:id="br0">
      <inkml:brushProperty name="width" value="0.0202127397060394" units="cm"/>
      <inkml:brushProperty name="height" value="0.0202127397060394" units="cm"/>
      <inkml:brushProperty name="color" value="#000000"/>
      <inkml:brushProperty name="ignorePressure" value="0"/>
    </inkml:brush>
  </inkml:definitions>
  <inkml:trace contextRef="#ctx0" brushRef="#br0">10125.000000 21326.000000 725,'2.000000'25.000000'12,"6.000000"-6.000000"2 ,4.000000-5.000000 2,6.000000-5.000000 1,3.000000-6.000000-1,1.000000-6.000000-2,2.000000-7.000000-4,2.000000-7.000000-3,0.000000-3.000000-2,-2.000000-3.000000-3,-1.000000-1.000000-2,-3.000000-2.000000-3,0.000000-1.000000 0,-3.000000-2.000000 0,-1.000000-2.000000 1,-2.000000-2.000000 1,-1.000000 2.000000-1,-3.000000 2.000000 1,-1.000000 4.000000 0,-1.000000 4.000000-1,-4.000000 2.000000 2,-5.000000 4.000000 2,-5.000000 4.000000 4,-4.000000 2.000000 2,-6.000000 4.000000 1,-5.000000 4.000000 0,-5.000000 2.000000 0,-5.000000 4.000000-1,-2.000000 5.000000 1,0.000000 7.000000-2,-1.000000 6.000000 0,1.000000 7.000000-1,2.000000 4.000000 1,6.000000 2.000000 0,4.000000 2.000000 2,5.000000 1.000000 1,3.000000 0.000000 0,3.000000-2.000000-1,0.000000-1.000000 1,3.000000-2.000000-1,4.000000-1.000000-1,9.000000-2.000000 0,8.000000-2.000000-2,9.000000-2.000000 0,8.000000-3.000000-5,8.000000-8.000000-10,8.000000-6.000000-9,9.000000-6.000000-9,-2.000000-4.000000-2,-11.000000 0.000000 5,-13.000000 0.000000 4,-10.000000 0.000000 6,-6.000000-1.000000-4,2.000000-2.000000-11,1.000000-1.000000-12,2.000000-2.000000-10</inkml:trace>
</inkml:ink>
</file>

<file path=ppt/ink/ink6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29"/>
    </inkml:context>
    <inkml:brush xml:id="br0">
      <inkml:brushProperty name="width" value="0.026562687009573" units="cm"/>
      <inkml:brushProperty name="height" value="0.026562687009573" units="cm"/>
      <inkml:brushProperty name="color" value="#000000"/>
      <inkml:brushProperty name="ignorePressure" value="0"/>
    </inkml:brush>
  </inkml:definitions>
  <inkml:trace contextRef="#ctx0" brushRef="#br0">11324.000000 20474.000000 552,'-1.000000'55.000000'121,"-1.000000"3.000000"-23 ,-3.000000 4.000000-24,0.000000 3.000000-24,-2.000000 5.000000-14,0.000000 6.000000-8,1.000000 7.000000-6,-1.000000 7.000000-7,1.000000 3.000000-11,2.000000-2.000000-18,1.000000-2.000000-17,3.000000-2.000000-16,0.000000-9.000000-11,3.000000-16.000000-5,1.000000-17.000000-6,2.000000-17.000000-4</inkml:trace>
</inkml:ink>
</file>

<file path=ppt/ink/ink6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1"/>
    </inkml:context>
    <inkml:brush xml:id="br0">
      <inkml:brushProperty name="width" value="0.0206201691180468" units="cm"/>
      <inkml:brushProperty name="height" value="0.0206201691180468" units="cm"/>
      <inkml:brushProperty name="color" value="#000000"/>
      <inkml:brushProperty name="ignorePressure" value="0"/>
    </inkml:brush>
  </inkml:definitions>
  <inkml:trace contextRef="#ctx0" brushRef="#br0">8073.000000 22259.000000 711,'-12.000000'-10.000000'23,"4.000000"7.000000"1 ,3.000000 6.000000-1,4.000000 7.000000 0,0.000000 11.000000-1,-2.000000 15.000000-1,-1.000000 14.000000-2,-2.000000 16.000000-2,-1.000000 12.000000-2,-2.000000 7.000000-1,-2.000000 10.000000-1,-2.000000 7.000000-2,1.000000 5.000000 0,1.000000-1.000000 0,2.000000 1.000000 0,1.000000-1.000000 1,2.000000-5.000000-2,2.000000-12.000000-4,2.000000-11.000000-4,1.000000-13.000000-3,3.000000-16.000000-10,3.000000-21.000000-15,3.000000-22.000000-15,4.000000-22.000000-15,0.000000-10.000000-5,-1.000000 2.000000 6,-2.000000 2.000000 7,-1.000000 1.000000 5</inkml:trace>
</inkml:ink>
</file>

<file path=ppt/ink/ink6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1"/>
    </inkml:context>
    <inkml:brush xml:id="br0">
      <inkml:brushProperty name="width" value="0.021911209449172" units="cm"/>
      <inkml:brushProperty name="height" value="0.021911209449172" units="cm"/>
      <inkml:brushProperty name="color" value="#000000"/>
      <inkml:brushProperty name="ignorePressure" value="0"/>
    </inkml:brush>
  </inkml:definitions>
  <inkml:trace contextRef="#ctx0" brushRef="#br0">8100.000000 22366.000000 669,'0.000000'-25.000000'1,"0.000000"3.000000"5 ,0.000000 4.000000 5,0.000000 3.000000 4,2.000000 3.000000 3,6.000000 4.000000-3,4.000000 3.000000-1,6.000000 3.000000-2,3.000000 2.000000-1,4.000000 0.000000 1,4.000000 0.000000 0,2.000000 0.000000 1,2.000000 3.000000 0,-2.000000 4.000000 0,-2.000000 6.000000 0,-2.000000 4.000000 0,-2.000000 3.000000 0,-3.000000 0.000000 0,-4.000000 0.000000 0,-3.000000 0.000000-1,-2.000000 5.000000 1,-2.000000 10.000000 0,-2.000000 10.000000 0,-2.000000 10.000000 0,-6.000000 7.000000-1,-12.000000 6.000000-2,-11.000000 4.000000-2,-12.000000 6.000000-2,-5.000000-4.000000-7,4.000000-12.000000-8,4.000000-11.000000-11,2.000000-12.000000-8,5.000000-9.000000-11,5.000000-7.000000-10,5.000000-6.000000-9,5.000000-7.000000-11</inkml:trace>
</inkml:ink>
</file>

<file path=ppt/ink/ink6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1"/>
    </inkml:context>
    <inkml:brush xml:id="br0">
      <inkml:brushProperty name="width" value="0.02152637578547" units="cm"/>
      <inkml:brushProperty name="height" value="0.02152637578547" units="cm"/>
      <inkml:brushProperty name="color" value="#000000"/>
      <inkml:brushProperty name="ignorePressure" value="0"/>
    </inkml:brush>
  </inkml:definitions>
  <inkml:trace contextRef="#ctx0" brushRef="#br0">8739.000000 22739.000000 681,'50.000000'12.000000'76,"-6.000000"-1.000000"-17 ,-8.000000-2.000000-15,-6.000000-1.000000-17,-4.000000 2.000000-9,-2.000000 6.000000-1,-1.000000 8.000000-3,-3.000000 6.000000-1,-2.000000 5.000000-3,-6.000000 6.000000-2,-4.000000 5.000000-3,-6.000000 5.000000-2,-2.000000 3.000000-3,-3.000000 2.000000-2,-1.000000 1.000000-1,-2.000000 2.000000-4,-1.000000-2.000000 2,1.000000-7.000000 2,-1.000000-7.000000 4,0.000000-6.000000 3,2.000000-14.000000 2,4.000000-20.000000 2,2.000000-19.000000 1,4.000000-21.000000 2,7.000000-14.000000-6,10.000000-11.000000-9,9.000000-10.000000-12,11.000000-9.000000-10,4.000000-3.000000-8,-2.000000 4.000000-5,-2.000000 6.000000-5,-1.000000 5.000000-5,-4.000000 8.000000 0,-7.000000 12.000000 4,-7.000000 12.000000 5,-6.000000 11.000000 4</inkml:trace>
</inkml:ink>
</file>

<file path=ppt/ink/ink6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1"/>
    </inkml:context>
    <inkml:brush xml:id="br0">
      <inkml:brushProperty name="width" value="0.0199828147888184" units="cm"/>
      <inkml:brushProperty name="height" value="0.0199828147888184" units="cm"/>
      <inkml:brushProperty name="color" value="#000000"/>
      <inkml:brushProperty name="ignorePressure" value="0"/>
    </inkml:brush>
  </inkml:definitions>
  <inkml:trace contextRef="#ctx0" brushRef="#br0">9725.000000 22339.000000 733,'-19.000000'0.000000'60,"15.000000"0.000000"-4 ,15.000000 0.000000-4,15.000000 0.000000-4,5.000000 1.000000-12,-3.000000 1.000000-22,-3.000000 2.000000-19,-3.000000 2.000000-21,-3.000000 1.000000-15,-1.000000 0.000000-7,-2.000000-1.000000-8,-2.000000 1.000000-8</inkml:trace>
</inkml:ink>
</file>

<file path=ppt/ink/ink6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1"/>
    </inkml:context>
    <inkml:brush xml:id="br0">
      <inkml:brushProperty name="width" value="0.023242074996233" units="cm"/>
      <inkml:brushProperty name="height" value="0.023242074996233" units="cm"/>
      <inkml:brushProperty name="color" value="#000000"/>
      <inkml:brushProperty name="ignorePressure" value="0"/>
    </inkml:brush>
  </inkml:definitions>
  <inkml:trace contextRef="#ctx0" brushRef="#br0">9965.000000 22659.000000 631,'-12.000000'25.000000'1,"1.000000"-4.000000"4 ,2.000000-2.000000 4,1.000000-4.000000 3,2.000000 0.000000 7,2.000000 3.000000 8,2.000000 4.000000 10,1.000000 3.000000 8,0.000000 3.000000 3,-2.000000 4.000000-6,-1.000000 3.000000-4,-2.000000 3.000000-6,0.000000 3.000000-7,-1.000000 1.000000-7,0.000000 2.000000-9,1.000000 2.000000-7,1.000000 0.000000-9,3.000000-2.000000-9,4.000000-2.000000-8,3.000000-1.000000-8,1.000000-4.000000-9,1.000000-7.000000-9,0.000000-7.000000-10,-1.000000-6.000000-10</inkml:trace>
</inkml:ink>
</file>

<file path=ppt/ink/ink6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2"/>
    </inkml:context>
    <inkml:brush xml:id="br0">
      <inkml:brushProperty name="width" value="0.0256548188626766" units="cm"/>
      <inkml:brushProperty name="height" value="0.0256548188626766" units="cm"/>
      <inkml:brushProperty name="color" value="#000000"/>
      <inkml:brushProperty name="ignorePressure" value="0"/>
    </inkml:brush>
  </inkml:definitions>
  <inkml:trace contextRef="#ctx0" brushRef="#br0">10924.000000 22685.000000 571,'-24.000000'-12.000000'32,"5.000000"1.000000"3 ,5.000000 2.000000 1,5.000000 1.000000 1,2.000000 2.000000 1,0.000000-1.000000-3,1.000000 0.000000-2,-1.000000 1.000000-2,0.000000-2.000000-4,1.000000-1.000000-3,-1.000000-2.000000-3,0.000000-1.000000-5,0.000000 0.000000-2,-2.000000 4.000000-2,-2.000000 3.000000-2,-2.000000 3.000000-2,-1.000000 4.000000-2,-2.000000 3.000000 0,-1.000000 3.000000-3,-2.000000 4.000000 0,-1.000000 7.000000-2,0.000000 12.000000 0,0.000000 11.000000-2,0.000000 12.000000-1,2.000000 6.000000-1,3.000000 0.000000 0,3.000000 0.000000-1,4.000000 0.000000 0,3.000000-2.000000-4,3.000000-3.000000-6,4.000000-3.000000-7,3.000000-4.000000-8,5.000000-4.000000-3,10.000000-8.000000-2,7.000000-6.000000-3,9.000000-6.000000-1,6.000000-9.000000-2,6.000000-7.000000 1,4.000000-9.000000-1,6.000000-8.000000 0,-3.000000-5.000000 2,-10.000000-2.000000 6,-10.000000-2.000000 5,-10.000000-1.000000 4</inkml:trace>
</inkml:ink>
</file>

<file path=ppt/ink/ink6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7:59:32"/>
    </inkml:context>
    <inkml:brush xml:id="br0">
      <inkml:brushProperty name="width" value="0.0247983150184155" units="cm"/>
      <inkml:brushProperty name="height" value="0.0247983150184155" units="cm"/>
      <inkml:brushProperty name="color" value="#000000"/>
      <inkml:brushProperty name="ignorePressure" value="0"/>
    </inkml:brush>
  </inkml:definitions>
  <inkml:trace contextRef="#ctx0" brushRef="#br0">11377.000000 22845.000000 591,'-10.000000'24.000000'23,"7.000000"-4.000000"7 ,6.000000-6.000000 7,7.000000-5.000000 6,5.000000-4.000000 0,4.000000-3.000000-9,2.000000-4.000000-7,4.000000-3.000000-10,2.000000-5.000000-4,-1.000000-7.000000-3,1.000000-6.000000-1,0.000000-7.000000-3,-1.000000-3.000000-1,-2.000000-1.000000-3,-2.000000 1.000000-2,-1.000000 0.000000-1,-3.000000-1.000000-2,-3.000000-2.000000 0,-3.000000-2.000000 0,-4.000000-1.000000 0,-2.000000 2.000000 1,-2.000000 4.000000 1,-1.000000 6.000000 1,-2.000000 4.000000 1,-5.000000 5.000000 1,-6.000000 3.000000 0,-6.000000 3.000000 0,-8.000000 4.000000 0,-2.000000 7.000000 1,-1.000000 12.000000 0,0.000000 11.000000 0,1.000000 13.000000 1,-1.000000 8.000000 1,0.000000 7.000000 1,1.000000 6.000000 1,-1.000000 8.000000 2,3.000000 1.000000 1,5.000000-4.000000 2,5.000000-2.000000 1,5.000000-4.000000 2,7.000000-4.000000-2,10.000000-3.000000-4,11.000000-3.000000-5,9.000000-3.000000-3,12.000000-6.000000-8,13.000000-9.000000-9,14.000000-7.000000-8,13.000000-10.000000-10,0.000000-6.000000-2,-14.000000-4.000000 5,-12.000000-6.000000 3,-15.000000-5.000000 4,-4.000000-3.000000-3,0.000000-2.000000-10,3.000000-1.000000-10,1.000000-3.000000-9</inkml:trace>
</inkml:ink>
</file>

<file path=ppt/ink/ink6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0:43"/>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26400.000000 21200.000000,'1475.000000'5.000000,"0.000000"0.000000,0.000000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inkml:trace>
</inkml:ink>
</file>

<file path=ppt/ink/ink6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0:4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26200.000000 35650.000000,'1466.000000'-28.000000,"0.000000"1.000000,0.000000-1.000000,1.000000 1.000000,-1.000000-1.000000,0.000000 1.000000,0.000000-1.000000,1.000000 1.000000,-1.000000-1.000000,0.000000 1.000000,0.000000-1.000000,0.000000 1.000000,1.000000-1.000000,-1.000000 1.000000,0.000000-1.000000,0.000000 1.000000,1.000000-1.000000,-1.000000 1.000000,0.000000-1.000000,1.000000 1.000000,-1.000000-1.000000,0.000000 1.000000,0.000000-1.000000,1.000000 1.000000,-1.000000-1.000000,0.000000 1.000000,0.000000-1.000000,1.000000 1.000000,-1.000000-1.000000,0.000000 1.000000,0.000000-1.000000,0.000000 1.000000,1.000000-1.000000,-1.000000 1.000000,0.000000-1.000000,0.000000 1.000000,1.000000-1.000000,-1.000000 1.000000,0.000000-1.000000,1.000000 1.000000</inkml:trace>
</inkml:ink>
</file>

<file path=ppt/ink/ink6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2"/>
    </inkml:context>
    <inkml:brush xml:id="br0">
      <inkml:brushProperty name="width" value="0.0232162065804005" units="cm"/>
      <inkml:brushProperty name="height" value="0.0232162065804005" units="cm"/>
      <inkml:brushProperty name="color" value="#F2395B"/>
      <inkml:brushProperty name="ignorePressure" value="0"/>
    </inkml:brush>
  </inkml:definitions>
  <inkml:trace contextRef="#ctx0" brushRef="#br0">41700.000000 18550.000000 631,'-69.000000'-2.000000'-15,"13.000000"-3.000000"12 ,12.000000-3.000000 12,13.000000-2.000000 12,9.000000-5.000000 8,6.000000-2.000000 5,7.000000-3.000000 5,6.000000-3.000000 3,3.000000 5.000000 1,0.000000 17.000000-6,0.000000 15.000000-6,0.000000 16.000000-4,-2.000000 23.000000-6,-3.000000 31.000000-3,-3.000000 32.000000-3,-2.000000 31.000000-4,-5.000000 21.000000-4,-2.000000 14.000000-5,-3.000000 11.000000-3,-3.000000 14.000000-5,-1.000000-1.000000-4,4.000000-12.000000-5,3.000000-13.000000-4,3.000000-12.000000-4,3.000000-23.000000-7,3.000000-30.000000-6,3.000000-32.000000-8,4.000000-30.000000-8,2.000000-20.000000 0,4.000000-6.000000 4,3.000000-6.000000 6,3.000000-6.000000 4</inkml:trace>
</inkml:ink>
</file>

<file path=ppt/ink/ink6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3"/>
    </inkml:context>
    <inkml:brush xml:id="br0">
      <inkml:brushProperty name="width" value="0.0226613096892834" units="cm"/>
      <inkml:brushProperty name="height" value="0.0226613096892834" units="cm"/>
      <inkml:brushProperty name="color" value="#F2395B"/>
      <inkml:brushProperty name="ignorePressure" value="0"/>
    </inkml:brush>
  </inkml:definitions>
  <inkml:trace contextRef="#ctx0" brushRef="#br0">41500.000000 19800.000000 647,'9.000000'-46.000000'32,"19.000000"10.000000"10 ,19.000000 10.000000 10,19.000000 9.000000 9,13.000000 6.000000-2,10.000000 3.000000-14,10.000000 3.000000-12,9.000000 4.000000-14,7.000000-3.000000-11,7.000000-5.000000-6,6.000000-7.000000-9,7.000000-5.000000-6,-3.000000-3.000000-7,-8.000000 4.000000-5,-10.000000 3.000000-6,-9.000000 3.000000-4,-15.000000 3.000000-7,-18.000000 3.000000-4,-19.000000 3.000000-6,-18.000000 4.000000-6</inkml:trace>
</inkml:ink>
</file>

<file path=ppt/ink/ink6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3"/>
    </inkml:context>
    <inkml:brush xml:id="br0">
      <inkml:brushProperty name="width" value="0.0244063585996628" units="cm"/>
      <inkml:brushProperty name="height" value="0.0244063585996628" units="cm"/>
      <inkml:brushProperty name="color" value="#F2395B"/>
      <inkml:brushProperty name="ignorePressure" value="0"/>
    </inkml:brush>
  </inkml:definitions>
  <inkml:trace contextRef="#ctx0" brushRef="#br0">43350.000000 18750.000000 600,'-46.000000'-19.000000'39,"10.000000"13.000000"7 ,10.000000 12.000000 7,9.000000 13.000000 6,2.000000 16.000000-1,-2.000000 23.000000-11,-3.000000 22.000000-10,-3.000000 22.000000-11,-2.000000 16.000000-8,0.000000 14.000000-7,0.000000 11.000000-5,0.000000 14.000000-7,0.000000 5.000000-7,0.000000 1.000000-9,0.000000-1.000000-9,0.000000 1.000000-9,3.000000-12.000000-6,6.000000-21.000000-7,7.000000-22.000000-5,6.000000-22.000000-5,6.000000-18.000000 1,6.000000-11.000000 9,7.000000-14.000000 8,6.000000-11.000000 8</inkml:trace>
</inkml:ink>
</file>

<file path=ppt/ink/ink6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3"/>
    </inkml:context>
    <inkml:brush xml:id="br0">
      <inkml:brushProperty name="width" value="0.0218301471322775" units="cm"/>
      <inkml:brushProperty name="height" value="0.0218301471322775" units="cm"/>
      <inkml:brushProperty name="color" value="#F2395B"/>
      <inkml:brushProperty name="ignorePressure" value="0"/>
    </inkml:brush>
  </inkml:definitions>
  <inkml:trace contextRef="#ctx0" brushRef="#br0">43500.000000 20050.000000 671,'0.000000'76.000000'109,"0.000000"4.000000"-25 ,0.000000 3.000000-25,0.000000 3.000000-25,3.000000-1.000000-16,6.000000-2.000000-4,7.000000-3.000000-6,6.000000-3.000000-5,6.000000-10.000000-4,6.000000-16.000000 0,7.000000-15.000000-1,6.000000-15.000000-1,4.000000-21.000000-1,4.000000-25.000000-1,3.000000-25.000000 0,3.000000-25.000000-2,-4.000000-15.000000 0,-8.000000-2.000000 2,-10.000000-3.000000 0,-9.000000-3.000000 2,-12.000000 1.000000 1,-11.000000 6.000000 0,-14.000000 7.000000 0,-11.000000 6.000000 2,-12.000000 9.000000-4,-9.000000 13.000000-4,-10.000000 12.000000-7,-8.000000 13.000000-4,-3.000000 10.000000-4,7.000000 10.000000 0,6.000000 10.000000 0,7.000000 9.000000 0,5.000000 6.000000-4,7.000000 3.000000-7,6.000000 3.000000-6,7.000000 4.000000-7</inkml:trace>
</inkml:ink>
</file>

<file path=ppt/ink/ink6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3"/>
    </inkml:context>
    <inkml:brush xml:id="br0">
      <inkml:brushProperty name="width" value="0.0240493509918451" units="cm"/>
      <inkml:brushProperty name="height" value="0.0240493509918451" units="cm"/>
      <inkml:brushProperty name="color" value="#F2395B"/>
      <inkml:brushProperty name="ignorePressure" value="0"/>
    </inkml:brush>
  </inkml:definitions>
  <inkml:trace contextRef="#ctx0" brushRef="#br0">44650.000000 19750.000000 609,'-77.000000'21.000000'58,"47.000000"-5.000000"0 ,47.000000-7.000000-1,48.000000-5.000000-1,25.000000-6.000000-4,7.000000-3.000000-11,6.000000-3.000000-11,7.000000-2.000000-10,0.000000-5.000000-8,-2.000000-2.000000-6,-3.000000-3.000000-6,-3.000000-3.000000-5,-9.000000-2.000000-5,-11.000000 0.000000-4,-14.000000 0.000000-4,-11.000000 0.000000-4,-11.000000 3.000000-6,-5.000000 6.000000-6,-7.000000 7.000000-6,-5.000000 6.000000-7,-9.000000 6.000000-2,-9.000000 6.000000 1,-10.000000 7.000000 2,-8.000000 6.000000 1</inkml:trace>
</inkml:ink>
</file>

<file path=ppt/ink/ink6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3"/>
    </inkml:context>
    <inkml:brush xml:id="br0">
      <inkml:brushProperty name="width" value="0.0253306664526463" units="cm"/>
      <inkml:brushProperty name="height" value="0.0253306664526463" units="cm"/>
      <inkml:brushProperty name="color" value="#F2395B"/>
      <inkml:brushProperty name="ignorePressure" value="0"/>
    </inkml:brush>
  </inkml:definitions>
  <inkml:trace contextRef="#ctx0" brushRef="#br0">45550.000000 19000.000000 579,'-25.000000'-16.000000'12,"0.000000"19.000000"12 ,0.000000 19.000000 11,0.000000 19.000000 12,1.000000 16.000000 3,4.000000 17.000000-7,3.000000 15.000000-5,3.000000 16.000000-6,-2.000000 23.000000-4,-6.000000 31.000000-2,-6.000000 32.000000-2,-6.000000 31.000000-2,2.000000 3.000000-4,14.000000-25.000000-5,11.000000-25.000000-6,14.000000-25.000000-6,18.000000-29.000000-7,25.000000-30.000000-10,25.000000-32.000000-10,25.000000-30.000000-10,4.000000-20.000000-10,-15.000000-6.000000-9,-15.000000-6.000000-9,-16.000000-6.000000-11</inkml:trace>
</inkml:ink>
</file>

<file path=ppt/ink/ink6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4"/>
    </inkml:context>
    <inkml:brush xml:id="br0">
      <inkml:brushProperty name="width" value="0.023123724386096" units="cm"/>
      <inkml:brushProperty name="height" value="0.023123724386096" units="cm"/>
      <inkml:brushProperty name="color" value="#F2395B"/>
      <inkml:brushProperty name="ignorePressure" value="0"/>
    </inkml:brush>
  </inkml:definitions>
  <inkml:trace contextRef="#ctx0" brushRef="#br0">58850.000000 18050.000000 634,'-22.000000'-11.000000'19,"6.000000"28.000000"13 ,7.000000 28.000000 14,6.000000 29.000000 12,1.000000 21.000000 1,-3.000000 16.000000-11,-3.000000 15.000000-12,-2.000000 17.000000-11,-6.000000 13.000000-8,-6.000000 13.000000-4,-6.000000 12.000000-5,-6.000000 13.000000-4,-6.000000 4.000000-3,-2.000000-3.000000-4,-3.000000-3.000000-2,-3.000000-2.000000-3,-1.000000-15.000000 0,4.000000-25.000000 0,3.000000-25.000000 2,3.000000-25.000000 1,9.000000-24.000000-11,16.000000-21.000000-22,15.000000-22.000000-22,17.000000-22.000000-23</inkml:trace>
</inkml:ink>
</file>

<file path=ppt/ink/ink6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5"/>
    </inkml:context>
    <inkml:brush xml:id="br0">
      <inkml:brushProperty name="width" value="0.0225069969892502" units="cm"/>
      <inkml:brushProperty name="height" value="0.0225069969892502" units="cm"/>
      <inkml:brushProperty name="color" value="#F2395B"/>
      <inkml:brushProperty name="ignorePressure" value="0"/>
    </inkml:brush>
  </inkml:definitions>
  <inkml:trace contextRef="#ctx0" brushRef="#br0">59300.000000 20650.000000 651,'-33.000000'-5.000000'54,"34.000000"-9.000000"-7 ,35.000000-10.000000-7,35.000000-8.000000-7,16.000000-6.000000-8,1.000000 1.000000-6,-1.000000-1.000000-7,1.000000 1.000000-6,-1.000000-6.000000-5,1.000000-8.000000-3,-1.000000-10.000000-2,1.000000-9.000000-2,-6.000000-5.000000-1,-8.000000 0.000000 0,-10.000000 0.000000 1,-9.000000 0.000000 1,-12.000000 3.000000 1,-11.000000 6.000000 2,-14.000000 7.000000 2,-11.000000 6.000000 2,-12.000000 7.000000 1,-9.000000 10.000000 0,-10.000000 10.000000 2,-8.000000 9.000000-1,-15.000000 12.000000 2,-19.000000 16.000000 0,-18.000000 15.000000 1,-19.000000 17.000000 1,-5.000000 10.000000 2,9.000000 6.000000 1,10.000000 7.000000 2,10.000000 6.000000 2,8.000000 4.000000 0,10.000000 4.000000-1,10.000000 3.000000-2,9.000000 3.000000-1,7.000000-1.000000-4,7.000000-2.000000-5,6.000000-3.000000-5,7.000000-3.000000-5,15.000000-7.000000-5,25.000000-9.000000-5,25.000000-10.000000-4,25.000000-8.000000-4,18.000000-9.000000-3,14.000000-6.000000-1,11.000000-6.000000-1,14.000000-6.000000 0,-7.000000-6.000000 2,-25.000000-2.000000 5,-25.000000-3.000000 5,-25.000000-3.000000 5,-11.000000-4.000000-1,3.000000-3.000000-6,3.000000-3.000000-7,4.000000-2.000000-6</inkml:trace>
</inkml:ink>
</file>

<file path=ppt/ink/ink6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5"/>
    </inkml:context>
    <inkml:brush xml:id="br0">
      <inkml:brushProperty name="width" value="0.0213047601282597" units="cm"/>
      <inkml:brushProperty name="height" value="0.0213047601282597" units="cm"/>
      <inkml:brushProperty name="color" value="#F2395B"/>
      <inkml:brushProperty name="ignorePressure" value="0"/>
    </inkml:brush>
  </inkml:definitions>
  <inkml:trace contextRef="#ctx0" brushRef="#br0">61750.000000 19400.000000 688,'-46.000000'-2.000000'7,"10.000000"-3.000000"9 ,10.000000-3.000000 11,9.000000-2.000000 9,2.000000-3.000000 4,-2.000000 1.000000-1,-3.000000-1.000000-2,-3.000000 1.000000-2,-4.000000 5.000000-4,-3.000000 14.000000-9,-3.000000 11.000000-7,-2.000000 14.000000-8,-3.000000 8.000000-8,1.000000 7.000000-5,-1.000000 6.000000-6,1.000000 7.000000-5,2.000000 4.000000-5,7.000000 3.000000-1,6.000000 3.000000-1,7.000000 4.000000-3,4.000000-3.000000 0,3.000000-5.000000 0,3.000000-7.000000 0,4.000000-5.000000 0,5.000000-8.000000 3,10.000000-5.000000 3,10.000000-7.000000 5,9.000000-5.000000 4,6.000000-6.000000 5,3.000000-3.000000 6,3.000000-3.000000 5,4.000000-2.000000 6,4.000000-5.000000 3,6.000000-2.000000 3,7.000000-3.000000 0,6.000000-3.000000 3,-4.000000-2.000000 0,-11.000000 0.000000 1,-14.000000 0.000000 0,-11.000000 0.000000 1,-11.000000 4.000000-1,-5.000000 10.000000-1,-7.000000 10.000000 0,-5.000000 9.000000-1,-9.000000 4.000000-6,-9.000000 1.000000-11,-10.000000-1.000000-9,-8.000000 1.000000-10,-3.000000-4.000000-3,7.000000-6.000000 4,6.000000-6.000000 4,7.000000-6.000000 5,0.000000-4.000000-5,-2.000000 1.000000-14,-3.000000-1.000000-13,-3.000000 1.000000-15</inkml:trace>
</inkml:ink>
</file>

<file path=ppt/ink/ink7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5"/>
    </inkml:context>
    <inkml:brush xml:id="br0">
      <inkml:brushProperty name="width" value="0.0206176303327084" units="cm"/>
      <inkml:brushProperty name="height" value="0.0206176303327084" units="cm"/>
      <inkml:brushProperty name="color" value="#F2395B"/>
      <inkml:brushProperty name="ignorePressure" value="0"/>
    </inkml:brush>
  </inkml:definitions>
  <inkml:trace contextRef="#ctx0" brushRef="#br0">63100.000000 19300.000000 711,'-2.000000'-90.000000'25,"-3.000000"23.000000"7 ,-3.000000 22.000000 6,-2.000000 22.000000 7,-6.000000 15.000000 0,-6.000000 9.000000-9,-6.000000 10.000000-8,-6.000000 10.000000-7,-4.000000 10.000000-9,1.000000 13.000000-7,-1.000000 12.000000-7,1.000000 13.000000-8,2.000000 6.000000-3,7.000000 0.000000 0,6.000000 0.000000 1,7.000000 0.000000 0,4.000000-2.000000 0,3.000000-3.000000-3,3.000000-3.000000-2,4.000000-2.000000-1,4.000000-8.000000 0,6.000000-8.000000 4,7.000000-10.000000 5,6.000000-9.000000 4,6.000000-5.000000 3,6.000000 0.000000 4,7.000000 0.000000 2,6.000000 0.000000 4,-1.000000 0.000000 2,-5.000000 0.000000 1,-7.000000 0.000000 0,-5.000000 0.000000 1,-6.000000 3.000000 1,-3.000000 6.000000 1,-3.000000 7.000000 1,-2.000000 6.000000 2,-8.000000 4.000000-1,-8.000000 4.000000-2,-10.000000 3.000000-2,-9.000000 3.000000-2,-7.000000-1.000000-6,-3.000000-2.000000-9,-3.000000-3.000000-11,-2.000000-3.000000-9,0.000000-7.000000-7,7.000000-9.000000-2,6.000000-10.000000-3,7.000000-8.000000-3</inkml:trace>
</inkml:ink>
</file>

<file path=ppt/ink/ink7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5"/>
    </inkml:context>
    <inkml:brush xml:id="br0">
      <inkml:brushProperty name="width" value="0.0217851139605045" units="cm"/>
      <inkml:brushProperty name="height" value="0.0217851139605045" units="cm"/>
      <inkml:brushProperty name="color" value="#F2395B"/>
      <inkml:brushProperty name="ignorePressure" value="0"/>
    </inkml:brush>
  </inkml:definitions>
  <inkml:trace contextRef="#ctx0" brushRef="#br0">63650.000000 19950.000000 673,'0.000000'-33.000000'79,"0.000000"34.000000"-10 ,0.000000 35.000000-11,0.000000 35.000000-10,1.000000 14.000000-12,4.000000-2.000000-11,3.000000-3.000000-13,3.000000-3.000000-13,7.000000-6.000000-6,14.000000-5.000000 0,11.000000-7.000000-2,14.000000-5.000000-1,11.000000-12.000000 1,14.000000-16.000000 1,11.000000-15.000000 1,14.000000-15.000000 2,5.000000-21.000000 0,1.000000-25.000000 2,-1.000000-25.000000 0,1.000000-25.000000 1,-9.000000-16.000000 2,-15.000000-6.000000 2,-15.000000-6.000000 2,-16.000000-6.000000 2,-18.000000 2.000000 0,-18.000000 14.000000-2,-19.000000 11.000000-1,-18.000000 14.000000-2,-18.000000 14.000000-1,-16.000000 20.000000-3,-15.000000 18.000000-3,-15.000000 20.000000-1,-12.000000 19.000000-4,-6.000000 22.000000-5,-6.000000 22.000000-3,-6.000000 23.000000-4,9.000000 5.000000 0,25.000000-9.000000 4,25.000000-10.000000 4,25.000000-8.000000 4,10.000000-8.000000-3,-2.000000-2.000000-12,-3.000000-3.000000-11,-3.000000-3.000000-11</inkml:trace>
</inkml:ink>
</file>

<file path=ppt/ink/ink7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6"/>
    </inkml:context>
    <inkml:brush xml:id="br0">
      <inkml:brushProperty name="width" value="0.0230134632438421" units="cm"/>
      <inkml:brushProperty name="height" value="0.0230134632438421" units="cm"/>
      <inkml:brushProperty name="color" value="#F2395B"/>
      <inkml:brushProperty name="ignorePressure" value="0"/>
    </inkml:brush>
  </inkml:definitions>
  <inkml:trace contextRef="#ctx0" brushRef="#br0">65550.000000 19600.000000 637,'0.000000'75.000000'140,"0.000000"0.000000"-36 ,0.000000 0.000000-36,0.000000 0.000000-36,0.000000 3.000000-21,0.000000 6.000000-4,0.000000 7.000000-6,0.000000 6.000000-6,0.000000-4.000000-4,0.000000-11.000000-6,0.000000-14.000000-4,0.000000-11.000000-6,4.000000-22.000000-3,10.000000-27.000000 1,10.000000-28.000000-1,9.000000-28.000000 1,6.000000-18.000000 1,3.000000-6.000000 5,3.000000-6.000000 4,4.000000-6.000000 5,5.000000-4.000000 3,10.000000 1.000000 3,10.000000-1.000000 2,9.000000 1.000000 3,4.000000 5.000000 3,1.000000 14.000000 5,-1.000000 11.000000 5,1.000000 14.000000 4,-10.000000 16.000000 3,-19.000000 22.000000-1,-18.000000 22.000000-1,-19.000000 23.000000 0,-13.000000 16.000000 0,-6.000000 13.000000 2,-6.000000 12.000000 1,-6.000000 13.000000 2,-4.000000 4.000000-2,1.000000-3.000000-6,-1.000000-3.000000-5,1.000000-2.000000-6,-1.000000-6.000000-2,1.000000-6.000000 2,-1.000000-6.000000 2,1.000000-6.000000 1</inkml:trace>
</inkml:ink>
</file>

<file path=ppt/ink/ink7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1:07"/>
    </inkml:context>
    <inkml:brush xml:id="br0">
      <inkml:brushProperty name="width" value="0.0218785274773836" units="cm"/>
      <inkml:brushProperty name="height" value="0.0218785274773836" units="cm"/>
      <inkml:brushProperty name="color" value="#F2395B"/>
      <inkml:brushProperty name="ignorePressure" value="0"/>
    </inkml:brush>
  </inkml:definitions>
  <inkml:trace contextRef="#ctx0" brushRef="#br0">67750.000000 19950.000000 670,'-24.000000'-24.000000'5,"4.000000"4.000000"9 ,3.000000 3.000000 11,3.000000 3.000000 9,-1.000000 6.000000 3,-2.000000 9.000000-3,-3.000000 10.000000-5,-3.000000 10.000000-3,1.000000 5.000000-7,6.000000 4.000000-10,7.000000 3.000000-11,6.000000 3.000000-11,3.000000 1.000000-3,0.000000 1.000000 2,0.000000-1.000000 2,0.000000 1.000000 2,3.000000-1.000000 2,6.000000 1.000000 1,7.000000-1.000000 2,6.000000 1.000000 1,3.000000-1.000000 2,0.000000 1.000000 3,0.000000-1.000000 2,0.000000 1.000000 3,1.000000 1.000000 4,4.000000 3.000000 3,3.000000 3.000000 3,3.000000 4.000000 5,-1.000000-1.000000-1,-2.000000-3.000000-1,-3.000000-3.000000-3,-3.000000-2.000000-2,-6.000000-3.000000-2,-5.000000 1.000000-1,-7.000000-1.000000-2,-5.000000 1.000000-1,-6.000000-1.000000-2,-3.000000 1.000000-2,-3.000000-1.000000-2,-2.000000 1.000000-3</inkml:trace>
</inkml:ink>
</file>

<file path=ppt/ink/ink7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19"/>
    </inkml:context>
    <inkml:brush xml:id="br0">
      <inkml:brushProperty name="width" value="0.0242958981543779" units="cm"/>
      <inkml:brushProperty name="height" value="0.0242958981543779" units="cm"/>
      <inkml:brushProperty name="color" value="#000000"/>
      <inkml:brushProperty name="ignorePressure" value="0"/>
    </inkml:brush>
  </inkml:definitions>
  <inkml:trace contextRef="#ctx0" brushRef="#br0">52965.000000 34013.000000 603,'-15.000000'13.000000'-8,"4.000000"-5.000000"17 ,5.000000-7.000000 17,4.000000-7.000000 17,2.000000-3.000000 4,0.000000-3.000000-6,0.000000-1.000000-7,0.000000-3.000000-8,-2.000000 5.000000-5,-4.000000 13.000000-6,-5.000000 13.000000-4,-4.000000 13.000000-4,1.000000 7.000000-3,3.000000 5.000000 0,5.000000 4.000000 0,4.000000 5.000000 0,2.000000 1.000000 0,0.000000 1.000000 0,0.000000-1.000000-1,0.000000 1.000000 0,1.000000-3.000000-1,2.000000-3.000000 0,2.000000-5.000000-1,3.000000-5.000000-1,2.000000-2.000000 0,5.000000-3.000000 0,4.000000-1.000000-1,4.000000-3.000000 0,2.000000-4.000000 1,0.000000-6.000000 0,1.000000-7.000000 1,-1.000000-5.000000 0,1.000000-9.000000 1,3.000000-7.000000 0,1.000000-9.000000 0,3.000000-9.000000-1,-1.000000-5.000000 0,-1.000000-5.000000 0,-3.000000-5.000000 0,-1.000000-3.000000-1,-4.000000-2.000000 0,-4.000000 3.000000 0,-5.000000 2.000000-1,-3.000000 2.000000 1,-3.000000 1.000000-1,1.000000 0.000000 1,-1.000000-1.000000 1,1.000000 1.000000 1,-2.000000 2.000000 0,-2.000000 5.000000 2,-2.000000 3.000000 1,-2.000000 5.000000 2,-1.000000 3.000000 1,0.000000 1.000000-1,0.000000 3.000000 1,0.000000 3.000000 0,-2.000000 0.000000-1,-4.000000 0.000000-1,-5.000000 0.000000-1,-3.000000 0.000000-2,-5.000000 1.000000 0,-4.000000 3.000000 0,-5.000000 1.000000-2,-3.000000 3.000000 0,-1.000000 2.000000-2,5.000000 5.000000-6,4.000000 4.000000-5,4.000000 5.000000-5,2.000000 2.000000-6,0.000000 3.000000-6,0.000000 1.000000-6,0.000000 3.000000-7,1.000000 0.000000-4,-1.000000-2.000000-4,0.000000-3.000000-2,0.000000-1.000000-4</inkml:trace>
</inkml:ink>
</file>

<file path=ppt/ink/ink7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20"/>
    </inkml:context>
    <inkml:brush xml:id="br0">
      <inkml:brushProperty name="width" value="0.0232021287083626" units="cm"/>
      <inkml:brushProperty name="height" value="0.0232021287083626" units="cm"/>
      <inkml:brushProperty name="color" value="#000000"/>
      <inkml:brushProperty name="ignorePressure" value="0"/>
    </inkml:brush>
  </inkml:definitions>
  <inkml:trace contextRef="#ctx0" brushRef="#br0">54749.000000 33945.000000 632,'-30.000000'3.000000'99,"6.000000"7.000000"-23 ,6.000000 6.000000-25,6.000000 6.000000-25,4.000000 4.000000-12,-1.000000 2.000000-3,1.000000 3.000000-2,-1.000000 2.000000-2,2.000000 1.000000-2,2.000000 3.000000-1,2.000000 2.000000 0,2.000000 2.000000-1,1.000000 1.000000-1,0.000000 0.000000 0,0.000000 0.000000 0,0.000000 0.000000 0,3.000000-1.000000-1,6.000000-2.000000-1,7.000000-2.000000-1,6.000000-2.000000 0,3.000000-5.000000-1,1.000000-5.000000 1,-1.000000-7.000000 1,0.000000-7.000000 0,1.000000-3.000000 0,3.000000-3.000000-1,1.000000-2.000000 1,3.000000-2.000000-1,2.000000-5.000000-1,2.000000-9.000000 1,1.000000-8.000000 1,3.000000-8.000000-1,-1.000000-6.000000 1,-4.000000-2.000000-1,-4.000000-2.000000 1,-5.000000-2.000000-1,-2.000000-2.000000 1,1.000000-2.000000 0,-1.000000-3.000000-1,0.000000-1.000000 1,-2.000000 1.000000 0,-4.000000 3.000000-1,-4.000000 5.000000 1,-4.000000 5.000000 0,-4.000000 1.000000 1,-2.000000 0.000000 2,-2.000000 1.000000 2,-2.000000-1.000000 2,-4.000000 2.000000 2,-6.000000 5.000000-1,-7.000000 4.000000 1,-6.000000 4.000000 0,-4.000000 3.000000-2,-3.000000 2.000000-2,-1.000000 3.000000-4,-3.000000 1.000000-2,-1.000000 2.000000-6,1.000000 0.000000-9,-1.000000-1.000000-9,0.000000 1.000000-9,2.000000 2.000000-5,1.000000 7.000000-2,3.000000 7.000000 0,1.000000 6.000000-1,4.000000 2.000000 0,4.000000 1.000000 1,5.000000 0.000000 2,3.000000 0.000000 0</inkml:trace>
</inkml:ink>
</file>

<file path=ppt/ink/ink7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21"/>
    </inkml:context>
    <inkml:brush xml:id="br0">
      <inkml:brushProperty name="width" value="0.0230669789016247" units="cm"/>
      <inkml:brushProperty name="height" value="0.0230669789016247" units="cm"/>
      <inkml:brushProperty name="color" value="#000000"/>
      <inkml:brushProperty name="ignorePressure" value="0"/>
    </inkml:brush>
  </inkml:definitions>
  <inkml:trace contextRef="#ctx0" brushRef="#br0">56366.000000 33912.000000 635,'-31.000000'3.000000'84,"7.000000"6.000000"-17 ,6.000000 7.000000-18,6.000000 6.000000-17,5.000000 5.000000-9,2.000000 5.000000-4,2.000000 4.000000-3,2.000000 4.000000-3,0.000000 3.000000-1,2.000000 2.000000-3,-1.000000 2.000000-1,0.000000 3.000000-2,1.000000-1.000000-2,2.000000-1.000000-2,2.000000-3.000000-3,2.000000-2.000000-3,4.000000-4.000000-1,4.000000-6.000000 0,4.000000-7.000000 0,4.000000-6.000000 0,4.000000-7.000000 1,5.000000-9.000000 1,3.000000-8.000000 1,5.000000-9.000000 2,2.000000-8.000000 1,1.000000-9.000000 1,-1.000000-7.000000 3,0.000000-10.000000 2,-1.000000-4.000000 1,-2.000000-3.000000-1,-3.000000-2.000000 0,-1.000000-2.000000 1,-5.000000 2.000000-3,-9.000000 3.000000-1,-9.000000 5.000000-4,-7.000000 3.000000-1,-8.000000 4.000000-3,-3.000000 2.000000-1,-4.000000 3.000000-2,-5.000000 1.000000-1,-6.000000 4.000000-3,-9.000000 7.000000-4,-7.000000 6.000000-3,-10.000000 7.000000-3,-1.000000 2.000000-2,4.000000 1.000000-1,4.000000-1.000000 0,4.000000 1.000000 0,4.000000 1.000000-4,5.000000 1.000000-9,4.000000 3.000000-8,4.000000 2.000000-7</inkml:trace>
</inkml:ink>
</file>

<file path=ppt/ink/ink7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24"/>
    </inkml:context>
    <inkml:brush xml:id="br0">
      <inkml:brushProperty name="width" value="0.0184699986129999" units="cm"/>
      <inkml:brushProperty name="height" value="0.0184699986129999" units="cm"/>
      <inkml:brushProperty name="color" value="#000000"/>
      <inkml:brushProperty name="ignorePressure" value="0"/>
    </inkml:brush>
  </inkml:definitions>
  <inkml:trace contextRef="#ctx0" brushRef="#br0">70945.000000 21588.000000 794,'-16.000000'-31.000000'-36,"3.000000"7.000000"12 ,1.000000 6.000000 11,3.000000 7.000000 12,1.000000 2.000000 7,3.000000 1.000000 4,2.000000-1.000000 3,2.000000 1.000000 3,1.000000 5.000000 3,0.000000 10.000000 4,0.000000 11.000000 3,0.000000 10.000000 4,1.000000 7.000000-1,2.000000 2.000000-5,2.000000 2.000000-5,3.000000 2.000000-6,-1.000000 0.000000-2,-2.000000-2.000000-1,-1.000000-2.000000-2,-3.000000-3.000000-1,-1.000000 1.000000 0,0.000000 2.000000-3,0.000000 2.000000-1,0.000000 2.000000-2,1.000000-1.000000 0,2.000000-4.000000-3,2.000000-5.000000-1,2.000000-3.000000-1,1.000000-4.000000-1,-3.000000-2.000000-2,-2.000000-2.000000-2,-2.000000-2.000000-1,-1.000000-6.000000-8,0.000000-7.000000-14,0.000000-10.000000-15,0.000000-7.000000-13</inkml:trace>
</inkml:ink>
</file>

<file path=ppt/ink/ink7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32"/>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1602.000000 21738.000000,'629.000000'-13.000000,"0.000000"0.000000,0.000000 0.000000,0.000000 0.000000,0.000000 0.000000,0.000000 0.000000,0.000000 0.000000,0.000000 0.000000,0.000000 0.000000,0.000000 0.000000,0.000000 0.000000,0.000000 0.000000,0.000000 0.000000,0.000000 1.000000,0.000000-1.000000,0.000000 0.000000,0.000000 0.000000,0.000000 0.000000,0.000000 0.000000,0.000000 0.000000,0.000000 0.000000,0.000000 0.000000,0.000000 0.000000,0.000000 0.000000,0.000000 0.000000,1.000000 0.000000,-1.000000 0.000000,0.000000 0.000000,0.000000 0.000000,0.000000 0.000000,0.000000 0.000000,0.000000 0.000000,0.000000 0.000000,0.000000 0.000000,0.000000 0.000000,0.000000 0.000000,0.000000 0.000000,0.000000 1.000000,0.000000-1.000000,0.000000 0.000000</inkml:trace>
</inkml:ink>
</file>

<file path=ppt/ink/ink7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4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84908.000000 21455.000000,'573.000000'1.000000,"1.000000"1.000000,0.000000-1.000000,-1.000000 0.000000,1.000000 0.000000,0.000000 0.000000,-1.000000 0.000000,1.000000 1.000000,0.000000-1.000000,-1.000000 0.000000,1.000000 0.000000,0.000000 0.000000,-1.000000 1.000000,1.000000-1.000000,0.000000 0.000000,-1.000000 0.000000,1.000000 0.000000,0.000000 0.000000,0.000000 1.000000,-1.000000-1.000000,1.000000 0.000000,0.000000 0.000000,-1.000000 0.000000,1.000000 0.000000,0.000000 1.000000,-1.000000-1.000000,1.000000 0.000000,0.000000 0.000000,-1.000000 0.000000,1.000000 1.000000,0.000000-1.000000,-1.000000 0.000000,1.000000 0.000000,0.000000 0.000000,-1.000000 0.000000,1.000000 1.000000,0.000000-1.000000,-1.000000 0.000000,1.000000 0.000000,0.000000 0.000000</inkml:trace>
</inkml:ink>
</file>

<file path=ppt/ink/ink7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51"/>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3109.000000 35874.000000,'574.000000'-6.000000,"0.000000"0.000000,-1.000000 0.000000,1.000000 0.000000,0.000000 0.000000,-1.000000 0.000000,1.000000 0.000000,0.000000 0.000000,-1.000000 1.000000,1.000000-1.000000,0.000000 0.000000,-1.000000 0.000000,1.000000 0.000000,0.000000 0.000000,-1.000000 0.000000,1.000000 0.000000,0.000000 0.000000,-1.000000 1.000000,1.000000-1.000000,0.000000 0.000000,-1.000000 0.000000,1.000000 0.000000,0.000000 0.000000,-1.000000 0.000000,1.000000 0.000000,0.000000 0.000000,0.000000 1.000000,-1.000000-1.000000,1.000000 0.000000,0.000000 0.000000,-1.000000 0.000000,1.000000 0.000000,0.000000 0.000000,-1.000000 0.000000,1.000000 0.000000,0.000000 1.000000,-1.000000-1.000000,1.000000 0.000000,0.000000 0.000000,-1.000000 0.000000</inkml:trace>
</inkml:ink>
</file>

<file path=ppt/ink/ink7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54"/>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84625.000000 34601.000000,'607.000000'-1.000000,"-1.000000"0.000000,1.000000 0.000000,0.000000 0.000000,-1.000000-1.000000,1.000000 1.000000,0.000000 0.000000,-1.000000 0.000000,1.000000 0.000000,0.000000 0.000000,-1.000000-1.000000,1.000000 1.000000,0.000000 0.000000,-1.000000 0.000000,1.000000 0.000000,0.000000 0.000000,-1.000000-1.000000,1.000000 1.000000,-1.000000 0.000000,1.000000 0.000000,0.000000 0.000000,-1.000000-1.000000,1.000000 1.000000,0.000000 0.000000,-1.000000 0.000000,1.000000 0.000000,0.000000 0.000000,-1.000000-1.000000,1.000000 1.000000,0.000000 0.000000,-1.000000 0.000000,1.000000 0.000000,0.000000 0.000000,-1.000000-1.000000,1.000000 1.000000,0.000000 0.000000,-1.000000 0.000000,1.000000 0.000000,0.000000-1.000000,-1.000000 1.000000</inkml:trace>
</inkml:ink>
</file>

<file path=ppt/ink/ink7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56"/>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28271.000000 21361.000000,'-5.000000'343.000000,"0.000000"0.000000,1.000000-1.000000,-1.000000 1.000000,0.000000 0.000000,1.000000 0.000000,-1.000000 0.000000,0.000000-1.000000,0.000000 1.000000,1.000000 0.000000,-1.000000 0.000000,0.000000-1.000000,1.000000 1.000000,-1.000000 0.000000,0.000000 0.000000,0.000000 0.000000,1.000000-1.000000,-1.000000 1.000000,0.000000 0.000000,1.000000 0.000000,-1.000000 0.000000,0.000000-1.000000,0.000000 1.000000,1.000000 0.000000,-1.000000 0.000000,0.000000 0.000000,1.000000-1.000000,-1.000000 1.000000,0.000000 0.000000,0.000000 0.000000,1.000000-1.000000,-1.000000 1.000000,0.000000 0.000000,1.000000 0.000000,-1.000000 0.000000,0.000000-1.000000,0.000000 1.000000,1.000000 0.000000,-1.000000 0.000000,0.000000 0.000000</inkml:trace>
</inkml:ink>
</file>

<file path=ppt/ink/ink7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2:5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81138.000000 21644.000000,'-9.000000'314.000000,"-1.000000"1.000000,1.000000-1.000000,0.000000 1.000000,-1.000000-1.000000,1.000000 1.000000,-1.000000-1.000000,1.000000 1.000000,-1.000000-1.000000,1.000000 1.000000,0.000000-1.000000,-1.000000 1.000000,1.000000-1.000000,-1.000000 1.000000,1.000000-1.000000,-1.000000 1.000000,1.000000 0.000000,0.000000-1.000000,-1.000000 1.000000,1.000000-1.000000,-1.000000 1.000000,1.000000-1.000000,-1.000000 1.000000,1.000000-1.000000,0.000000 1.000000,-1.000000-1.000000,1.000000 1.000000,-1.000000-1.000000,1.000000 1.000000,0.000000-1.000000,-1.000000 1.000000,1.000000-1.000000,-1.000000 1.000000,1.000000-1.000000,-1.000000 1.000000,1.000000-1.000000,0.000000 1.000000,-1.000000-1.000000,1.000000 1.000000,-1.000000-1.000000</inkml:trace>
</inkml:ink>
</file>

<file path=ppt/ink/ink7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59"/>
    </inkml:context>
    <inkml:brush xml:id="br0">
      <inkml:brushProperty name="width" value="0.0272070206701756" units="cm"/>
      <inkml:brushProperty name="height" value="0.0272070206701756" units="cm"/>
      <inkml:brushProperty name="color" value="#000000"/>
      <inkml:brushProperty name="ignorePressure" value="0"/>
    </inkml:brush>
  </inkml:definitions>
  <inkml:trace contextRef="#ctx0" brushRef="#br0">11921.000000 27439.000000 539,'-2.000000'-42.000000'32,"-2.000000"8.000000"-1 ,-4.000000 9.000000-1,-2.000000 9.000000-1,0.000000 10.000000 0,2.000000 12.000000 4,4.000000 11.000000 3,2.000000 13.000000 3,2.000000 18.000000-1,0.000000 27.000000-5,0.000000 27.000000-6,0.000000 26.000000-4,0.000000 19.000000-4,0.000000 12.000000-3,0.000000 12.000000-3,0.000000 12.000000-2,-1.000000 5.000000-3,-3.000000 1.000000-1,-4.000000-1.000000-3,-2.000000 1.000000-1,-2.000000-13.000000-5,0.000000-23.000000-4,1.000000-23.000000-5,-1.000000-24.000000-4,1.000000-28.000000-9,4.000000-32.000000-11,3.000000-33.000000-12,2.000000-32.000000-11,4.000000-17.000000 0,2.000000 1.000000 8,3.000000 0.000000 10,4.000000-1.000000 9,1.000000 0.000000 4,-1.000000-4.000000-2,1.000000-3.000000-1,0.000000-2.000000-2</inkml:trace>
</inkml:ink>
</file>

<file path=ppt/ink/ink7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59"/>
    </inkml:context>
    <inkml:brush xml:id="br0">
      <inkml:brushProperty name="width" value="0.0252067409455776" units="cm"/>
      <inkml:brushProperty name="height" value="0.0252067409455776" units="cm"/>
      <inkml:brushProperty name="color" value="#000000"/>
      <inkml:brushProperty name="ignorePressure" value="0"/>
    </inkml:brush>
  </inkml:definitions>
  <inkml:trace contextRef="#ctx0" brushRef="#br0">12062.000000 26827.000000 581,'29.000000'-18.000000'128,"13.000000"12.000000"-30 ,11.000000 12.000000-31,11.000000 12.000000-30,6.000000 8.000000-16,-4.000000 7.000000-4,-3.000000 5.000000-3,-2.000000 6.000000-3,-7.000000 3.000000-3,-8.000000 0.000000-1,-9.000000 0.000000-2,-10.000000 1.000000-2,-13.000000 8.000000-1,-22.000000 17.000000-2,-20.000000 18.000000 0,-20.000000 18.000000-1,-13.000000 5.000000-7,-2.000000-10.000000-9,-3.000000-8.000000-10,-3.000000-9.000000-10,4.000000-12.000000-10,12.000000-15.000000-8,12.000000-14.000000-9,11.000000-15.000000-8</inkml:trace>
</inkml:ink>
</file>

<file path=ppt/ink/ink7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59"/>
    </inkml:context>
    <inkml:brush xml:id="br0">
      <inkml:brushProperty name="width" value="0.0184772666543722" units="cm"/>
      <inkml:brushProperty name="height" value="0.0184772666543722" units="cm"/>
      <inkml:brushProperty name="color" value="#000000"/>
      <inkml:brushProperty name="ignorePressure" value="0"/>
    </inkml:brush>
  </inkml:definitions>
  <inkml:trace contextRef="#ctx0" brushRef="#br0">13570.000000 27439.000000 793,'42.000000'25.000000'103,"-8.000000"3.000000"-34 ,-9.000000 3.000000-35,-8.000000 3.000000-34,-4.000000-1.000000-23,3.000000-7.000000-15,3.000000-5.000000-14,3.000000-7.000000-14</inkml:trace>
</inkml:ink>
</file>

<file path=ppt/ink/ink7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2:59"/>
    </inkml:context>
    <inkml:brush xml:id="br0">
      <inkml:brushProperty name="width" value="0.0216209106147289" units="cm"/>
      <inkml:brushProperty name="height" value="0.0216209106147289" units="cm"/>
      <inkml:brushProperty name="color" value="#000000"/>
      <inkml:brushProperty name="ignorePressure" value="0"/>
    </inkml:brush>
  </inkml:definitions>
  <inkml:trace contextRef="#ctx0" brushRef="#br0">13758.000000 28523.000000 678,'-42.000000'66.000000'23,"8.000000"-8.000000"6 ,9.000000-10.000000 6,8.000000-8.000000 5,6.000000-2.000000 2,-1.000000 7.000000-2,0.000000 5.000000-1,0.000000 6.000000-1,1.000000 4.000000-11,-1.000000 3.000000-18,0.000000 4.000000-19,0.000000 2.000000-19,2.000000-4.000000-13,3.000000-12.000000-9,2.000000-12.000000-10,4.000000-12.000000-9</inkml:trace>
</inkml:ink>
</file>

<file path=ppt/ink/ink7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0"/>
    </inkml:context>
    <inkml:brush xml:id="br0">
      <inkml:brushProperty name="width" value="0.0254850275814533" units="cm"/>
      <inkml:brushProperty name="height" value="0.0254850275814533" units="cm"/>
      <inkml:brushProperty name="color" value="#000000"/>
      <inkml:brushProperty name="ignorePressure" value="0"/>
    </inkml:brush>
  </inkml:definitions>
  <inkml:trace contextRef="#ctx0" brushRef="#br0">15078.000000 28335.000000 575,'-67.000000'-43.000000'52,"10.000000"9.000000"-6 ,8.000000 9.000000-3,10.000000 9.000000-6,-1.000000 7.000000-1,-9.000000 6.000000 2,-8.000000 6.000000 2,-10.000000 6.000000 1,-2.000000 13.000000-4,3.000000 21.000000-10,3.000000 20.000000-12,2.000000 21.000000-11,8.000000 12.000000-5,12.000000 2.000000 0,12.000000 4.000000-1,11.000000 2.000000-1,15.000000-2.000000 2,18.000000-9.000000 3,17.000000-9.000000 2,18.000000-9.000000 3,21.000000-12.000000-4,23.000000-14.000000-10,24.000000-16.000000-11,23.000000-13.000000-10,4.000000-13.000000-5,-19.000000-8.000000 1,-17.000000-10.000000 2,-18.000000-8.000000 0,-13.000000-3.000000-3,-8.000000 3.000000-10,-10.000000 3.000000-8,-8.000000 2.000000-10</inkml:trace>
</inkml:ink>
</file>

<file path=ppt/ink/ink7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0"/>
    </inkml:context>
    <inkml:brush xml:id="br0">
      <inkml:brushProperty name="width" value="0.02294154278934" units="cm"/>
      <inkml:brushProperty name="height" value="0.02294154278934" units="cm"/>
      <inkml:brushProperty name="color" value="#000000"/>
      <inkml:brushProperty name="ignorePressure" value="0"/>
    </inkml:brush>
  </inkml:definitions>
  <inkml:trace contextRef="#ctx0" brushRef="#br0">15879.000000 28052.000000 639,'-43.000000'22.000000'0,"9.000000"-3.000000"0 ,9.000000-3.000000 0,9.000000-2.000000 0,16.000000-7.000000 11,23.000000-9.000000 24,24.000000-8.000000 23,24.000000-9.000000 24,13.000000-5.000000-2,3.000000 1.000000-24,3.000000-1.000000-24,3.000000 1.000000-25,-1.000000-1.000000-19,-2.000000 1.000000-11,-3.000000-1.000000-12,-3.000000 1.000000-11,-9.000000 2.000000-5,-15.000000 6.000000 4,-14.000000 6.000000 3,-15.000000 6.000000 3,-9.000000 2.000000 4,-3.000000-4.000000 2,-3.000000-2.000000 3,-2.000000-3.000000 2</inkml:trace>
</inkml:ink>
</file>

<file path=ppt/ink/ink7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0"/>
    </inkml:context>
    <inkml:brush xml:id="br0">
      <inkml:brushProperty name="width" value="0.0271511394530535" units="cm"/>
      <inkml:brushProperty name="height" value="0.0271511394530535" units="cm"/>
      <inkml:brushProperty name="color" value="#000000"/>
      <inkml:brushProperty name="ignorePressure" value="0"/>
    </inkml:brush>
  </inkml:definitions>
  <inkml:trace contextRef="#ctx0" brushRef="#br0">16585.000000 27675.000000 540,'-42.000000'1.000000'38,"8.000000"4.000000"-1 ,9.000000 2.000000-4,9.000000 3.000000-1,2.000000 14.000000-2,-2.000000 23.000000 1,-3.000000 24.000000 0,-3.000000 23.000000 1,-2.000000 19.000000-1,1.000000 16.000000-2,-1.000000 13.000000-3,1.000000 16.000000-2,1.000000 4.000000-2,2.000000-6.000000-2,4.000000-6.000000-2,3.000000-6.000000-2,6.000000-14.000000-6,8.000000-24.000000-11,9.000000-23.000000-10,10.000000-25.000000-11,13.000000-21.000000-10,22.000000-21.000000-12,20.000000-20.000000-11,21.000000-21.000000-12,1.000000-9.000000-2,-18.000000 3.000000 8,-17.000000 3.000000 7,-18.000000 3.000000 8</inkml:trace>
</inkml:ink>
</file>

<file path=ppt/ink/ink7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0"/>
    </inkml:context>
    <inkml:brush xml:id="br0">
      <inkml:brushProperty name="width" value="0.0238520335406065" units="cm"/>
      <inkml:brushProperty name="height" value="0.0238520335406065" units="cm"/>
      <inkml:brushProperty name="color" value="#000000"/>
      <inkml:brushProperty name="ignorePressure" value="0"/>
    </inkml:brush>
  </inkml:definitions>
  <inkml:trace contextRef="#ctx0" brushRef="#br0">17528.000000 28476.000000 614,'-22.000000'50.000000'131,"2.000000"6.000000"-30 ,4.000000 6.000000-31,3.000000 6.000000-29,3.000000 2.000000-19,2.000000 1.000000-8,4.000000 0.000000-8,2.000000-1.000000-6,5.000000-3.000000-3,6.000000-10.000000 1,6.000000-8.000000 3,6.000000-10.000000 2,4.000000-9.000000-4,3.000000-13.000000-11,3.000000-11.000000-10,2.000000-12.000000-11,6.000000-16.000000-5,5.000000-20.000000 1,6.000000-22.000000 0,6.000000-20.000000 0,1.000000-10.000000 2,-2.000000 0.000000 5,-4.000000 0.000000 4,-2.000000-1.000000 5,-5.000000 7.000000 6,-6.000000 11.000000 9,-5.000000 13.000000 7,-7.000000 11.000000 8,-5.000000 14.000000 9,-6.000000 19.000000 6,-7.000000 17.000000 7,-5.000000 18.000000 8,-6.000000 17.000000 0,-5.000000 18.000000-3,-7.000000 18.000000-6,-6.000000 17.000000-4,1.000000 9.000000-6,5.000000 1.000000-7,6.000000-1.000000-9,6.000000 0.000000-6,3.000000-7.000000-6,0.000000-15.000000-2,0.000000-14.000000-2,0.000000-16.000000-3</inkml:trace>
</inkml:ink>
</file>

<file path=ppt/ink/ink7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1"/>
    </inkml:context>
    <inkml:brush xml:id="br0">
      <inkml:brushProperty name="width" value="0.0233176480978727" units="cm"/>
      <inkml:brushProperty name="height" value="0.0233176480978727" units="cm"/>
      <inkml:brushProperty name="color" value="#000000"/>
      <inkml:brushProperty name="ignorePressure" value="0"/>
    </inkml:brush>
  </inkml:definitions>
  <inkml:trace contextRef="#ctx0" brushRef="#br0">18847.000000 28146.000000 628,'49.000000'24.000000'111,"2.000000"-1.000000"-27 ,4.000000 1.000000-26,2.000000-1.000000-26,-2.000000 4.000000-15,-10.000000 5.000000-2,-8.000000 7.000000-3,-9.000000 5.000000-1,-7.000000 7.000000-2,-7.000000 10.000000-1,-5.000000 8.000000-1,-6.000000 9.000000-1,-6.000000 0.000000-5,-6.000000-9.000000-8,-5.000000-9.000000-9,-7.000000-8.000000-8,8.000000-20.000000-3,20.000000-29.000000 5,21.000000-29.000000 4,21.000000-30.000000 4,11.000000-16.000000 8,3.000000-3.000000 9,4.000000-3.000000 11,2.000000-3.000000 10,-3.000000 6.000000-12,-8.000000 14.000000-30,-10.000000 15.000000-32,-8.000000 16.000000-32</inkml:trace>
</inkml:ink>
</file>

<file path=ppt/ink/ink7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1"/>
    </inkml:context>
    <inkml:brush xml:id="br0">
      <inkml:brushProperty name="width" value="0.0218907669186592" units="cm"/>
      <inkml:brushProperty name="height" value="0.0218907669186592" units="cm"/>
      <inkml:brushProperty name="color" value="#000000"/>
      <inkml:brushProperty name="ignorePressure" value="0"/>
    </inkml:brush>
  </inkml:definitions>
  <inkml:trace contextRef="#ctx0" brushRef="#br0">20261.000000 28664.000000 669,'66.000000'-26.000000'135,"-9.000000"-6.000000"-37 ,-8.000000-7.000000-36,-9.000000-5.000000-36,-8.000000-2.000000-19,-5.000000 4.000000-5,-7.000000 2.000000-2,-5.000000 3.000000-4,-8.000000 6.000000-4,-8.000000 9.000000-1,-10.000000 9.000000-2,-8.000000 8.000000-2,-7.000000 14.000000-1,-7.000000 18.000000-1,-5.000000 17.000000-1,-6.000000 18.000000 0,-2.000000 11.000000 1,4.000000 7.000000 4,2.000000 5.000000 3,3.000000 7.000000 4,11.000000 0.000000 4,17.000000-2.000000 3,18.000000-3.000000 4,17.000000-3.000000 4,21.000000-9.000000 1,24.000000-14.000000-2,23.000000-16.000000-2,24.000000-14.000000-2,4.000000-10.000000-12,-14.000000-7.000000-22,-16.000000-5.000000-22,-14.000000-6.000000-22</inkml:trace>
</inkml:ink>
</file>

<file path=ppt/ink/ink7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2"/>
    </inkml:context>
    <inkml:brush xml:id="br0">
      <inkml:brushProperty name="width" value="0.0279554035514593" units="cm"/>
      <inkml:brushProperty name="height" value="0.0279554035514593" units="cm"/>
      <inkml:brushProperty name="color" value="#000000"/>
      <inkml:brushProperty name="ignorePressure" value="0"/>
    </inkml:brush>
  </inkml:definitions>
  <inkml:trace contextRef="#ctx0" brushRef="#br0">44810.000000 26308.000000 524,'2.000000'-41.000000'4,"7.000000"12.000000"4 ,6.000000 11.000000 5,6.000000 12.000000 6,2.000000 11.000000 3,1.000000 8.000000 3,-1.000000 9.000000 2,1.000000 9.000000 3,-2.000000 15.000000 0,-3.000000 20.000000-2,-3.000000 21.000000-3,-2.000000 20.000000-1,-6.000000 23.000000-1,-5.000000 23.000000 0,-6.000000 24.000000 2,-5.000000 23.000000 0,-7.000000 22.000000-1,-6.000000 21.000000-2,-5.000000 21.000000-3,-7.000000 20.000000-1,-1.000000-4.000000-4,4.000000-30.000000-2,2.000000-29.000000-3,3.000000-30.000000-4,4.000000-32.000000-4,6.000000-35.000000-5,6.000000-36.000000-7,6.000000-35.000000-6,3.000000-26.000000-4,0.000000-18.000000-4,0.000000-18.000000-3,0.000000-18.000000-3,8.000000-21.000000-3,14.000000-27.000000-4,15.000000-27.000000-3,14.000000-26.000000-3,2.000000-3.000000 2,-12.000000 20.000000 7,-11.000000 22.000000 9,-12.000000 19.000000 8,-7.000000 12.000000 1,1.000000-1.000000-4,0.000000 0.000000-4,0.000000 0.000000-4</inkml:trace>
</inkml:ink>
</file>

<file path=ppt/ink/ink7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2"/>
    </inkml:context>
    <inkml:brush xml:id="br0">
      <inkml:brushProperty name="width" value="0.0239284299314022" units="cm"/>
      <inkml:brushProperty name="height" value="0.0239284299314022" units="cm"/>
      <inkml:brushProperty name="color" value="#000000"/>
      <inkml:brushProperty name="ignorePressure" value="0"/>
    </inkml:brush>
  </inkml:definitions>
  <inkml:trace contextRef="#ctx0" brushRef="#br0">45092.000000 25460.000000 612,'2.000000'-63.000000'19,"2.000000"14.000000"1 ,4.000000 16.000000 1,2.000000 13.000000 1,8.000000 10.000000 0,11.000000 3.000000 2,12.000000 2.000000 0,12.000000 4.000000 1,13.000000 5.000000-1,15.000000 10.000000-1,15.000000 8.000000-2,15.000000 9.000000-2,3.000000 5.000000-1,-5.000000 4.000000-1,-6.000000 3.000000 0,-5.000000 2.000000-1,-9.000000 4.000000-2,-8.000000 3.000000-2,-8.000000 2.000000-2,-10.000000 3.000000-3,-12.000000 7.000000-2,-14.000000 8.000000-1,-15.000000 9.000000-1,-14.000000 9.000000-3,-24.000000 8.000000-1,-33.000000 10.000000-2,-32.000000 8.000000-4,-32.000000 9.000000-2,-17.000000-1.000000-3,0.000000-12.000000-4,1.000000-12.000000-4,-1.000000-12.000000-4,14.000000-15.000000-1,26.000000-22.000000 4,27.000000-20.000000 3,26.000000-21.000000 3,13.000000-7.000000-5,1.000000 6.000000-13,-1.000000 6.000000-15,1.000000 5.000000-12</inkml:trace>
</inkml:ink>
</file>

<file path=ppt/ink/ink7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2"/>
    </inkml:context>
    <inkml:brush xml:id="br0">
      <inkml:brushProperty name="width" value="0.0225159376859665" units="cm"/>
      <inkml:brushProperty name="height" value="0.0225159376859665" units="cm"/>
      <inkml:brushProperty name="color" value="#000000"/>
      <inkml:brushProperty name="ignorePressure" value="0"/>
    </inkml:brush>
  </inkml:definitions>
  <inkml:trace contextRef="#ctx0" brushRef="#br0">47118.000000 26968.000000 651,'49.000000'25.000000'144,"2.000000"3.000000"-38 ,4.000000 3.000000-39,2.000000 3.000000-38,1.000000 6.000000-26,-4.000000 8.000000-17,-2.000000 10.000000-15,-4.000000 8.000000-16,-3.000000-1.000000-8,-7.000000-12.000000-4,-6.000000-12.000000-2,-5.000000-12.000000-2</inkml:trace>
</inkml:ink>
</file>

<file path=ppt/ink/ink7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2"/>
    </inkml:context>
    <inkml:brush xml:id="br0">
      <inkml:brushProperty name="width" value="0.0225795917212963" units="cm"/>
      <inkml:brushProperty name="height" value="0.0225795917212963" units="cm"/>
      <inkml:brushProperty name="color" value="#000000"/>
      <inkml:brushProperty name="ignorePressure" value="0"/>
    </inkml:brush>
  </inkml:definitions>
  <inkml:trace contextRef="#ctx0" brushRef="#br0">47213.000000 28240.000000 649,'-43.000000'70.000000'1,"9.000000"-4.000000"2 ,9.000000-3.000000 3,9.000000-3.000000 2,3.000000-1.000000 7,-4.000000 0.000000 13,-2.000000 0.000000 12,-3.000000 0.000000 12,2.000000 1.000000 3,5.000000 4.000000-8,6.000000 2.000000-7,6.000000 3.000000-9,3.000000-1.000000-12,0.000000-6.000000-13,0.000000-6.000000-16,0.000000-6.000000-15,3.000000-6.000000-13,6.000000-6.000000-13,6.000000-5.000000-12,5.000000-7.000000-13</inkml:trace>
</inkml:ink>
</file>

<file path=ppt/ink/ink7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2"/>
    </inkml:context>
    <inkml:brush xml:id="br0">
      <inkml:brushProperty name="width" value="0.0260362364351749" units="cm"/>
      <inkml:brushProperty name="height" value="0.0260362364351749" units="cm"/>
      <inkml:brushProperty name="color" value="#000000"/>
      <inkml:brushProperty name="ignorePressure" value="0"/>
    </inkml:brush>
  </inkml:definitions>
  <inkml:trace contextRef="#ctx0" brushRef="#br0">48673.000000 28287.000000 563,'21.000000'-126.000000'60,"-6.000000"29.000000"-4 ,-7.000000 29.000000-5,-5.000000 30.000000-3,-7.000000 17.000000-5,-9.000000 6.000000-3,-9.000000 6.000000-4,-9.000000 7.000000-4,-6.000000 12.000000-5,-3.000000 21.000000-6,-3.000000 20.000000-8,-2.000000 21.000000-6,2.000000 14.000000-5,9.000000 5.000000-2,9.000000 6.000000-3,9.000000 6.000000-3,7.000000 0.000000-5,6.000000-5.000000-8,6.000000-7.000000-9,6.000000-6.000000-7,13.000000-11.000000-6,21.000000-18.000000 1,20.000000-18.000000-2,21.000000-17.000000 1,15.000000-15.000000 0,8.000000-12.000000 2,10.000000-12.000000 2,8.000000-11.000000 1,-6.000000-7.000000 4,-20.000000 1.000000 4,-21.000000 0.000000 5,-21.000000-1.000000 3</inkml:trace>
</inkml:ink>
</file>

<file path=ppt/ink/ink7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3"/>
    </inkml:context>
    <inkml:brush xml:id="br0">
      <inkml:brushProperty name="width" value="0.0270966552197933" units="cm"/>
      <inkml:brushProperty name="height" value="0.0270966552197933" units="cm"/>
      <inkml:brushProperty name="color" value="#000000"/>
      <inkml:brushProperty name="ignorePressure" value="0"/>
    </inkml:brush>
  </inkml:definitions>
  <inkml:trace contextRef="#ctx0" brushRef="#br0">49898.000000 27628.000000 541,'-137.000000'20.000000'46,"56.000000"-5.000000"-1 ,56.000000-6.000000 1,56.000000-6.000000-1,33.000000-2.000000-3,8.000000 4.000000-6,9.000000 2.000000-6,9.000000 3.000000-7,4.000000 1.000000-4,0.000000-4.000000 0,0.000000-2.000000-2,1.000000-4.000000-1,-4.000000-1.000000-1,-6.000000 0.000000 1,-5.000000 0.000000 1,-7.000000 0.000000 0,-5.000000 0.000000-8,-6.000000 0.000000-15,-6.000000 0.000000-16,-6.000000 0.000000-15</inkml:trace>
</inkml:ink>
</file>

<file path=ppt/ink/ink7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3"/>
    </inkml:context>
    <inkml:brush xml:id="br0">
      <inkml:brushProperty name="width" value="0.0257201958447695" units="cm"/>
      <inkml:brushProperty name="height" value="0.0257201958447695" units="cm"/>
      <inkml:brushProperty name="color" value="#000000"/>
      <inkml:brushProperty name="ignorePressure" value="0"/>
    </inkml:brush>
  </inkml:definitions>
  <inkml:trace contextRef="#ctx0" brushRef="#br0">50747.000000 27345.000000 570,'-45.000000'46.000000'47,"7.000000"-4.000000"-4 ,6.000000-2.000000-4,5.000000-3.000000-4,2.000000 10.000000-2,-3.000000 24.000000-2,-3.000000 23.000000-2,-3.000000 24.000000-1,-1.000000 16.000000-1,0.000000 9.000000-2,-1.000000 8.000000 1,1.000000 10.000000-2,4.000000-1.000000-3,9.000000-8.000000-7,9.000000-9.000000-7,8.000000-9.000000-6,11.000000-15.000000-8,12.000000-20.000000-6,11.000000-21.000000-7,13.000000-21.000000-8,8.000000-19.000000-4,6.000000-17.000000-5,5.000000-18.000000-2,7.000000-18.000000-4,3.000000-16.000000-1,0.000000-14.000000 1,-1.000000-16.000000 2,1.000000-14.000000 2,0.000000-12.000000 2,-1.000000-8.000000 5,1.000000-10.000000 5,0.000000-8.000000 3,-7.000000 1.000000 6,-11.000000 12.000000 5,-11.000000 11.000000 6,-13.000000 13.000000 4,-5.000000 7.000000 8,-1.000000 2.000000 8,1.000000 4.000000 9,-1.000000 3.000000 8,-4.000000 13.000000 8,-8.000000 23.000000 5,-10.000000 24.000000 5,-8.000000 24.000000 6,-8.000000 18.000000 0,-5.000000 16.000000-9,-7.000000 14.000000-6,-5.000000 15.000000-8,1.000000 5.000000-6,9.000000-2.000000-6,8.000000-3.000000-6,10.000000-3.000000-5,4.000000-4.000000-6,0.000000-7.000000-5,0.000000-5.000000-5,0.000000-6.000000-5,7.000000-11.000000-5,15.000000-14.000000-4,15.000000-15.000000-4,15.000000-14.000000-4,10.000000-16.000000-3,5.000000-14.000000-1,7.000000-15.000000-1,5.000000-14.000000-1,2.000000-14.000000 1,-3.000000-12.000000 4,-2.000000-11.000000 3,-4.000000-12.000000 3,-5.000000-2.000000 4,-5.000000 10.000000 4,-6.000000 8.000000 4,-6.000000 9.000000 3,-8.000000 11.000000 5,-13.000000 16.000000 5,-11.000000 14.000000 4,-12.000000 15.000000 6,-9.000000 19.000000 3,-6.000000 23.000000 5,-6.000000 24.000000 5,-6.000000 24.000000 4,-1.000000 14.000000-1,3.000000 7.000000-3,3.000000 5.000000-4,3.000000 6.000000-4,2.000000-4.000000-4,4.000000-15.000000-7,3.000000-15.000000-4,2.000000-15.000000-6,4.000000-11.000000-7,2.000000-9.000000-10,3.000000-9.000000-10,4.000000-9.000000-10</inkml:trace>
</inkml:ink>
</file>

<file path=ppt/ink/ink7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3"/>
    </inkml:context>
    <inkml:brush xml:id="br0">
      <inkml:brushProperty name="width" value="0.0215399824082851" units="cm"/>
      <inkml:brushProperty name="height" value="0.0215399824082851" units="cm"/>
      <inkml:brushProperty name="color" value="#000000"/>
      <inkml:brushProperty name="ignorePressure" value="0"/>
    </inkml:brush>
  </inkml:definitions>
  <inkml:trace contextRef="#ctx0" brushRef="#br0">52773.000000 27863.000000 680,'23.000000'27.000000'121,"1.000000"5.000000"-32 ,-1.000000 7.000000-31,1.000000 5.000000-32,-1.000000 7.000000-18,1.000000 10.000000-3,0.000000 8.000000-2,-1.000000 9.000000-4,-4.000000 7.000000-1,-8.000000 7.000000 1,-10.000000 5.000000 0,-8.000000 6.000000 1,-5.000000-3.000000 1,0.000000-12.000000 2,0.000000-11.000000 0,1.000000-12.000000 3,9.000000-26.000000-4,21.000000-37.000000-9,21.000000-39.000000-8,20.000000-38.000000-8,21.000000-25.000000-7,21.000000-12.000000-7,20.000000-12.000000-6,21.000000-11.000000-6,-5.000000 8.000000-1,-29.000000 30.000000 4,-29.000000 29.000000 4,-30.000000 30.000000 5</inkml:trace>
</inkml:ink>
</file>

<file path=ppt/ink/ink7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4"/>
    </inkml:context>
    <inkml:brush xml:id="br0">
      <inkml:brushProperty name="width" value="0.0232433211058378" units="cm"/>
      <inkml:brushProperty name="height" value="0.0232433211058378" units="cm"/>
      <inkml:brushProperty name="color" value="#000000"/>
      <inkml:brushProperty name="ignorePressure" value="0"/>
    </inkml:brush>
  </inkml:definitions>
  <inkml:trace contextRef="#ctx0" brushRef="#br0">54610.000000 28523.000000 631,'67.000000'-91.000000'116,"-10.000000"5.000000"-27 ,-8.000000 7.000000-26,-10.000000 5.000000-26,-6.000000 6.000000-16,-7.000000 7.000000-4,-5.000000 5.000000-4,-6.000000 6.000000-4,-10.000000 7.000000-5,-10.000000 9.000000-7,-13.000000 9.000000-5,-12.000000 9.000000-7,-11.000000 14.000000-2,-12.000000 21.000000-1,-12.000000 21.000000 1,-11.000000 21.000000 0,-2.000000 14.000000 1,9.000000 9.000000 5,8.000000 8.000000 3,10.000000 10.000000 3,12.000000 1.000000 2,19.000000-6.000000 0,17.000000-5.000000-1,18.000000-7.000000-1,27.000000-10.000000-2,39.000000-15.000000-5,39.000000-14.000000-4,37.000000-15.000000-5,8.000000-13.000000-5,-24.000000-12.000000-9,-23.000000-12.000000-7,-24.000000-12.000000-9</inkml:trace>
</inkml:ink>
</file>

<file path=ppt/ink/ink7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4"/>
    </inkml:context>
    <inkml:brush xml:id="br0">
      <inkml:brushProperty name="width" value="0.0220433007925749" units="cm"/>
      <inkml:brushProperty name="height" value="0.0220433007925749" units="cm"/>
      <inkml:brushProperty name="color" value="#000000"/>
      <inkml:brushProperty name="ignorePressure" value="0"/>
    </inkml:brush>
  </inkml:definitions>
  <inkml:trace contextRef="#ctx0" brushRef="#br0">92211.000000 24848.000000 665,'-20.000000'-97.000000'40,"5.000000"41.000000"-4 ,6.000000 41.000000-6,6.000000 41.000000-5,3.000000 33.000000-3,0.000000 24.000000 0,0.000000 23.000000-1,0.000000 23.000000-1,0.000000 19.000000-1,0.000000 11.000000-1,0.000000 11.000000-1,0.000000 13.000000-2,0.000000 7.000000-2,0.000000 3.000000-1,0.000000 3.000000-2,0.000000 2.000000-1,-1.000000-6.000000-3,-4.000000-18.000000-7,-2.000000-18.000000-6,-4.000000-18.000000-6,1.000000-22.000000-4,3.000000-26.000000-4,2.000000-26.000000-4,4.000000-28.000000-2,1.000000-18.000000-4,0.000000-12.000000-4,0.000000-12.000000-2,0.000000-12.000000-4,1.000000-5.000000 2,4.000000-1.000000 5,2.000000 1.000000 6,3.000000-1.000000 6,2.000000-1.000000 4,0.000000-3.000000 0,0.000000-3.000000 1,0.000000-3.000000 0</inkml:trace>
</inkml:ink>
</file>

<file path=ppt/ink/ink7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5"/>
    </inkml:context>
    <inkml:brush xml:id="br0">
      <inkml:brushProperty name="width" value="0.0208492856472731" units="cm"/>
      <inkml:brushProperty name="height" value="0.0208492856472731" units="cm"/>
      <inkml:brushProperty name="color" value="#000000"/>
      <inkml:brushProperty name="ignorePressure" value="0"/>
    </inkml:brush>
  </inkml:definitions>
  <inkml:trace contextRef="#ctx0" brushRef="#br0">92258.000000 24895.000000 703,'-16.000000'-24.000000'4,"15.000000"1.000000"8 ,14.000000-1.000000 8,15.000000 1.000000 7,17.000000 2.000000 4,22.000000 6.000000-4,20.000000 6.000000-2,20.000000 7.000000-3,15.000000 3.000000-3,9.000000 3.000000-3,9.000000 4.000000-3,9.000000 2.000000-2,-6.000000 6.000000-1,-21.000000 9.000000 0,-20.000000 9.000000 2,-21.000000 9.000000 1,-20.000000 7.000000-2,-16.000000 6.000000-3,-19.000000 6.000000-3,-17.000000 5.000000-4,-24.000000 9.000000-2,-29.000000 8.000000 1,-30.000000 8.000000 0,-29.000000 10.000000 0,-16.000000 4.000000 0,-3.000000 0.000000-4,-3.000000 0.000000-3,-3.000000 0.000000-3,7.000000-7.000000-7,18.000000-15.000000-11,17.000000-15.000000-10,19.000000-15.000000-10,14.000000-11.000000-4,11.000000-9.000000 3,13.000000-9.000000 3,11.000000-9.000000 3</inkml:trace>
</inkml:ink>
</file>

<file path=ppt/ink/ink7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5"/>
    </inkml:context>
    <inkml:brush xml:id="br0">
      <inkml:brushProperty name="width" value="0.018437135964632" units="cm"/>
      <inkml:brushProperty name="height" value="0.018437135964632" units="cm"/>
      <inkml:brushProperty name="color" value="#000000"/>
      <inkml:brushProperty name="ignorePressure" value="0"/>
    </inkml:brush>
  </inkml:definitions>
  <inkml:trace contextRef="#ctx0" brushRef="#br0">94143.000000 25932.000000 795,'44.000000'4.000000'87,"-6.000000"9.000000"-24 ,-5.000000 9.000000-24,-7.000000 9.000000-23,-2.000000 5.000000-19,0.000000-1.000000-10,-1.000000 0.000000-12,1.000000 1.000000-11,-2.000000-3.000000-6,-3.000000-2.000000-2,-3.000000-3.000000-2,-3.000000-3.000000 0</inkml:trace>
</inkml:ink>
</file>

<file path=ppt/ink/ink7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5"/>
    </inkml:context>
    <inkml:brush xml:id="br0">
      <inkml:brushProperty name="width" value="0.0202015452086926" units="cm"/>
      <inkml:brushProperty name="height" value="0.0202015452086926" units="cm"/>
      <inkml:brushProperty name="color" value="#000000"/>
      <inkml:brushProperty name="ignorePressure" value="0"/>
    </inkml:brush>
  </inkml:definitions>
  <inkml:trace contextRef="#ctx0" brushRef="#br0">94237.000000 26874.000000 726,'-20.000000'23.000000'21,"5.000000"1.000000"-3 ,6.000000 0.000000-1,6.000000-1.000000-3,2.000000 1.000000 3,-4.000000-1.000000 8,-2.000000 1.000000 8,-3.000000-1.000000 7,-2.000000 5.000000-1,0.000000 9.000000-11,0.000000 9.000000-11,0.000000 8.000000-13,2.000000 5.000000-9,3.000000 0.000000-9,2.000000 0.000000-10,4.000000 0.000000-9,1.000000-5.000000-3,0.000000-8.000000 5,0.000000-9.000000 3,0.000000-9.000000 4</inkml:trace>
</inkml:ink>
</file>

<file path=ppt/ink/ink7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5"/>
    </inkml:context>
    <inkml:brush xml:id="br0">
      <inkml:brushProperty name="width" value="0.0205407273024321" units="cm"/>
      <inkml:brushProperty name="height" value="0.0205407273024321" units="cm"/>
      <inkml:brushProperty name="color" value="#000000"/>
      <inkml:brushProperty name="ignorePressure" value="0"/>
    </inkml:brush>
  </inkml:definitions>
  <inkml:trace contextRef="#ctx0" brushRef="#br0">95321.000000 26827.000000 714,'-1.000000'-44.000000'57,"-4.000000"5.000000"-8 ,-2.000000 7.000000-9,-4.000000 5.000000-9,-2.000000 7.000000-6,-3.000000 5.000000-3,-3.000000 6.000000-3,-3.000000 6.000000-3,-6.000000 11.000000-3,-9.000000 14.000000-5,-9.000000 15.000000-3,-8.000000 14.000000-4,-1.000000 9.000000-5,10.000000 4.000000-5,8.000000 2.000000-4,9.000000 3.000000-5,9.000000 0.000000-3,8.000000-2.000000-1,10.000000-4.000000 0,8.000000-3.000000-1,18.000000-5.000000-3,27.000000-9.000000-5,26.000000-10.000000-5,27.000000-8.000000-5,3.000000-7.000000 0,-16.000000-6.000000 6,-19.000000-7.000000 5,-17.000000-5.000000 6</inkml:trace>
</inkml:ink>
</file>

<file path=ppt/ink/ink7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6"/>
    </inkml:context>
    <inkml:brush xml:id="br0">
      <inkml:brushProperty name="width" value="0.0194993130862713" units="cm"/>
      <inkml:brushProperty name="height" value="0.0194993130862713" units="cm"/>
      <inkml:brushProperty name="color" value="#000000"/>
      <inkml:brushProperty name="ignorePressure" value="0"/>
    </inkml:brush>
  </inkml:definitions>
  <inkml:trace contextRef="#ctx0" brushRef="#br0">96122.000000 26450.000000 752,'28.000000'41.000000'11,"9.000000"-12.000000"8 ,8.000000-11.000000 10,10.000000-12.000000 9,8.000000-6.000000 1,9.000000 0.000000-5,9.000000 0.000000-5,9.000000 0.000000-5,4.000000-1.000000-8,1.000000-4.000000-7,-1.000000-2.000000-10,0.000000-4.000000-8,-5.000000 0.000000-8,-13.000000-1.000000-6,-11.000000 0.000000-7,-12.000000 0.000000-7</inkml:trace>
</inkml:ink>
</file>

<file path=ppt/ink/ink7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6"/>
    </inkml:context>
    <inkml:brush xml:id="br0">
      <inkml:brushProperty name="width" value="0.0220615323632956" units="cm"/>
      <inkml:brushProperty name="height" value="0.0220615323632956" units="cm"/>
      <inkml:brushProperty name="color" value="#000000"/>
      <inkml:brushProperty name="ignorePressure" value="0"/>
    </inkml:brush>
  </inkml:definitions>
  <inkml:trace contextRef="#ctx0" brushRef="#br0">96876.000000 26261.000000 664,'-44.000000'47.000000'41,"5.000000"1.000000"-4 ,7.000000-1.000000-4,6.000000 0.000000-5,1.000000 3.000000-2,-3.000000 6.000000-1,-3.000000 6.000000-2,-3.000000 5.000000-2,0.000000 7.000000-1,3.000000 6.000000-2,3.000000 5.000000 0,3.000000 6.000000-2,4.000000 2.000000-2,7.000000-3.000000-5,5.000000-3.000000-4,6.000000-3.000000-4,12.000000-9.000000-6,17.000000-15.000000-9,18.000000-14.000000-10,18.000000-15.000000-8,12.000000-12.000000-9,5.000000-9.000000-5,7.000000-8.000000-6,5.000000-10.000000-6,-4.000000-4.000000 2,-15.000000 1.000000 10,-15.000000-1.000000 10,-14.000000 0.000000 11</inkml:trace>
</inkml:ink>
</file>

<file path=ppt/ink/ink7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6"/>
    </inkml:context>
    <inkml:brush xml:id="br0">
      <inkml:brushProperty name="width" value="0.0207282323390245" units="cm"/>
      <inkml:brushProperty name="height" value="0.0207282323390245" units="cm"/>
      <inkml:brushProperty name="color" value="#000000"/>
      <inkml:brushProperty name="ignorePressure" value="0"/>
    </inkml:brush>
  </inkml:definitions>
  <inkml:trace contextRef="#ctx0" brushRef="#br0">97771.000000 26874.000000 707,'-22.000000'113.000000'102,"3.000000"-8.000000"-24 ,3.000000-9.000000-24,3.000000-10.000000-24,2.000000-6.000000-15,4.000000-6.000000-5,2.000000-7.000000-6,4.000000-5.000000-7,5.000000-7.000000-4,10.000000-10.000000-6,8.000000-8.000000-5,9.000000-9.000000-5,7.000000-12.000000-4,6.000000-14.000000 0,6.000000-16.000000-2,6.000000-14.000000 0,1.000000-13.000000-1,-2.000000-12.000000-1,-3.000000-12.000000 1,-4.000000-11.000000 0,-2.000000-5.000000 3,-4.000000 3.000000 6,-2.000000 3.000000 6,-3.000000 3.000000 7,-5.000000 4.000000 6,-5.000000 6.000000 6,-6.000000 6.000000 6,-7.000000 6.000000 6,-3.000000 13.000000 6,-4.000000 21.000000 8,-3.000000 20.000000 7,-2.000000 21.000000 8,-2.000000 14.000000-1,0.000000 5.000000-8,0.000000 6.000000-9,0.000000 6.000000-8,0.000000 1.000000-10,0.000000-2.000000-8,0.000000-4.000000-11,0.000000-2.000000-9,0.000000-5.000000-9,0.000000-6.000000-11,0.000000-5.000000-10,0.000000-7.000000-9</inkml:trace>
</inkml:ink>
</file>

<file path=ppt/ink/ink7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6"/>
    </inkml:context>
    <inkml:brush xml:id="br0">
      <inkml:brushProperty name="width" value="0.0190242994576693" units="cm"/>
      <inkml:brushProperty name="height" value="0.0190242994576693" units="cm"/>
      <inkml:brushProperty name="color" value="#000000"/>
      <inkml:brushProperty name="ignorePressure" value="0"/>
    </inkml:brush>
  </inkml:definitions>
  <inkml:trace contextRef="#ctx0" brushRef="#br0">98714.000000 26968.000000 770,'26.000000'-19.000000'72,"6.000000"9.000000"-17 ,7.000000 8.000000-17,5.000000 10.000000-17,2.000000 6.000000-8,-4.000000 7.000000-3,-2.000000 5.000000-1,-3.000000 7.000000-2,-5.000000 7.000000-3,-5.000000 8.000000-4,-7.000000 10.000000-6,-5.000000 8.000000-4,-8.000000 7.000000-3,-8.000000 7.000000-1,-9.000000 5.000000-2,-9.000000 7.000000-1,-5.000000-3.000000 1,0.000000-8.000000 3,1.000000-8.000000 4,-1.000000-10.000000 3,11.000000-25.000000 3,20.000000-41.000000 5,21.000000-41.000000 4,21.000000-41.000000 3,16.000000-24.000000 2,11.000000-6.000000-1,13.000000-6.000000-2,11.000000-5.000000-2,0.000000 6.000000 0,-12.000000 22.000000 0,-11.000000 20.000000 0,-12.000000 20.000000 0,-9.000000 14.000000-10,-6.000000 6.000000-21,-6.000000 5.000000-20,-6.000000 7.000000-21</inkml:trace>
</inkml:ink>
</file>

<file path=ppt/ink/ink7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07"/>
    </inkml:context>
    <inkml:brush xml:id="br0">
      <inkml:brushProperty name="width" value="0.0183310639113188" units="cm"/>
      <inkml:brushProperty name="height" value="0.0183310639113188" units="cm"/>
      <inkml:brushProperty name="color" value="#000000"/>
      <inkml:brushProperty name="ignorePressure" value="0"/>
    </inkml:brush>
  </inkml:definitions>
  <inkml:trace contextRef="#ctx0" brushRef="#br0">100457.000000 27204.000000 800,'-15.000000'41.000000'19,"18.000000"-12.000000"5 ,18.000000-11.000000 5,17.000000-12.000000 4,9.000000-12.000000-2,0.000000-12.000000-6,0.000000-11.000000-8,1.000000-12.000000-7,-4.000000-8.000000-4,-6.000000-2.000000-3,-6.000000-4.000000-1,-5.000000-2.000000-2,-5.000000 1.000000-1,-3.000000 6.000000-1,-3.000000 5.000000-2,-2.000000 7.000000-1,-10.000000 6.000000-1,-14.000000 5.000000-4,-15.000000 7.000000-2,-15.000000 5.000000-3,-9.000000 11.000000 0,-2.000000 14.000000 5,-4.000000 15.000000 3,-2.000000 15.000000 5,2.000000 10.000000 3,10.000000 6.000000 3,8.000000 6.000000 3,9.000000 5.000000 3,7.000000 5.000000 0,7.000000 3.000000-3,5.000000 4.000000-3,6.000000 2.000000-3,10.000000-6.000000-3,15.000000-15.000000 0,15.000000-14.000000-2,15.000000-15.000000-1,5.000000-9.000000-8,-2.000000-3.000000-15,-4.000000-3.000000-14,-2.000000-3.000000-16</inkml:trace>
</inkml:ink>
</file>

<file path=ppt/ink/ink7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6"/>
    </inkml:context>
    <inkml:brush xml:id="br0">
      <inkml:brushProperty name="width" value="0.0339626222848892" units="cm"/>
      <inkml:brushProperty name="height" value="0.0339626222848892" units="cm"/>
      <inkml:brushProperty name="color" value="#000000"/>
      <inkml:brushProperty name="ignorePressure" value="0"/>
    </inkml:brush>
  </inkml:definitions>
  <inkml:trace contextRef="#ctx0" brushRef="#br0">5370.000000 33977.000000 431,'-18.000000'34.000000'0,"0.000000"-5.000000"0 ,0.000000-4.000000 0,0.000000-4.000000 0,0.000000-3.000000 5,-1.000000 0.000000 8,1.000000 0.000000 8,0.000000 0.000000 9,1.000000-1.000000 4,2.000000-2.000000-2,3.000000-3.000000-2,2.000000-1.000000-1,5.000000-5.000000-1,10.000000-3.000000 1,8.000000-6.000000 1,10.000000-3.000000 2,4.000000-5.000000-3,0.000000-1.000000-5,1.000000-3.000000-7,-1.000000-2.000000-5,1.000000-3.000000-4,3.000000-5.000000 0,2.000000-5.000000-1,2.000000-4.000000-1,3.000000-3.000000-1,6.000000-3.000000-3,3.000000-2.000000-2,5.000000-2.000000-3,6.000000-7.000000-3,7.000000-11.000000 0,6.000000-12.000000-3,8.000000-11.000000-2,3.000000-9.000000 0,3.000000-7.000000-3,3.000000-7.000000 0,1.000000-7.000000-2,0.000000 1.000000 0,-5.000000 6.000000 2,-5.000000 7.000000 1,-4.000000 7.000000 1,-9.000000 11.000000 2,-14.000000 16.000000 1,-14.000000 16.000000 1,-13.000000 16.000000 1,-9.000000 14.000000 2,-4.000000 10.000000 1,-6.000000 13.000000 2,-3.000000 10.000000 3,-3.000000 7.000000 1,0.000000 3.000000 2,0.000000 2.000000 1,0.000000 2.000000 2,0.000000 3.000000 1,0.000000 5.000000-1,0.000000 5.000000 1,0.000000 4.000000-1,0.000000 5.000000 1,0.000000 4.000000 1,0.000000 4.000000-1,0.000000 6.000000 2,0.000000 7.000000-1,0.000000 11.000000 1,0.000000 12.000000-1,0.000000 11.000000 1,1.000000 10.000000-2,2.000000 6.000000-1,3.000000 7.000000-1,2.000000 6.000000-3,3.000000 3.000000 0,5.000000-2.000000-2,4.000000-3.000000 0,5.000000-1.000000-2,1.000000-8.000000 0,-2.000000-11.000000 0,-2.000000-11.000000 0,-3.000000-12.000000 0,-2.000000-12.000000 1,-2.000000-14.000000 0,-3.000000-13.000000 1,-2.000000-14.000000 1,-2.000000-13.000000 4,-2.000000-11.000000 6,-3.000000-11.000000 6,-1.000000-11.000000 7,-7.000000-11.000000 1,-9.000000-9.000000-2,-8.000000-9.000000-3,-10.000000-8.000000-2,-8.000000-8.000000-5,-6.000000-4.000000-5,-7.000000-5.000000-5,-8.000000-4.000000-4,-8.000000-4.000000-8,-11.000000-2.000000-6,-12.000000-2.000000-8,-11.000000-3.000000-7,-7.000000-1.000000-2,-3.000000 1.000000 1,-1.000000-1.000000 3,-3.000000 1.000000 1,3.000000 2.000000 2,6.000000 8.000000 3,7.000000 6.000000 3,7.000000 7.000000 2,12.000000 10.000000 2,19.000000 10.000000 2,17.000000 12.000000 2,19.000000 11.000000 3,17.000000 9.000000 3,15.000000 3.000000 4,17.000000 6.000000 4,15.000000 3.000000 5,11.000000 2.000000 0,4.000000-2.000000-5,5.000000-3.000000-3,4.000000-2.000000-4,10.000000-2.000000-2,12.000000-2.000000 1,15.000000-3.000000 1,13.000000-2.000000 1,9.000000-1.000000 0,5.000000 0.000000 1,4.000000 0.000000 1,5.000000 0.000000 0,-2.000000-1.000000-1,-10.000000-3.000000 0,-8.000000-1.000000-1,-10.000000-3.000000-1,-11.000000 0.000000-1,-14.000000 2.000000 1,-13.000000 2.000000-1,-14.000000 3.000000 1,-19.000000 7.000000 3,-25.000000 11.000000 5,-25.000000 11.000000 7,-25.000000 12.000000 6,-14.000000 7.000000 3,-1.000000 5.000000 1,-3.000000 5.000000 0,-3.000000 4.000000 0,-7.000000 4.000000-1,-14.000000 1.000000-4,-14.000000 4.000000-4,-13.000000 1.000000-4,-10.000000 1.000000-2,-7.000000 1.000000-3,-7.000000-1.000000-2,-7.000000 1.000000-3,5.000000-4.000000-3,16.000000-7.000000-3,15.000000-6.000000-5,16.000000-7.000000-5</inkml:trace>
</inkml:ink>
</file>

<file path=ppt/ink/ink7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7"/>
    </inkml:context>
    <inkml:brush xml:id="br0">
      <inkml:brushProperty name="width" value="0.0238439720124006" units="cm"/>
      <inkml:brushProperty name="height" value="0.0238439720124006" units="cm"/>
      <inkml:brushProperty name="color" value="#000000"/>
      <inkml:brushProperty name="ignorePressure" value="0"/>
    </inkml:brush>
  </inkml:definitions>
  <inkml:trace contextRef="#ctx0" brushRef="#br0">8019.000000 33142.000000 615,'16.000000'22.000000'139,"-4.000000"6.000000"-34 ,-6.000000 7.000000-35,-3.000000 7.000000-34,-3.000000 6.000000-21,0.000000 4.000000-4,0.000000 5.000000-4,0.000000 4.000000-5,1.000000 1.000000-4,2.000000-2.000000-1,3.000000-2.000000-1,2.000000-2.000000-2,3.000000-4.000000 0,5.000000-5.000000 1,4.000000-3.000000 2,5.000000-6.000000 1,6.000000-5.000000 1,6.000000-7.000000 0,8.000000-7.000000 0,6.000000-6.000000 1,3.000000-5.000000-3,1.000000-3.000000-4,-1.000000-1.000000-5,0.000000-3.000000-4,1.000000-3.000000-4,-1.000000-5.000000-6,1.000000-4.000000-5,-1.000000-5.000000-5,-4.000000-1.000000-4,-9.000000 2.000000-1,-9.000000 2.000000-2,-10.000000 3.000000-1,-5.000000 1.000000 2,-2.000000 0.000000 8,-2.000000 0.000000 8,-3.000000 0.000000 6,-2.000000 0.000000 6,-3.000000 0.000000 2,-1.000000 0.000000 3,-3.000000 0.000000 2</inkml:trace>
</inkml:ink>
</file>

<file path=ppt/ink/ink7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7"/>
    </inkml:context>
    <inkml:brush xml:id="br0">
      <inkml:brushProperty name="width" value="0.0273112654685974" units="cm"/>
      <inkml:brushProperty name="height" value="0.0273112654685974" units="cm"/>
      <inkml:brushProperty name="color" value="#000000"/>
      <inkml:brushProperty name="ignorePressure" value="0"/>
    </inkml:brush>
  </inkml:definitions>
  <inkml:trace contextRef="#ctx0" brushRef="#br0">8709.000000 33215.000000 537,'-2.000000'74.000000'140,"-5.000000"6.000000"-32 ,-4.000000 4.000000-31,-5.000000 4.000000-31,-3.000000 5.000000-19,1.000000 5.000000-3,0.000000 4.000000-5,0.000000 4.000000-4,-1.000000 12.000000-9,-3.000000 18.000000-13,-2.000000 19.000000-15,-2.000000 17.000000-13,3.000000-10.000000-4,5.000000-38.000000 8,8.000000-39.000000 7,7.000000-39.000000 7,3.000000-20.000000-4,0.000000-2.000000-16,0.000000-2.000000-17,0.000000-3.000000-16</inkml:trace>
</inkml:ink>
</file>

<file path=ppt/ink/ink7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7"/>
    </inkml:context>
    <inkml:brush xml:id="br0">
      <inkml:brushProperty name="width" value="0.0217076241970062" units="cm"/>
      <inkml:brushProperty name="height" value="0.0217076241970062" units="cm"/>
      <inkml:brushProperty name="color" value="#000000"/>
      <inkml:brushProperty name="ignorePressure" value="0"/>
    </inkml:brush>
  </inkml:definitions>
  <inkml:trace contextRef="#ctx0" brushRef="#br0">9072.000000 34521.000000 675,'0.000000'68.000000'62,"0.000000"-9.000000"-2 ,0.000000-9.000000-1,0.000000-9.000000-1,2.000000-6.000000-10,5.000000-2.000000-19,4.000000-3.000000-20,5.000000-1.000000-20,2.000000-2.000000-18,0.000000 0.000000-16,1.000000 0.000000-17,-1.000000 1.000000-17</inkml:trace>
</inkml:ink>
</file>

<file path=ppt/ink/ink7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7"/>
    </inkml:context>
    <inkml:brush xml:id="br0">
      <inkml:brushProperty name="width" value="0.0273152999579906" units="cm"/>
      <inkml:brushProperty name="height" value="0.0273152999579906" units="cm"/>
      <inkml:brushProperty name="color" value="#000000"/>
      <inkml:brushProperty name="ignorePressure" value="0"/>
    </inkml:brush>
  </inkml:definitions>
  <inkml:trace contextRef="#ctx0" brushRef="#br0">10306.000000 33904.000000 536,'-18.000000'-19.000000'6,"-1.000000"-3.000000"10 ,1.000000-2.000000 11,0.000000-2.000000 12,1.000000-2.000000 5,2.000000-3.000000 3,3.000000-2.000000 2,2.000000-2.000000 2,1.000000-3.000000-2,0.000000-5.000000-7,-1.000000-5.000000-6,1.000000-4.000000-8,-3.000000 1.000000-8,-7.000000 7.000000-11,-7.000000 6.000000-10,-7.000000 8.000000-12,-4.000000 8.000000-4,1.000000 12.000000 2,0.000000 11.000000 2,-1.000000 11.000000 1,3.000000 12.000000 0,5.000000 11.000000-5,4.000000 12.000000-4,5.000000 11.000000-4,4.000000 6.000000 0,4.000000 3.000000 4,6.000000 2.000000 4,3.000000 3.000000 3,9.000000-2.000000 4,11.000000-4.000000 3,11.000000-5.000000 3,12.000000-4.000000 4,5.000000-4.000000 2,1.000000-2.000000 2,-1.000000-2.000000 0,0.000000-2.000000 3,0.000000-1.000000-1,-3.000000 3.000000 0,-3.000000 2.000000 0,-1.000000 2.000000-1,-5.000000 3.000000-1,-7.000000 2.000000-2,-7.000000 2.000000-2,-6.000000 2.000000-2,-9.000000 0.000000-2,-8.000000-2.000000-1,-10.000000-2.000000-2,-9.000000-2.000000 0,-6.000000-7.000000 0,-5.000000-12.000000 2,-5.000000-11.000000 4,-4.000000-11.000000 2,-1.000000-14.000000 4,2.000000-16.000000 3,2.000000-15.000000 5,3.000000-17.000000 2,6.000000-12.000000 2,12.000000-9.000000-1,11.000000-9.000000-1,11.000000-9.000000-1,9.000000-3.000000-4,4.000000 5.000000-6,4.000000 5.000000-6,5.000000 4.000000-7,2.000000 8.000000-12,0.000000 12.000000-20,1.000000 11.000000-18,-1.000000 11.000000-20</inkml:trace>
</inkml:ink>
</file>

<file path=ppt/ink/ink7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8"/>
    </inkml:context>
    <inkml:brush xml:id="br0">
      <inkml:brushProperty name="width" value="0.0258147902786732" units="cm"/>
      <inkml:brushProperty name="height" value="0.0258147902786732" units="cm"/>
      <inkml:brushProperty name="color" value="#000000"/>
      <inkml:brushProperty name="ignorePressure" value="0"/>
    </inkml:brush>
  </inkml:definitions>
  <inkml:trace contextRef="#ctx0" brushRef="#br0">21047.000000 33178.000000 568,'-33.000000'43.000000'120,"7.000000"14.000000"-26 ,7.000000 13.000000-27,7.000000 14.000000-26,1.000000 13.000000-14,-1.000000 10.000000-5,-3.000000 13.000000-3,-2.000000 10.000000-3,-1.000000 7.000000-4,0.000000 3.000000-4,0.000000 1.000000-4,0.000000 3.000000-2,1.000000-7.000000-6,2.000000-20.000000-4,2.000000-17.000000-6,3.000000-18.000000-5,3.000000-27.000000-9,5.000000-33.000000-16,4.000000-34.000000-15,5.000000-35.000000-15,3.000000-13.000000-2,3.000000 7.000000 14,2.000000 6.000000 12,2.000000 7.000000 12</inkml:trace>
</inkml:ink>
</file>

<file path=ppt/ink/ink7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8"/>
    </inkml:context>
    <inkml:brush xml:id="br0">
      <inkml:brushProperty name="width" value="0.0259234644472599" units="cm"/>
      <inkml:brushProperty name="height" value="0.0259234644472599" units="cm"/>
      <inkml:brushProperty name="color" value="#000000"/>
      <inkml:brushProperty name="ignorePressure" value="0"/>
    </inkml:brush>
  </inkml:definitions>
  <inkml:trace contextRef="#ctx0" brushRef="#br0">20975.000000 33142.000000 565,'36.000000'2.000000'122,"0.000000"5.000000"-28 ,1.000000 4.000000-26,-1.000000 5.000000-28,0.000000 2.000000-14,0.000000 1.000000-5,1.000000-1.000000-3,-1.000000 0.000000-5,-2.000000 3.000000-2,-4.000000 8.000000-2,-6.000000 6.000000-2,-3.000000 7.000000-3,-5.000000 4.000000-2,-5.000000 3.000000-5,-4.000000 2.000000-4,-5.000000 2.000000-4,-5.000000 1.000000-7,-7.000000-3.000000-10,-7.000000-2.000000-10,-7.000000-3.000000-9,-1.000000-5.000000-2,4.000000-9.000000 7,6.000000-10.000000 5,3.000000-8.000000 7,3.000000-5.000000 0,0.000000 0.000000-2,0.000000 0.000000-4,0.000000 0.000000-4</inkml:trace>
</inkml:ink>
</file>

<file path=ppt/ink/ink7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9"/>
    </inkml:context>
    <inkml:brush xml:id="br0">
      <inkml:brushProperty name="width" value="0.0237922836095095" units="cm"/>
      <inkml:brushProperty name="height" value="0.0237922836095095" units="cm"/>
      <inkml:brushProperty name="color" value="#000000"/>
      <inkml:brushProperty name="ignorePressure" value="0"/>
    </inkml:brush>
  </inkml:definitions>
  <inkml:trace contextRef="#ctx0" brushRef="#br0">21446.000000 33904.000000 616,'50.000000'-17.000000'3,"-9.000000"2.000000"8 ,-9.000000 3.000000 6,-9.000000 2.000000 7,-3.000000 2.000000 4,5.000000 2.000000 3,4.000000 3.000000 1,6.000000 2.000000 3,0.000000-1.000000 0,-2.000000-1.000000-4,-3.000000-3.000000-3,-1.000000-2.000000-4,-2.000000 3.000000-3,0.000000 6.000000-6,0.000000 7.000000-4,0.000000 7.000000-5,-3.000000 6.000000-4,-7.000000 7.000000-1,-7.000000 8.000000-3,-6.000000 6.000000-1,-6.000000 5.000000-2,-5.000000 5.000000-2,-5.000000 5.000000-1,-3.000000 4.000000 0,-5.000000 0.000000 0,-1.000000-4.000000 3,-3.000000-5.000000 3,-2.000000-4.000000 3,1.000000-6.000000 3,4.000000-7.000000 3,6.000000-7.000000 2,3.000000-6.000000 3,5.000000-10.000000 0,5.000000-10.000000-1,4.000000-13.000000-1,5.000000-10.000000-2,8.000000-13.000000-5,11.000000-14.000000-12,11.000000-13.000000-9,12.000000-14.000000-11,3.000000-2.000000-6,-4.000000 9.000000-2,-5.000000 9.000000-2,-4.000000 9.000000-1,-4.000000 8.000000-2,-2.000000 7.000000-2,-3.000000 7.000000-2,-1.000000 6.000000-2</inkml:trace>
</inkml:ink>
</file>

<file path=ppt/ink/ink7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9"/>
    </inkml:context>
    <inkml:brush xml:id="br0">
      <inkml:brushProperty name="width" value="0.0154203111305833" units="cm"/>
      <inkml:brushProperty name="height" value="0.0154203111305833" units="cm"/>
      <inkml:brushProperty name="color" value="#000000"/>
      <inkml:brushProperty name="ignorePressure" value="0"/>
    </inkml:brush>
  </inkml:definitions>
  <inkml:trace contextRef="#ctx0" brushRef="#br0">22789.000000 33432.000000 951,'17.000000'33.000000'40,"-2.000000"-7.000000"-31 ,-3.000000-6.000000-31,-1.000000-8.000000-31</inkml:trace>
</inkml:ink>
</file>

<file path=ppt/ink/ink7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9"/>
    </inkml:context>
    <inkml:brush xml:id="br0">
      <inkml:brushProperty name="width" value="0.0253023914992809" units="cm"/>
      <inkml:brushProperty name="height" value="0.0253023914992809" units="cm"/>
      <inkml:brushProperty name="color" value="#000000"/>
      <inkml:brushProperty name="ignorePressure" value="0"/>
    </inkml:brush>
  </inkml:definitions>
  <inkml:trace contextRef="#ctx0" brushRef="#br0">22862.000000 33977.000000 579,'-17.000000'51.000000'40,"2.000000"-7.000000"3 ,3.000000-7.000000 4,1.000000-6.000000 2,2.000000-4.000000 0,0.000000 0.000000-5,0.000000 1.000000-5,0.000000-1.000000-6,1.000000 2.000000-6,2.000000 5.000000-5,3.000000 5.000000-6,2.000000 4.000000-7,1.000000 1.000000-6,0.000000-2.000000-10,0.000000-2.000000-8,0.000000-3.000000-9,0.000000-3.000000-12,0.000000-4.000000-16,0.000000-5.000000-16,0.000000-5.000000-16</inkml:trace>
</inkml:ink>
</file>

<file path=ppt/ink/ink7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9"/>
    </inkml:context>
    <inkml:brush xml:id="br0">
      <inkml:brushProperty name="width" value="0.0237275939434767" units="cm"/>
      <inkml:brushProperty name="height" value="0.0237275939434767" units="cm"/>
      <inkml:brushProperty name="color" value="#000000"/>
      <inkml:brushProperty name="ignorePressure" value="0"/>
    </inkml:brush>
  </inkml:definitions>
  <inkml:trace contextRef="#ctx0" brushRef="#br0">23733.000000 33977.000000 618,'-52.000000'-16.000000'67,"4.000000"4.000000"-7 ,5.000000 6.000000-8,4.000000 3.000000-7,4.000000 5.000000-7,2.000000 1.000000-5,3.000000 3.000000-5,1.000000 2.000000-5,1.000000 5.000000-6,-3.000000 10.000000-5,-2.000000 9.000000-6,-2.000000 8.000000-6,2.000000 8.000000-2,7.000000 4.000000-2,7.000000 5.000000 0,7.000000 4.000000 0,5.000000 1.000000-4,4.000000-1.000000-5,6.000000-4.000000-6,4.000000-1.000000-5,8.000000-6.000000-7,15.000000-9.000000-8,13.000000-10.000000-8,14.000000-8.000000-7,4.000000-7.000000-1,-4.000000-5.000000 9,-5.000000-4.000000 9,-5.000000-5.000000 7,-3.000000-3.000000 6,-6.000000-2.000000 4,-4.000000-3.000000 2,-4.000000-2.000000 4</inkml:trace>
</inkml:ink>
</file>

<file path=ppt/ink/ink7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19"/>
    </inkml:context>
    <inkml:brush xml:id="br0">
      <inkml:brushProperty name="width" value="0.0214669033885002" units="cm"/>
      <inkml:brushProperty name="height" value="0.0214669033885002" units="cm"/>
      <inkml:brushProperty name="color" value="#000000"/>
      <inkml:brushProperty name="ignorePressure" value="0"/>
    </inkml:brush>
  </inkml:definitions>
  <inkml:trace contextRef="#ctx0" brushRef="#br0">24168.000000 34231.000000 683,'-33.000000'33.000000'5,"7.000000"-7.000000"9 ,7.000000-7.000000 10,6.000000-7.000000 10,10.000000-4.000000 4,11.000000-2.000000 0,11.000000-3.000000 1,12.000000-1.000000-1,4.000000-6.000000-4,-2.000000-6.000000-9,-2.000000-7.000000-8,-3.000000-7.000000-9,-1.000000-3.000000-5,0.000000 0.000000-5,1.000000-1.000000-3,-1.000000 1.000000-4,-3.000000 0.000000-1,-7.000000 0.000000 1,-7.000000 0.000000 0,-7.000000-1.000000 2,-8.000000 7.000000-1,-12.000000 11.000000-2,-12.000000 11.000000-1,-11.000000 11.000000-3,-4.000000 11.000000 2,2.000000 9.000000 2,3.000000 8.000000 4,1.000000 10.000000 3,5.000000 5.000000 3,7.000000-1.000000 0,7.000000 1.000000 0,6.000000-1.000000 2,9.000000-1.000000-2,8.000000-2.000000-5,10.000000-2.000000-5,9.000000-2.000000-4,3.000000-8.000000-2,-2.000000-10.000000 2,-3.000000-12.000000 2,-2.000000-12.000000 3,0.000000-5.000000-5,-1.000000 0.000000-12,0.000000 0.000000-10,0.000000 0.000000-11</inkml:trace>
</inkml:ink>
</file>

<file path=ppt/ink/ink7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0"/>
    </inkml:context>
    <inkml:brush xml:id="br0">
      <inkml:brushProperty name="width" value="0.0229244045913219" units="cm"/>
      <inkml:brushProperty name="height" value="0.0229244045913219" units="cm"/>
      <inkml:brushProperty name="color" value="#000000"/>
      <inkml:brushProperty name="ignorePressure" value="0"/>
    </inkml:brush>
  </inkml:definitions>
  <inkml:trace contextRef="#ctx0" brushRef="#br0">19813.000000 33614.000000 639,'-17.000000'-18.000000'2,"3.000000"-1.000000"3 ,1.000000 1.000000 4,3.000000 0.000000 3,0.000000 1.000000 6,-3.000000 2.000000 7,-1.000000 3.000000 8,-3.000000 2.000000 9,-2.000000 1.000000-1,1.000000 0.000000-5,0.000000 0.000000-7,0.000000-1.000000-6,-4.000000 3.000000-7,-6.000000 1.000000-4,-7.000000 2.000000-6,-7.000000 3.000000-5,-2.000000 7.000000-4,2.000000 11.000000-2,2.000000 11.000000-3,3.000000 12.000000-1,3.000000 7.000000-2,4.000000 1.000000 0,5.000000 3.000000 0,5.000000 3.000000 0,7.000000 0.000000 1,12.000000 1.000000 1,11.000000-1.000000 2,12.000000 0.000000 2,10.000000-1.000000 0,9.000000-6.000000 1,8.000000-4.000000 1,10.000000-4.000000 0,5.000000-3.000000 1,-1.000000 0.000000 3,1.000000 1.000000 1,-1.000000-1.000000 3,-2.000000-1.000000 0,-8.000000-2.000000 2,-7.000000-2.000000-1,-6.000000-3.000000 1,-7.000000 0.000000 3,-7.000000 3.000000 2,-7.000000 2.000000 3,-6.000000 2.000000 4,-12.000000 1.000000 0,-16.000000 1.000000-1,-15.000000-1.000000-2,-17.000000 0.000000-1,-9.000000-3.000000-6,-1.000000-7.000000-7,-3.000000-7.000000-9,-3.000000-6.000000-9,3.000000-9.000000-3,7.000000-8.000000-2,6.000000-10.000000 0,8.000000-8.000000 0,5.000000-6.000000-8,4.000000 1.000000-12,5.000000 0.000000-13,5.000000 0.000000-13</inkml:trace>
</inkml:ink>
</file>

<file path=ppt/ink/ink7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0"/>
    </inkml:context>
    <inkml:brush xml:id="br0">
      <inkml:brushProperty name="width" value="0.0307514127343893" units="cm"/>
      <inkml:brushProperty name="height" value="0.0307514127343893" units="cm"/>
      <inkml:brushProperty name="color" value="#000000"/>
      <inkml:brushProperty name="ignorePressure" value="0"/>
    </inkml:brush>
  </inkml:definitions>
  <inkml:trace contextRef="#ctx0" brushRef="#br0">19668.000000 32743.000000 476,'0.000000'80.000000'169,"0.000000"17.000000"-38 ,0.000000 15.000000-39,0.000000 16.000000-39,0.000000 18.000000-22,0.000000 21.000000-8,0.000000 20.000000-8,0.000000 21.000000-8,0.000000 0.000000-5,0.000000-17.000000-1,0.000000-19.000000-3,0.000000-17.000000-2,0.000000-19.000000-16,0.000000-18.000000-29,0.000000-19.000000-31,0.000000-17.000000-30</inkml:trace>
</inkml:ink>
</file>

<file path=ppt/ink/ink7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2"/>
    </inkml:context>
    <inkml:brush xml:id="br0">
      <inkml:brushProperty name="width" value="0.0260467752814293" units="cm"/>
      <inkml:brushProperty name="height" value="0.0260467752814293" units="cm"/>
      <inkml:brushProperty name="color" value="#000000"/>
      <inkml:brushProperty name="ignorePressure" value="0"/>
    </inkml:brush>
  </inkml:definitions>
  <inkml:trace contextRef="#ctx0" brushRef="#br0">32515.000000 34086.000000 563,'-16.000000'65.000000'11,"4.000000"-13.000000"2 ,6.000000-13.000000 2,3.000000-14.000000 1,5.000000-10.000000 3,1.000000-7.000000 6,3.000000-7.000000 4,2.000000-7.000000 5,2.000000-7.000000 1,2.000000-10.000000-4,3.000000-9.000000-4,2.000000-9.000000-4,3.000000-6.000000-2,5.000000-6.000000-3,5.000000-3.000000-2,4.000000-5.000000-2,2.000000-5.000000-2,0.000000-5.000000-1,1.000000-3.000000-2,-1.000000-6.000000-1,4.000000-5.000000-2,6.000000-7.000000-2,7.000000-6.000000-1,8.000000-8.000000-2,1.000000-4.000000-2,-2.000000-2.000000-3,-2.000000-3.000000-3,-3.000000-1.000000-3,-2.000000 6.000000 0,-6.000000 15.000000-1,-4.000000 17.000000 2,-4.000000 16.000000 0,-6.000000 16.000000 0,-7.000000 19.000000-1,-7.000000 18.000000-1,-6.000000 18.000000-1,-4.000000 10.000000 1,0.000000 3.000000 3,0.000000 2.000000 2,0.000000 2.000000 4,1.000000 10.000000 2,3.000000 19.000000 5,1.000000 17.000000 3,3.000000 19.000000 4,3.000000 8.000000 1,1.000000-3.000000-2,3.000000-2.000000-1,2.000000-2.000000-2,1.000000 1.000000-1,1.000000 5.000000 1,-1.000000 4.000000 1,0.000000 4.000000 1,-1.000000 2.000000-2,-2.000000-3.000000-1,-3.000000-1.000000-1,-1.000000-3.000000-3,-2.000000-4.000000 0,0.000000-4.000000 0,0.000000-5.000000 0,0.000000-4.000000 0,-1.000000-8.000000 0,-2.000000-11.000000-1,-2.000000-12.000000 0,-3.000000-11.000000-2,-3.000000-13.000000 1,-5.000000-17.000000 2,-4.000000-15.000000 1,-5.000000-17.000000 2,-5.000000-9.000000-1,-4.000000-5.000000-2,-4.000000-5.000000-5,-5.000000-4.000000-2,-9.000000-5.000000-4,-14.000000-8.000000-7,-13.000000-6.000000-6,-14.000000-8.000000-5,-7.000000-1.000000-4,-3.000000 2.000000 0,-3.000000 2.000000 1,-1.000000 2.000000-1,-5.000000 2.000000 2,-7.000000-1.000000 4,-7.000000 1.000000 4,-7.000000-1.000000 4,0.000000 1.000000 2,3.000000-1.000000 2,6.000000 1.000000 2,4.000000-1.000000 1,8.000000 5.000000 4,11.000000 9.000000 5,12.000000 9.000000 5,10.000000 10.000000 5,16.000000 7.000000 4,18.000000 7.000000 4,18.000000 7.000000 6,18.000000 6.000000 3,14.000000 5.000000 0,8.000000 3.000000-4,10.000000 1.000000-5,9.000000 3.000000-5,4.000000 0.000000-4,1.000000-2.000000-4,-1.000000-3.000000-3,1.000000-1.000000-4,12.000000-1.000000-2,24.000000 2.000000-1,26.000000 3.000000-1,25.000000 2.000000 0,11.000000-1.000000-2,-2.000000-5.000000 1,-2.000000-4.000000-1,-3.000000-5.000000 0,-6.000000-3.000000 0,-8.000000-3.000000 0,-10.000000-2.000000 0,-8.000000-2.000000 1,-12.000000 0.000000-1,-14.000000 3.000000 1,-13.000000 1.000000 0,-14.000000 3.000000 1,-14.000000 3.000000 1,-16.000000 5.000000 3,-17.000000 4.000000 3,-15.000000 5.000000 2,-12.000000 9.000000 4,-10.000000 13.000000 3,-9.000000 14.000000 3,-9.000000 14.000000 3,-7.000000 10.000000 2,-8.000000 7.000000-1,-6.000000 6.000000 1,-8.000000 7.000000 0,-4.000000 2.000000-1,-6.000000-5.000000-3,-4.000000-5.000000-2,-4.000000-4.000000-3,-7.000000-3.000000-1,-10.000000-3.000000-3,-8.000000-2.000000-2,-10.000000-3.000000-2,-3.000000-4.000000-5,3.000000-6.000000-6,2.000000-8.000000-6,1.000000-6.000000-6,12.000000-8.000000-7,17.000000-10.000000-6,18.000000-8.000000-5,19.000000-10.000000-6,15.000000-5.000000-2,14.000000-2.000000 1,14.000000-3.000000 3,13.000000-2.000000 2</inkml:trace>
</inkml:ink>
</file>

<file path=ppt/ink/ink7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3"/>
    </inkml:context>
    <inkml:brush xml:id="br0">
      <inkml:brushProperty name="width" value="0.0238483771681786" units="cm"/>
      <inkml:brushProperty name="height" value="0.0238483771681786" units="cm"/>
      <inkml:brushProperty name="color" value="#000000"/>
      <inkml:brushProperty name="ignorePressure" value="0"/>
    </inkml:brush>
  </inkml:definitions>
  <inkml:trace contextRef="#ctx0" brushRef="#br0">35708.000000 32815.000000 614,'-16.000000'-65.000000'15,"5.000000"12.000000"9 ,4.000000 15.000000 10,5.000000 13.000000 9,0.000000 15.000000 4,-5.000000 15.000000-2,-5.000000 17.000000-2,-3.000000 15.000000-2,-4.000000 13.000000-5,1.000000 9.000000-9,0.000000 9.000000-9,0.000000 9.000000-9,2.000000 4.000000-6,5.000000-3.000000-3,4.000000-2.000000-3,5.000000-2.000000-4,3.000000-3.000000-2,2.000000-2.000000-4,3.000000-2.000000-2,2.000000-2.000000-2,3.000000-5.000000-1,5.000000-7.000000 5,4.000000-6.000000 2,5.000000-7.000000 4,4.000000-6.000000 3,1.000000-5.000000 3,3.000000-4.000000 3,2.000000-4.000000 4,2.000000-4.000000 1,-1.000000-3.000000 3,0.000000-1.000000 2,1.000000-3.000000 1,-7.000000 1.000000-1,-10.000000 5.000000-2,-13.000000 5.000000-4,-10.000000 4.000000-3,-13.000000 2.000000-5,-13.000000 0.000000-9,-14.000000 0.000000-9,-14.000000 0.000000-8,-7.000000-3.000000-6,1.000000-7.000000-4,-1.000000-7.000000-2,1.000000-6.000000-4,5.000000-5.000000 0,12.000000-3.000000 2,10.000000-1.000000 1,13.000000-3.000000 2</inkml:trace>
</inkml:ink>
</file>

<file path=ppt/ink/ink7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3"/>
    </inkml:context>
    <inkml:brush xml:id="br0">
      <inkml:brushProperty name="width" value="0.0218344684690237" units="cm"/>
      <inkml:brushProperty name="height" value="0.0218344684690237" units="cm"/>
      <inkml:brushProperty name="color" value="#000000"/>
      <inkml:brushProperty name="ignorePressure" value="0"/>
    </inkml:brush>
  </inkml:definitions>
  <inkml:trace contextRef="#ctx0" brushRef="#br0">35345.000000 32743.000000 671,'21.000000'-49.000000'41,"4.000000"12.000000"1 ,4.000000 11.000000 0,5.000000 11.000000 2,5.000000 7.000000-3,4.000000 2.000000-4,4.000000 3.000000-6,6.000000 2.000000-6,2.000000 1.000000-7,3.000000 0.000000-10,2.000000 0.000000-12,2.000000 0.000000-10,-1.000000 1.000000-14,-8.000000 2.000000-17,-7.000000 3.000000-16,-6.000000 2.000000-18</inkml:trace>
</inkml:ink>
</file>

<file path=ppt/ink/ink7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3"/>
    </inkml:context>
    <inkml:brush xml:id="br0">
      <inkml:brushProperty name="width" value="0.0234561637043953" units="cm"/>
      <inkml:brushProperty name="height" value="0.0234561637043953" units="cm"/>
      <inkml:brushProperty name="color" value="#000000"/>
      <inkml:brushProperty name="ignorePressure" value="0"/>
    </inkml:brush>
  </inkml:definitions>
  <inkml:trace contextRef="#ctx0" brushRef="#br0">36579.000000 33795.000000 625,'-31.000000'49.000000'48,"12.000000"-12.000000"9 ,11.000000-11.000000 8,12.000000-11.000000 10,9.000000-5.000000-8,10.000000 3.000000-24,9.000000 2.000000-24,9.000000 2.000000-23,2.000000 0.000000-18,-5.000000-3.000000-13,-4.000000-1.000000-11,-4.000000-3.000000-13,-4.000000-1.000000-3,-2.000000 0.000000 4,-3.000000 0.000000 5,-2.000000 0.000000 5</inkml:trace>
</inkml:ink>
</file>

<file path=ppt/ink/ink7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3"/>
    </inkml:context>
    <inkml:brush xml:id="br0">
      <inkml:brushProperty name="width" value="0.0255687739700079" units="cm"/>
      <inkml:brushProperty name="height" value="0.0255687739700079" units="cm"/>
      <inkml:brushProperty name="color" value="#000000"/>
      <inkml:brushProperty name="ignorePressure" value="0"/>
    </inkml:brush>
  </inkml:definitions>
  <inkml:trace contextRef="#ctx0" brushRef="#br0">37414.000000 33396.000000 573,'-49.000000'2.000000'62,"12.000000"5.000000"-7 ,11.000000 4.000000-6,11.000000 5.000000-6,7.000000 6.000000-5,2.000000 6.000000-3,3.000000 7.000000-3,2.000000 7.000000-3,3.000000 6.000000-4,5.000000 4.000000-5,4.000000 5.000000-6,5.000000 4.000000-5,5.000000-1.000000-3,8.000000-7.000000-2,6.000000-6.000000-1,7.000000-7.000000-1,4.000000-7.000000-1,3.000000-7.000000-2,2.000000-7.000000 0,3.000000-7.000000 0,1.000000-9.000000-2,3.000000-15.000000-1,2.000000-13.000000-2,2.000000-13.000000 0,-1.000000-13.000000-2,-8.000000-12.000000 1,-7.000000-10.000000 1,-6.000000-12.000000 0,-7.000000-4.000000 0,-7.000000 5.000000 0,-7.000000 5.000000 1,-6.000000 4.000000-1,-13.000000 5.000000-1,-18.000000 4.000000-3,-19.000000 5.000000-3,-17.000000 4.000000-4,-14.000000 11.000000-2,-9.000000 15.000000-3,-10.000000 16.000000-2,-8.000000 16.000000-3,6.000000 11.000000-6,19.000000 3.000000-7,22.000000 6.000000-8,19.000000 4.000000-7</inkml:trace>
</inkml:ink>
</file>

<file path=ppt/ink/ink7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5"/>
    </inkml:context>
    <inkml:brush xml:id="br0">
      <inkml:brushProperty name="width" value="0.026857502758503" units="cm"/>
      <inkml:brushProperty name="height" value="0.026857502758503" units="cm"/>
      <inkml:brushProperty name="color" value="#000000"/>
      <inkml:brushProperty name="ignorePressure" value="0"/>
    </inkml:brush>
  </inkml:definitions>
  <inkml:trace contextRef="#ctx0" brushRef="#br0">66953.000000 32634.000000 546,'1.000000'-34.000000'-2,"3.000000"4.000000"6 ,1.000000 5.000000 5,3.000000 5.000000 7,0.000000 1.000000 6,-2.000000-3.000000 5,-3.000000-2.000000 7,-1.000000-2.000000 6,-1.000000-1.000000 2,2.000000 0.000000-2,3.000000 0.000000-3,2.000000-1.000000-1,0.000000 1.000000-3,-3.000000 0.000000-3,-1.000000 0.000000-4,-3.000000 0.000000-2,-7.000000 2.000000-6,-11.000000 4.000000-6,-11.000000 5.000000-7,-12.000000 5.000000-5,-10.000000 5.000000-4,-9.000000 8.000000 0,-9.000000 5.000000 0,-9.000000 8.000000 1,-2.000000 7.000000-3,4.000000 6.000000-5,5.000000 7.000000-6,4.000000 7.000000-4,8.000000 4.000000-3,11.000000-1.000000-1,12.000000 0.000000 0,11.000000 1.000000-1,10.000000-2.000000 3,6.000000-2.000000 5,7.000000-2.000000 6,6.000000-3.000000 4,10.000000-1.000000 4,11.000000 1.000000 1,12.000000-1.000000 2,10.000000 0.000000 1,7.000000-2.000000 2,-1.000000-4.000000 0,1.000000-5.000000 2,-1.000000-5.000000 1,0.000000 0.000000 1,1.000000 5.000000 4,-1.000000 5.000000 2,1.000000 4.000000 4,-5.000000 1.000000 1,-9.000000-2.000000-1,-10.000000-2.000000 0,-8.000000-3.000000 0,-7.000000 1.000000-1,-5.000000 5.000000-2,-4.000000 5.000000-2,-5.000000 4.000000-2,-7.000000 1.000000-3,-12.000000-2.000000-4,-12.000000-2.000000-4,-10.000000-3.000000-3,-7.000000-5.000000-4,1.000000-9.000000-4,-1.000000-10.000000-3,1.000000-8.000000-3,1.000000-11.000000-6,2.000000-11.000000-7,2.000000-11.000000-7,3.000000-12.000000-8,3.000000-3.000000-3,4.000000 5.000000 2,5.000000 3.000000 2,5.000000 6.000000 2</inkml:trace>
</inkml:ink>
</file>

<file path=ppt/ink/ink7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5"/>
    </inkml:context>
    <inkml:brush xml:id="br0">
      <inkml:brushProperty name="width" value="0.0267172232270241" units="cm"/>
      <inkml:brushProperty name="height" value="0.0267172232270241" units="cm"/>
      <inkml:brushProperty name="color" value="#000000"/>
      <inkml:brushProperty name="ignorePressure" value="0"/>
    </inkml:brush>
  </inkml:definitions>
  <inkml:trace contextRef="#ctx0" brushRef="#br0">66663.000000 31473.000000 548,'18.000000'-16.000000'6,"0.000000"4.000000"9 ,0.000000 6.000000 10,1.000000 3.000000 10,-2.000000 9.000000 6,-3.000000 11.000000 0,-1.000000 11.000000-1,-3.000000 12.000000 1,-2.000000 12.000000-2,-2.000000 14.000000-3,-3.000000 13.000000-3,-2.000000 14.000000-4,-4.000000 14.000000-4,-8.000000 13.000000-5,-6.000000 14.000000-6,-6.000000 13.000000-5,-8.000000 12.000000-7,-6.000000 9.000000-8,-8.000000 9.000000-9,-6.000000 9.000000-8,3.000000-10.000000-5,10.000000-30.000000 1,12.000000-29.000000 0,11.000000-30.000000 0,6.000000-19.000000-6,0.000000-9.000000-13,0.000000-9.000000-11,0.000000-9.000000-12</inkml:trace>
</inkml:ink>
</file>

<file path=ppt/ink/ink7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6"/>
    </inkml:context>
    <inkml:brush xml:id="br0">
      <inkml:brushProperty name="width" value="0.0243767350912094" units="cm"/>
      <inkml:brushProperty name="height" value="0.0243767350912094" units="cm"/>
      <inkml:brushProperty name="color" value="#000000"/>
      <inkml:brushProperty name="ignorePressure" value="0"/>
    </inkml:brush>
  </inkml:definitions>
  <inkml:trace contextRef="#ctx0" brushRef="#br0">67933.000000 32053.000000 601,'0.000000'41.000000'113,"0.000000"9.000000"-25 ,0.000000 9.000000-24,0.000000 9.000000-24,-1.000000 15.000000-15,-2.000000 20.000000-4,-3.000000 21.000000-3,-2.000000 20.000000-5,-3.000000 9.000000-4,-5.000000-2.000000-4,-5.000000-3.000000-3,-4.000000-2.000000-3,-1.000000-8.000000-4,2.000000-17.000000-4,3.000000-16.000000-4,2.000000-15.000000-3,3.000000-24.000000-10,4.000000-32.000000-14,6.000000-32.000000-14,3.000000-31.000000-14,4.000000-13.000000-2,3.000000 7.000000 11,2.000000 6.000000 11,1.000000 8.000000 10</inkml:trace>
</inkml:ink>
</file>

<file path=ppt/ink/ink7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6"/>
    </inkml:context>
    <inkml:brush xml:id="br0">
      <inkml:brushProperty name="width" value="0.0234470199793577" units="cm"/>
      <inkml:brushProperty name="height" value="0.0234470199793577" units="cm"/>
      <inkml:brushProperty name="color" value="#000000"/>
      <inkml:brushProperty name="ignorePressure" value="0"/>
    </inkml:brush>
  </inkml:definitions>
  <inkml:trace contextRef="#ctx0" brushRef="#br0">67969.000000 32198.000000 625,'36.000000'0.000000'7,"-4.000000"0.000000"13 ,-1.000000 0.000000 13,-3.000000 0.000000 13,0.000000 3.000000 4,-1.000000 4.000000-6,0.000000 4.000000-5,0.000000 5.000000-7,-1.000000 6.000000-4,-2.000000 10.000000-5,-2.000000 9.000000-3,-3.000000 9.000000-4,-4.000000 4.000000-5,-7.000000 1.000000-6,-7.000000-1.000000-4,-7.000000 1.000000-7,-6.000000-1.000000-8,-8.000000 1.000000-12,-6.000000-1.000000-12,-7.000000 0.000000-12,0.000000-5.000000-6,7.000000-11.000000 0,7.000000-12.000000 0,7.000000-12.000000 0</inkml:trace>
</inkml:ink>
</file>

<file path=ppt/ink/ink7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6"/>
    </inkml:context>
    <inkml:brush xml:id="br0">
      <inkml:brushProperty name="width" value="0.0207104254513979" units="cm"/>
      <inkml:brushProperty name="height" value="0.0207104254513979" units="cm"/>
      <inkml:brushProperty name="color" value="#000000"/>
      <inkml:brushProperty name="ignorePressure" value="0"/>
    </inkml:brush>
  </inkml:definitions>
  <inkml:trace contextRef="#ctx0" brushRef="#br0">68550.000000 32924.000000 708,'18.000000'16.000000'27,"0.000000"-5.000000"5 ,0.000000-4.000000 5,1.000000-4.000000 5,0.000000-1.000000-2,2.000000 5.000000-5,3.000000 4.000000-7,2.000000 5.000000-6,0.000000 5.000000-6,-2.000000 8.000000-6,-2.000000 6.000000-7,-3.000000 7.000000-7,-3.000000 4.000000-2,-5.000000 3.000000 2,-4.000000 2.000000 2,-5.000000 2.000000 2,-3.000000 2.000000 0,-2.000000-1.000000-1,-3.000000 1.000000-1,-2.000000-1.000000-1,-2.000000-1.000000 0,-3.000000-1.000000 3,-1.000000-4.000000 1,-3.000000-1.000000 3,3.000000-17.000000-1,10.000000-28.000000-6,8.000000-31.000000-6,10.000000-29.000000-5,7.000000-18.000000-7,8.000000-6.000000-11,6.000000-8.000000-9,7.000000-6.000000-10,0.000000 4.000000-2,-7.000000 16.000000 6,-7.000000 16.000000 6,-6.000000 15.000000 5</inkml:trace>
</inkml:ink>
</file>

<file path=ppt/ink/ink7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6"/>
    </inkml:context>
    <inkml:brush xml:id="br0">
      <inkml:brushProperty name="width" value="0.0185377970337868" units="cm"/>
      <inkml:brushProperty name="height" value="0.0185377970337868" units="cm"/>
      <inkml:brushProperty name="color" value="#000000"/>
      <inkml:brushProperty name="ignorePressure" value="0"/>
    </inkml:brush>
  </inkml:definitions>
  <inkml:trace contextRef="#ctx0" brushRef="#br0">69602.000000 32561.000000 791,'0.000000'34.000000'32,"0.000000"-4.000000"4 ,0.000000-5.000000 3,0.000000-5.000000 2,4.000000-3.000000-5,6.000000-2.000000-16,7.000000-3.000000-15,7.000000-1.000000-17,2.000000-2.000000-11,-2.000000 0.000000-7,-3.000000 0.000000-8,-1.000000 0.000000-8,-3.000000 0.000000-2,-3.000000 0.000000 6,-1.000000 0.000000 4,-3.000000 0.000000 5</inkml:trace>
</inkml:ink>
</file>

<file path=ppt/ink/ink7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6"/>
    </inkml:context>
    <inkml:brush xml:id="br0">
      <inkml:brushProperty name="width" value="0.0218542944639921" units="cm"/>
      <inkml:brushProperty name="height" value="0.0218542944639921" units="cm"/>
      <inkml:brushProperty name="color" value="#000000"/>
      <inkml:brushProperty name="ignorePressure" value="0"/>
    </inkml:brush>
  </inkml:definitions>
  <inkml:trace contextRef="#ctx0" brushRef="#br0">69856.000000 33178.000000 671,'-33.000000'51.000000'5,"7.000000"-6.000000"12 ,7.000000-8.000000 11,7.000000-6.000000 12,3.000000-4.000000 3,0.000000 0.000000-1,-1.000000 0.000000-3,1.000000 0.000000-2,0.000000 2.000000-6,0.000000 1.000000-7,0.000000 3.000000-9,0.000000 2.000000-7,1.000000 1.000000-13,2.000000-3.000000-15,3.000000-3.000000-14,2.000000-2.000000-17</inkml:trace>
</inkml:ink>
</file>

<file path=ppt/ink/ink7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7"/>
    </inkml:context>
    <inkml:brush xml:id="br0">
      <inkml:brushProperty name="width" value="0.0200976263731718" units="cm"/>
      <inkml:brushProperty name="height" value="0.0200976263731718" units="cm"/>
      <inkml:brushProperty name="color" value="#000000"/>
      <inkml:brushProperty name="ignorePressure" value="0"/>
    </inkml:brush>
  </inkml:definitions>
  <inkml:trace contextRef="#ctx0" brushRef="#br0">70510.000000 33251.000000 729,'-16.000000'-66.000000'78,"4.000000"14.000000"-13 ,6.000000 13.000000-15,3.000000 14.000000-13,1.000000 10.000000-13,-5.000000 3.000000-10,-4.000000 5.000000-12,-5.000000 5.000000-10,-4.000000 10.000000-4,-5.000000 16.000000 0,-5.000000 16.000000 3,-4.000000 15.000000 1,-1.000000 11.000000-1,2.000000 4.000000-1,2.000000 5.000000-2,3.000000 4.000000-2,3.000000 0.000000-1,5.000000-8.000000 0,4.000000-6.000000 1,5.000000-7.000000 0,7.000000-7.000000-2,12.000000-7.000000-3,11.000000-7.000000-5,12.000000-6.000000-3,2.000000-7.000000-2,-7.000000-7.000000 4,-7.000000-7.000000 2,-6.000000-7.000000 2,-3.000000-4.000000 2,2.000000-2.000000 2,3.000000-3.000000 0,2.000000-2.000000 2</inkml:trace>
</inkml:ink>
</file>

<file path=ppt/ink/ink7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7"/>
    </inkml:context>
    <inkml:brush xml:id="br0">
      <inkml:brushProperty name="width" value="0.0195890534669161" units="cm"/>
      <inkml:brushProperty name="height" value="0.0195890534669161" units="cm"/>
      <inkml:brushProperty name="color" value="#000000"/>
      <inkml:brushProperty name="ignorePressure" value="0"/>
    </inkml:brush>
  </inkml:definitions>
  <inkml:trace contextRef="#ctx0" brushRef="#br0">70872.000000 33541.000000 748,'3.000000'32.000000'12,"4.000000"-9.000000"6 ,4.000000-10.000000 7,5.000000-8.000000 6,5.000000-9.000000 2,8.000000-6.000000-4,6.000000-7.000000-4,7.000000-7.000000-3,5.000000-6.000000-3,6.000000-8.000000-5,3.000000-6.000000-4,6.000000-7.000000-3,-2.000000-2.000000-4,-7.000000 2.000000 0,-7.000000 2.000000-2,-6.000000 2.000000-2,-8.000000 5.000000-1,-9.000000 7.000000-3,-10.000000 7.000000-3,-8.000000 6.000000-2,-14.000000 10.000000-2,-19.000000 11.000000-2,-17.000000 11.000000-3,-18.000000 12.000000-1,-9.000000 8.000000-3,3.000000 8.000000-4,2.000000 6.000000-4,2.000000 7.000000-4,6.000000 3.000000 0,10.000000 1.000000 5,8.000000-1.000000 6,9.000000 1.000000 4,9.000000-4.000000 5,10.000000-7.000000 5,8.000000-7.000000 5,10.000000-6.000000 6,9.000000-7.000000 1,12.000000-7.000000-1,12.000000-7.000000-1,11.000000-7.000000-1,3.000000-4.000000-4,-5.000000-2.000000-7,-3.000000-3.000000-5,-6.000000-2.000000-7</inkml:trace>
</inkml:ink>
</file>

<file path=ppt/ink/ink7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8"/>
    </inkml:context>
    <inkml:brush xml:id="br0">
      <inkml:brushProperty name="width" value="0.0220863819122314" units="cm"/>
      <inkml:brushProperty name="height" value="0.0220863819122314" units="cm"/>
      <inkml:brushProperty name="color" value="#000000"/>
      <inkml:brushProperty name="ignorePressure" value="0"/>
    </inkml:brush>
  </inkml:definitions>
  <inkml:trace contextRef="#ctx0" brushRef="#br0">51421.000000 33868.000000 664,'-48.000000'0.000000'-4,"10.000000"0.000000"10 ,12.000000 0.000000 10,11.000000 0.000000 9,6.000000-1.000000 5,0.000000-3.000000-2,0.000000-1.000000-1,0.000000-3.000000-3,-2.000000 0.000000 0,-5.000000 2.000000-1,-4.000000 3.000000-1,-5.000000 2.000000-1,-2.000000 5.000000-2,4.000000 10.000000-4,1.000000 8.000000-5,3.000000 10.000000-4,1.000000 9.000000-3,0.000000 9.000000 0,-1.000000 9.000000-1,1.000000 9.000000 0,2.000000 3.000000-1,5.000000-2.000000 0,4.000000-2.000000 1,5.000000-2.000000 0,5.000000-5.000000 1,8.000000-7.000000 0,6.000000-6.000000 0,6.000000-7.000000 2,8.000000-8.000000-1,6.000000-5.000000-1,8.000000-8.000000-2,6.000000-7.000000-1,3.000000-9.000000 0,1.000000-15.000000 1,-1.000000-13.000000-1,0.000000-13.000000 2,0.000000-10.000000-1,-3.000000-4.000000 0,-2.000000-5.000000 0,-3.000000-4.000000-2,-4.000000-4.000000 0,-7.000000-2.000000 0,-7.000000-2.000000-1,-6.000000-2.000000 0,-7.000000 1.000000 0,-7.000000 4.000000 1,-7.000000 4.000000 1,-7.000000 6.000000 1,-6.000000 6.000000 0,-8.000000 9.000000-2,-6.000000 9.000000-1,-7.000000 10.000000-2,-4.000000 7.000000-4,-3.000000 7.000000-5,-2.000000 7.000000-5,-2.000000 6.000000-6,3.000000 5.000000-1,10.000000-1.000000 4,8.000000 0.000000 5,9.000000 0.000000 3,5.000000 0.000000-5,0.000000 0.000000-13,0.000000 0.000000-13,0.000000 0.000000-14</inkml:trace>
</inkml:ink>
</file>

<file path=ppt/ink/ink7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29"/>
    </inkml:context>
    <inkml:brush xml:id="br0">
      <inkml:brushProperty name="width" value="0.0238215178251266" units="cm"/>
      <inkml:brushProperty name="height" value="0.0238215178251266" units="cm"/>
      <inkml:brushProperty name="color" value="#000000"/>
      <inkml:brushProperty name="ignorePressure" value="0"/>
    </inkml:brush>
  </inkml:definitions>
  <inkml:trace contextRef="#ctx0" brushRef="#br0">58099.000000 34122.000000 615,'0.000000'34.000000'150,"0.000000"-5.000000"-39 ,0.000000-4.000000-38,0.000000-4.000000-39,-1.000000 2.000000-23,-3.000000 13.000000-6,-2.000000 10.000000-6,-1.000000 12.000000-7,1.000000 1.000000-4,7.000000-9.000000 2,7.000000-9.000000-1,7.000000-10.000000 1,6.000000-6.000000 1,8.000000-4.000000 1,6.000000-5.000000 2,7.000000-5.000000 1,4.000000-10.000000 1,3.000000-16.000000 0,2.000000-15.000000 2,2.000000-17.000000 0,-1.000000-11.000000 1,-4.000000-6.000000 1,-5.000000-8.000000 0,-4.000000-6.000000 1,-8.000000-1.000000 1,-8.000000 4.000000 2,-9.000000 5.000000 1,-10.000000 4.000000 3,-7.000000 3.000000-1,-7.000000 3.000000 0,-7.000000 2.000000-2,-7.000000 3.000000 0,-9.000000 6.000000-3,-11.000000 12.000000-2,-12.000000 11.000000-2,-11.000000 11.000000-3,-5.000000 13.000000-6,-1.000000 13.000000-9,1.000000 14.000000-8,-1.000000 13.000000-9,7.000000 4.000000-2,14.000000-6.000000 7,13.000000-8.000000 6,15.000000-6.000000 7,5.000000-4.000000-1,1.000000 0.000000-8,0.000000 0.000000-7,0.000000 0.000000-8</inkml:trace>
</inkml:ink>
</file>

<file path=ppt/ink/ink7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1"/>
    </inkml:context>
    <inkml:brush xml:id="br0">
      <inkml:brushProperty name="width" value="0.0197532307356596" units="cm"/>
      <inkml:brushProperty name="height" value="0.0197532307356596" units="cm"/>
      <inkml:brushProperty name="color" value="#000000"/>
      <inkml:brushProperty name="ignorePressure" value="0"/>
    </inkml:brush>
  </inkml:definitions>
  <inkml:trace contextRef="#ctx0" brushRef="#br0">53018.000000 33977.000000 742,'-17.000000'-17.000000'0,"2.000000"2.000000"-1 ,3.000000 2.000000 1,2.000000 3.000000-1,1.000000 1.000000 2,0.000000 0.000000 4,0.000000 0.000000 5,-1.000000 0.000000 5,1.000000 2.000000 5,0.000000 5.000000 6,0.000000 4.000000 8,0.000000 5.000000 6,0.000000 7.000000-1,0.000000 8.000000-9,0.000000 10.000000-9,0.000000 9.000000-10,1.000000 4.000000-6,2.000000 1.000000-3,3.000000-1.000000-2,2.000000 0.000000-2,1.000000-1.000000-3,0.000000-2.000000 0,0.000000-2.000000-2,0.000000-2.000000-1,1.000000-4.000000 0,2.000000-5.000000 1,3.000000-4.000000 1,2.000000-5.000000 0,2.000000-3.000000 2,3.000000-2.000000 1,1.000000-2.000000 2,3.000000-3.000000 0,4.000000-7.000000 2,4.000000-11.000000-1,4.000000-11.000000 0,5.000000-12.000000 0,0.000000-7.000000 0,-4.000000-5.000000-2,-5.000000-5.000000 0,-5.000000-4.000000-2,-2.000000-2.000000 0,0.000000-1.000000 1,0.000000 1.000000 0,1.000000-1.000000 0,-4.000000 3.000000 0,-3.000000 4.000000 2,-5.000000 5.000000-1,-5.000000 5.000000 2,-5.000000 5.000000-1,-8.000000 7.000000 1,-6.000000 7.000000 0,-7.000000 6.000000 1,-3.000000 6.000000-1,0.000000 5.000000 1,0.000000 4.000000 0,0.000000 5.000000 0,-1.000000 7.000000 2,1.000000 8.000000 1,0.000000 10.000000 1,0.000000 9.000000 2,2.000000 4.000000 0,4.000000 1.000000-1,5.000000-1.000000-2,5.000000 0.000000-2,3.000000 3.000000 0,3.000000 4.000000 0,1.000000 5.000000 0,3.000000 4.000000 0,2.000000-2.000000 0,3.000000-9.000000 0,1.000000-9.000000-2,3.000000-9.000000 0,2.000000-7.000000-1,3.000000-5.000000-1,2.000000-4.000000-1,2.000000-5.000000-1,1.000000-6.000000-1,0.000000-10.000000 3,0.000000-8.000000 0,0.000000-10.000000 2,0.000000-6.000000 1,0.000000-1.000000 0,1.000000-3.000000-1,-1.000000-2.000000-1,-2.000000-3.000000 1,-5.000000-1.000000-1,-4.000000-3.000000-1,-5.000000-2.000000 0,-2.000000 0.000000 0,0.000000 6.000000 0,0.000000 4.000000 2,0.000000 4.000000 1,-1.000000 5.000000 1,-3.000000 5.000000-1,-1.000000 4.000000 2,-3.000000 5.000000-1,-3.000000 9.000000 1,-5.000000 13.000000-2,-5.000000 14.000000 0,-4.000000 13.000000 0,0.000000 7.000000 0,5.000000-3.000000 1,4.000000-3.000000 2,5.000000-1.000000 2,3.000000-3.000000 1,2.000000-2.000000-3,3.000000-3.000000 0,2.000000-1.000000-2,5.000000-8.000000-1,10.000000-11.000000 0,8.000000-11.000000-1,10.000000-11.000000 0,1.000000-7.000000-2,-7.000000-3.000000-2,-7.000000-2.000000-2,-6.000000-2.000000-2,-4.000000-2.000000-1,0.000000-3.000000 1,0.000000-2.000000 1,0.000000-2.000000 1,-2.000000 0.000000 2,-5.000000 2.000000-1,-4.000000 2.000000 2,-5.000000 3.000000 0,-5.000000 7.000000 2,-8.000000 10.000000 3,-6.000000 12.000000 3,-7.000000 12.000000 3,1.000000 7.000000 1,5.000000 5.000000 1,8.000000 5.000000-1,7.000000 4.000000-1,4.000000 2.000000 0,2.000000 0.000000-2,3.000000 1.000000-1,2.000000-1.000000-1,2.000000-2.000000-2,2.000000-5.000000-2,3.000000-4.000000-2,2.000000-4.000000-2,2.000000-4.000000-1,2.000000-2.000000 1,3.000000-3.000000 1,2.000000-2.000000-1,1.000000-4.000000 0,0.000000-7.000000-3,1.000000-7.000000-2,-1.000000-7.000000-3,0.000000-4.000000 1,0.000000-3.000000 2,0.000000-2.000000 2,0.000000-2.000000 3,-2.000000-1.000000 1,-4.000000 0.000000 0,-6.000000 0.000000-1,-3.000000 0.000000 0,-3.000000 0.000000 1,0.000000 4.000000 1,0.000000 1.000000 2,0.000000 3.000000 2,-2.000000 2.000000 1,-1.000000 2.000000 0,-3.000000 3.000000-1,-2.000000 1.000000 0,-2.000000 5.000000-1,-2.000000 3.000000 1,-3.000000 6.000000-1,-2.000000 3.000000 1,0.000000 8.000000-1,2.000000 9.000000 0,3.000000 8.000000 0,2.000000 10.000000 0,2.000000 5.000000 0,2.000000-1.000000 0,3.000000 0.000000 1,1.000000 1.000000 0,4.000000-3.000000-1,1.000000-5.000000-1,3.000000-4.000000-2,2.000000-4.000000-1,2.000000-5.000000 0,2.000000-5.000000-1,3.000000-4.000000 1,2.000000-5.000000-1,2.000000-4.000000 1,3.000000-4.000000-1,2.000000-6.000000 1,2.000000-4.000000 1,-1.000000-5.000000-1,-5.000000-7.000000 0,-4.000000-7.000000 1,-5.000000-7.000000-1,-2.000000-6.000000 1,0.000000-4.000000 2,1.000000-5.000000 2,-1.000000-4.000000 2,-3.000000 0.000000 1,-3.000000 4.000000-1,-6.000000 5.000000 0,-3.000000 5.000000-1,-5.000000 3.000000 0,-1.000000 2.000000 0,-3.000000 2.000000 0,-2.000000 3.000000-1,-2.000000 4.000000-1,-3.000000 7.000000 2,-1.000000 7.000000-1,-4.000000 6.000000 1,1.000000 11.000000-1,3.000000 14.000000-2,1.000000 13.000000-1,3.000000 13.000000-1,2.000000 9.000000-1,2.000000 2.000000 0,3.000000 2.000000 0,1.000000 2.000000 1,3.000000-1.000000 1,3.000000-4.000000 0,1.000000-5.000000 1,3.000000-4.000000 0,3.000000-6.000000 1,5.000000-7.000000-1,5.000000-7.000000-1,3.000000-6.000000 0,5.000000-9.000000 0,1.000000-8.000000 0,3.000000-10.000000 0,2.000000-8.000000-1,1.000000-10.000000 0,1.000000-9.000000-2,-1.000000-8.000000-1,0.000000-10.000000-3,-2.000000-5.000000 1,-5.000000 1.000000 1,-4.000000-1.000000 2,-4.000000 1.000000 0,-4.000000 1.000000 2,-3.000000 2.000000 1,-1.000000 2.000000 0,-3.000000 2.000000 1,-2.000000 4.000000 2,-3.000000 5.000000 4,-1.000000 4.000000 3,-3.000000 4.000000 4,-4.000000 6.000000 2,-4.000000 7.000000-1,-4.000000 7.000000 0,-5.000000 7.000000 0,-1.000000 6.000000-4,2.000000 7.000000-4,3.000000 7.000000-7,1.000000 7.000000-5,3.000000 3.000000-3,3.000000 1.000000-1,1.000000-1.000000 0,3.000000 0.000000-1</inkml:trace>
</inkml:ink>
</file>

<file path=ppt/ink/ink7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4"/>
    </inkml:context>
    <inkml:brush xml:id="br0">
      <inkml:brushProperty name="width" value="0.0248556099832058" units="cm"/>
      <inkml:brushProperty name="height" value="0.0248556099832058" units="cm"/>
      <inkml:brushProperty name="color" value="#000000"/>
      <inkml:brushProperty name="ignorePressure" value="0"/>
    </inkml:brush>
  </inkml:definitions>
  <inkml:trace contextRef="#ctx0" brushRef="#br0">84844.000000 34086.000000 590,'-16.000000'-21.000000'14,"5.000000"-4.000000"4 ,4.000000-4.000000 1,5.000000-5.000000 3,3.000000-12.000000-1,2.000000-17.000000 0,3.000000-19.000000-3,2.000000-18.000000 0,1.000000-16.000000-4,0.000000-17.000000-1,0.000000-16.000000-4,0.000000-15.000000-3,0.000000-7.000000-1,0.000000 2.000000-1,0.000000 2.000000 1,0.000000 3.000000-1,-1.000000-1.000000-1,-2.000000-2.000000 0,-3.000000-2.000000-2,-2.000000-2.000000-2,-2.000000 4.000000 0,-2.000000 12.000000 0,-3.000000 11.000000-1,-2.000000 11.000000-1,0.000000 27.000000 5,3.000000 40.000000 8,1.000000 41.000000 9,3.000000 41.000000 9,2.000000 24.000000 3,3.000000 6.000000-4,1.000000 7.000000-3,3.000000 8.000000-4,6.000000 7.000000-5,9.000000 9.000000-7,8.000000 9.000000-7,10.000000 9.000000-6,6.000000 6.000000-4,1.000000 2.000000 1,3.000000 3.000000-1,3.000000 1.000000 1,4.000000 2.000000 1,6.000000 0.000000 5,8.000000 0.000000 4,6.000000 0.000000 5,2.000000 0.000000 0,-1.000000 0.000000 0,-3.000000 0.000000-3,-3.000000-1.000000-1,-5.000000 0.000000-1,-9.000000-2.000000 0,-9.000000-3.000000-1,-9.000000-2.000000-1,-8.000000-8.000000 0,-7.000000-14.000000 1,-7.000000-13.000000 1,-6.000000-14.000000 1,-4.000000-9.000000 0,0.000000-4.000000 1,0.000000-5.000000 0,0.000000-5.000000 0,-8.000000-6.000000-1,-15.000000-10.000000-1,-17.000000-8.000000 0,-16.000000-10.000000-3,-12.000000-6.000000-1,-9.000000-5.000000-6,-9.000000-4.000000-4,-9.000000-5.000000-4,-10.000000-5.000000-5,-12.000000-4.000000-3,-11.000000-4.000000-3,-12.000000-5.000000-4,-2.000000-6.000000-1,3.000000-7.000000 4,6.000000-6.000000 2,3.000000-7.000000 4,6.000000-5.000000 2,4.000000-2.000000 4,4.000000-2.000000 1,5.000000-3.000000 4,3.000000 3.000000 4,3.000000 7.000000 3,2.000000 6.000000 6,2.000000 7.000000 3,9.000000 8.000000 4,16.000000 10.000000 2,16.000000 8.000000 3,16.000000 9.000000 2,14.000000 7.000000 0,10.000000 5.000000 0,12.000000 4.000000-1,12.000000 5.000000-2,13.000000 2.000000-1,16.000000 0.000000-4,16.000000 0.000000-5,15.000000 0.000000-3,13.000000-1.000000-2,5.000000-3.000000-1,8.000000-1.000000-1,7.000000-3.000000-1,4.000000-4.000000 0,2.000000-4.000000 0,2.000000-4.000000 1,3.000000-5.000000-1,4.000000-2.000000 1,8.000000 0.000000-1,6.000000-1.000000 0,6.000000 1.000000 0,-1.000000 2.000000-1,-12.000000 5.000000 0,-11.000000 4.000000-2,-12.000000 5.000000 0,-13.000000 2.000000 0,-16.000000-1.000000 1,-16.000000 1.000000 2,-16.000000 0.000000 2,-12.000000 4.000000 1,-9.000000 6.000000 0,-10.000000 7.000000 2,-8.000000 6.000000 1,-10.000000 7.000000 2,-8.000000 4.000000 3,-10.000000 4.000000 4,-9.000000 5.000000 3,-12.000000 12.000000 4,-16.000000 17.000000 3,-16.000000 19.000000 4,-16.000000 18.000000 4,-8.000000 11.000000 0,1.000000 4.000000-3,-1.000000 6.000000-4,0.000000 3.000000-3,4.000000 1.000000-3,6.000000-5.000000 0,7.000000-4.000000-2,7.000000-5.000000-1,11.000000-10.000000-4,12.000000-16.000000-8,15.000000-16.000000-9,13.000000-15.000000-8</inkml:trace>
</inkml:ink>
</file>

<file path=ppt/ink/ink7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6"/>
    </inkml:context>
    <inkml:brush xml:id="br0">
      <inkml:brushProperty name="width" value="0.0225437898188829" units="cm"/>
      <inkml:brushProperty name="height" value="0.0225437898188829" units="cm"/>
      <inkml:brushProperty name="color" value="#000000"/>
      <inkml:brushProperty name="ignorePressure" value="0"/>
    </inkml:brush>
  </inkml:definitions>
  <inkml:trace contextRef="#ctx0" brushRef="#br0">87783.000000 31908.000000 650,'-16.000000'-11.000000'55,"5.000000"13.000000"-2 ,4.000000 14.000000-3,5.000000 13.000000-3,2.000000 11.000000-6,0.000000 7.000000-9,0.000000 6.000000-10,0.000000 7.000000-9,0.000000 6.000000-6,0.000000 4.000000-2,0.000000 5.000000-2,0.000000 4.000000-2,1.000000 2.000000-3,3.000000-3.000000-2,1.000000-2.000000-1,3.000000-2.000000-2,4.000000-6.000000-1,3.000000-9.000000 2,6.000000-9.000000 2,4.000000-9.000000 1,5.000000-10.000000 2,8.000000-8.000000 3,6.000000-9.000000 1,7.000000-10.000000 3,6.000000-6.000000 2,4.000000-5.000000 0,5.000000-4.000000 1,4.000000-5.000000 1,3.000000-2.000000-1,-1.000000 0.000000-5,1.000000-1.000000-3,-1.000000 1.000000-3,-2.000000 0.000000-6,-8.000000 0.000000-6,-6.000000 0.000000-6,-8.000000 0.000000-6,-6.000000 1.000000-4,-7.000000 2.000000-2,-6.000000 2.000000 0,-8.000000 3.000000-3,-5.000000 0.000000 0,-5.000000-2.000000-2,-4.000000-3.000000-1,-4.000000-2.000000-2,-3.000000 0.000000 3,0.000000 2.000000 6,0.000000 3.000000 6,0.000000 1.000000 7</inkml:trace>
</inkml:ink>
</file>

<file path=ppt/ink/ink7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6"/>
    </inkml:context>
    <inkml:brush xml:id="br0">
      <inkml:brushProperty name="width" value="0.0226660612970591" units="cm"/>
      <inkml:brushProperty name="height" value="0.0226660612970591" units="cm"/>
      <inkml:brushProperty name="color" value="#000000"/>
      <inkml:brushProperty name="ignorePressure" value="0"/>
    </inkml:brush>
  </inkml:definitions>
  <inkml:trace contextRef="#ctx0" brushRef="#br0">88545.000000 32126.000000 647,'-15.000000'-14.000000'21,"3.000000"10.000000"10 ,5.000000 8.000000 9,5.000000 10.000000 9,0.000000 9.000000 0,-5.000000 8.000000-7,-4.000000 10.000000-7,-5.000000 9.000000-9,-2.000000 11.000000-5,0.000000 14.000000-4,-1.000000 14.000000-5,1.000000 13.000000-5,-1.000000 8.000000-4,-3.000000 2.000000-8,-1.000000 2.000000-5,-3.000000 3.000000-7,2.000000-9.000000-6,7.000000-21.000000-6,6.000000-20.000000-7,8.000000-20.000000-6,2.000000-12.000000-4,-2.000000-2.000000-2,-3.000000-3.000000-1,-2.000000-1.000000-2</inkml:trace>
</inkml:ink>
</file>

<file path=ppt/ink/ink7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6"/>
    </inkml:context>
    <inkml:brush xml:id="br0">
      <inkml:brushProperty name="width" value="0.0209894571453333" units="cm"/>
      <inkml:brushProperty name="height" value="0.0209894571453333" units="cm"/>
      <inkml:brushProperty name="color" value="#000000"/>
      <inkml:brushProperty name="ignorePressure" value="0"/>
    </inkml:brush>
  </inkml:definitions>
  <inkml:trace contextRef="#ctx0" brushRef="#br0">88836.000000 33360.000000 698,'0.000000'34.000000'50,"0.000000"-5.000000"-5 ,0.000000-4.000000-4,0.000000-4.000000-5,2.000000-2.000000-3,5.000000 2.000000 0,4.000000 3.000000-1,5.000000 2.000000-1</inkml:trace>
</inkml:ink>
</file>

<file path=ppt/ink/ink7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7"/>
    </inkml:context>
    <inkml:brush xml:id="br0">
      <inkml:brushProperty name="width" value="0.0228493195027113" units="cm"/>
      <inkml:brushProperty name="height" value="0.0228493195027113" units="cm"/>
      <inkml:brushProperty name="color" value="#000000"/>
      <inkml:brushProperty name="ignorePressure" value="0"/>
    </inkml:brush>
  </inkml:definitions>
  <inkml:trace contextRef="#ctx0" brushRef="#br0">90106.000000 32489.000000 641,'37.000000'-71.000000'76,"3.000000"6.000000"-15 ,2.000000 3.000000-16,2.000000 6.000000-16,1.000000-1.000000-9,1.000000-4.000000-3,-1.000000-5.000000-4,1.000000-4.000000-4,-6.000000-2.000000-2,-8.000000 3.000000 1,-9.000000 2.000000 0,-10.000000 3.000000 1,-8.000000 5.000000-1,-10.000000 9.000000-2,-8.000000 9.000000-2,-10.000000 9.000000-3,-12.000000 9.000000-2,-16.000000 10.000000-5,-16.000000 8.000000-3,-16.000000 10.000000-5,-7.000000 11.000000-1,-1.000000 13.000000-1,0.000000 14.000000 0,0.000000 14.000000 0,6.000000 9.000000 1,12.000000 4.000000 3,10.000000 5.000000 3,12.000000 4.000000 3,12.000000 0.000000 1,10.000000-8.000000-1,12.000000-6.000000-1,11.000000-8.000000 0,12.000000-7.000000 0,11.000000-9.000000 0,12.000000-9.000000 2,10.000000-9.000000 0,9.000000-7.000000 1,4.000000-5.000000 2,5.000000-4.000000 1,4.000000-5.000000 1,1.000000-1.000000 2,-2.000000 2.000000 3,-2.000000 3.000000 3,-2.000000 2.000000 2,-5.000000 3.000000 2,-7.000000 5.000000 0,-7.000000 5.000000-1,-6.000000 4.000000 1,-9.000000 11.000000 1,-12.000000 18.000000 3,-11.000000 19.000000 2,-12.000000 18.000000 3,-9.000000 12.000000 0,-10.000000 7.000000-2,-9.000000 7.000000-1,-9.000000 6.000000-3,-2.000000 3.000000-4,4.000000-2.000000-6,5.000000-3.000000-7,5.000000-2.000000-6,6.000000-13.000000-7,9.000000-26.000000-6,10.000000-24.000000-8,8.000000-26.000000-6,4.000000-11.000000-7,-2.000000-1.000000-6,-3.000000 0.000000-8,-2.000000 0.000000-6</inkml:trace>
</inkml:ink>
</file>

<file path=ppt/ink/ink7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7"/>
    </inkml:context>
    <inkml:brush xml:id="br0">
      <inkml:brushProperty name="width" value="0.0205859113484621" units="cm"/>
      <inkml:brushProperty name="height" value="0.0205859113484621" units="cm"/>
      <inkml:brushProperty name="color" value="#000000"/>
      <inkml:brushProperty name="ignorePressure" value="0"/>
    </inkml:brush>
  </inkml:definitions>
  <inkml:trace contextRef="#ctx0" brushRef="#br0">108142.000000 32271.000000 712,'34.000000'-34.000000'1,"-5.000000"5.000000"2 ,-4.000000 4.000000 2,-5.000000 4.000000 3,-4.000000 3.000000 3,-4.000000 0.000000 7,-6.000000 0.000000 6,-3.000000 0.000000 7,-7.000000 1.000000 0,-6.000000 2.000000-2,-7.000000 2.000000-4,-7.000000 3.000000-2,-9.000000 2.000000-4,-11.000000 3.000000-3,-11.000000 1.000000-3,-12.000000 3.000000-3,-6.000000 4.000000-3,1.000000 8.000000-4,-1.000000 6.000000-4,0.000000 6.000000-5,1.000000 7.000000-3,-1.000000 4.000000-2,1.000000 5.000000-4,-1.000000 4.000000-3,8.000000 0.000000 0,17.000000-5.000000 2,15.000000-4.000000 3,16.000000-4.000000 1,16.000000-2.000000 3,15.000000 3.000000 2,17.000000 2.000000 0,16.000000 2.000000 3,9.000000 0.000000 1,5.000000-2.000000 2,5.000000-3.000000 2,5.000000-1.000000 3,-1.000000-2.000000 1,-4.000000 0.000000 0,-5.000000 0.000000 1,-4.000000 1.000000 1,-6.000000-1.000000 1,-7.000000 0.000000 1,-7.000000 0.000000 1,-6.000000 1.000000 1,-7.000000-1.000000 0,-7.000000 0.000000 2,-7.000000 0.000000-1,-7.000000 0.000000 2,-7.000000 2.000000-2,-10.000000 1.000000-1,-9.000000 3.000000-2,-8.000000 2.000000-3,-8.000000-1.000000-1,-4.000000-4.000000-3,-5.000000-5.000000-3,-4.000000-5.000000-2,-1.000000-5.000000-7,2.000000-7.000000-9,2.000000-7.000000-10,3.000000-7.000000-10,5.000000-4.000000-2,9.000000-2.000000 6,9.000000-3.000000 5,10.000000-2.000000 5,3.000000-2.000000 1,-3.000000-3.000000-4,-2.000000-2.000000-3,-2.000000-2.000000-4</inkml:trace>
</inkml:ink>
</file>

<file path=ppt/ink/ink7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8"/>
    </inkml:context>
    <inkml:brush xml:id="br0">
      <inkml:brushProperty name="width" value="0.0248003210872412" units="cm"/>
      <inkml:brushProperty name="height" value="0.0248003210872412" units="cm"/>
      <inkml:brushProperty name="color" value="#000000"/>
      <inkml:brushProperty name="ignorePressure" value="0"/>
    </inkml:brush>
  </inkml:definitions>
  <inkml:trace contextRef="#ctx0" brushRef="#br0">107888.000000 31473.000000 591,'34.000000'-30.000000'21,"-5.000000"14.000000"7 ,-4.000000 14.000000 7,-5.000000 13.000000 7,-4.000000 17.000000 1,-4.000000 17.000000-6,-6.000000 18.000000-7,-3.000000 19.000000-7,-7.000000 13.000000-3,-6.000000 10.000000-2,-7.000000 8.000000 0,-7.000000 10.000000-1,-3.000000 8.000000-1,0.000000 10.000000 0,0.000000 8.000000-1,-1.000000 10.000000 0,3.000000 2.000000-4,5.000000-4.000000-8,4.000000-5.000000-6,5.000000-5.000000-8,5.000000-11.000000-5,7.000000-18.000000-2,7.000000-18.000000-3,7.000000-18.000000-2</inkml:trace>
</inkml:ink>
</file>

<file path=ppt/ink/ink7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8"/>
    </inkml:context>
    <inkml:brush xml:id="br0">
      <inkml:brushProperty name="width" value="0.0229940600693226" units="cm"/>
      <inkml:brushProperty name="height" value="0.0229940600693226" units="cm"/>
      <inkml:brushProperty name="color" value="#000000"/>
      <inkml:brushProperty name="ignorePressure" value="0"/>
    </inkml:brush>
  </inkml:definitions>
  <inkml:trace contextRef="#ctx0" brushRef="#br0">108940.000000 32344.000000 637,'-2.000000'96.000000'67,"-5.000000"12.000000"-10 ,-4.000000 11.000000-12,-5.000000 11.000000-10,-4.000000 10.000000-6,-1.000000 6.000000-1,-3.000000 7.000000-2,-2.000000 7.000000-1,1.000000-5.000000-3,5.000000-15.000000-7,4.000000-17.000000-5,4.000000-15.000000-7,6.000000-24.000000-12,3.000000-32.000000-21,6.000000-31.000000-20,3.000000-33.000000-20,3.000000-15.000000-5,1.000000 0.000000 10,-1.000000 0.000000 10,0.000000 0.000000 11</inkml:trace>
</inkml:ink>
</file>

<file path=ppt/ink/ink7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8"/>
    </inkml:context>
    <inkml:brush xml:id="br0">
      <inkml:brushProperty name="width" value="0.0189275648444891" units="cm"/>
      <inkml:brushProperty name="height" value="0.0189275648444891" units="cm"/>
      <inkml:brushProperty name="color" value="#000000"/>
      <inkml:brushProperty name="ignorePressure" value="0"/>
    </inkml:brush>
  </inkml:definitions>
  <inkml:trace contextRef="#ctx0" brushRef="#br0">108795.000000 32344.000000 774,'69.000000'-1.000000'-1,"-7.000000"-3.000000"7 ,-6.000000-2.000000 7,-7.000000-2.000000 8,-3.000000 2.000000 1,3.000000 3.000000-1,2.000000 6.000000-3,2.000000 3.000000-2,-2.000000 5.000000-2,-6.000000 1.000000-2,-8.000000 3.000000-2,-6.000000 2.000000-2,-8.000000 6.000000-1,-6.000000 8.000000 2,-6.000000 10.000000 2,-8.000000 9.000000 1,-12.000000 8.000000-1,-18.000000 7.000000-3,-19.000000 6.000000-3,-17.000000 7.000000-2,-10.000000 2.000000-6,1.000000-6.000000-6,-1.000000-3.000000-8,1.000000-5.000000-7,7.000000-9.000000-1,16.000000-10.000000 4,16.000000-12.000000 4,16.000000-11.000000 4,7.000000-7.000000-3,-2.000000-2.000000-11,-3.000000-3.000000-9,-2.000000-2.000000-12</inkml:trace>
</inkml:ink>
</file>

<file path=ppt/ink/ink7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9"/>
    </inkml:context>
    <inkml:brush xml:id="br0">
      <inkml:brushProperty name="width" value="0.017912371084094" units="cm"/>
      <inkml:brushProperty name="height" value="0.017912371084094" units="cm"/>
      <inkml:brushProperty name="color" value="#000000"/>
      <inkml:brushProperty name="ignorePressure" value="0"/>
    </inkml:brush>
  </inkml:definitions>
  <inkml:trace contextRef="#ctx0" brushRef="#br0">109267.000000 33033.000000 818,'36.000000'0.000000'-25,"0.000000"0.000000"6 ,0.000000 0.000000 7,1.000000 0.000000 6,-1.000000 0.000000 7,0.000000 0.000000 5,1.000000 0.000000 7,-1.000000 0.000000 6,0.000000 0.000000 2,0.000000 0.000000 0,1.000000 0.000000 0,-1.000000 0.000000-1,-2.000000 5.000000-2,-4.000000 8.000000-4,-6.000000 10.000000-3,-3.000000 9.000000-4,-5.000000 7.000000-1,-5.000000 8.000000 0,-4.000000 6.000000 0,-5.000000 7.000000 0,-5.000000 3.000000 0,-7.000000-3.000000-1,-7.000000-2.000000 0,-7.000000-3.000000-1,-2.000000-4.000000 0,2.000000-7.000000 1,2.000000-6.000000 0,3.000000-8.000000 1,7.000000-14.000000-2,10.000000-22.000000-1,13.000000-24.000000-3,10.000000-22.000000-1,8.000000-13.000000-5,1.000000-2.000000-8,3.000000-2.000000-7,2.000000-2.000000-7,-1.000000 3.000000-6,-4.000000 9.000000-5,-5.000000 9.000000-3,-5.000000 9.000000-5</inkml:trace>
</inkml:ink>
</file>

<file path=ppt/ink/ink7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9"/>
    </inkml:context>
    <inkml:brush xml:id="br0">
      <inkml:brushProperty name="width" value="0.0176182147115469" units="cm"/>
      <inkml:brushProperty name="height" value="0.0176182147115469" units="cm"/>
      <inkml:brushProperty name="color" value="#000000"/>
      <inkml:brushProperty name="ignorePressure" value="0"/>
    </inkml:brush>
  </inkml:definitions>
  <inkml:trace contextRef="#ctx0" brushRef="#br0">110573.000000 32525.000000 832,'1.000000'33.000000'41,"3.000000"-7.000000"-5 ,1.000000-7.000000-6,3.000000-6.000000-6,1.000000-3.000000-6,0.000000 2.000000-6,0.000000 3.000000-6,0.000000 2.000000-6,2.000000 1.000000-8,1.000000 1.000000-11,3.000000-1.000000-11,2.000000 0.000000-10,-1.000000-1.000000-5,-5.000000-2.000000 3,-4.000000-3.000000 2,-5.000000-2.000000 3</inkml:trace>
</inkml:ink>
</file>

<file path=ppt/ink/ink7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9"/>
    </inkml:context>
    <inkml:brush xml:id="br0">
      <inkml:brushProperty name="width" value="0.0234419330954552" units="cm"/>
      <inkml:brushProperty name="height" value="0.0234419330954552" units="cm"/>
      <inkml:brushProperty name="color" value="#000000"/>
      <inkml:brushProperty name="ignorePressure" value="0"/>
    </inkml:brush>
  </inkml:definitions>
  <inkml:trace contextRef="#ctx0" brushRef="#br0">110464.000000 33142.000000 625,'-1.000000'35.000000'15,"-2.000000"-2.000000"6 ,-3.000000-2.000000 6,-2.000000-3.000000 5,0.000000 0.000000 3,2.000000 3.000000-3,3.000000 2.000000-3,2.000000 2.000000-2,-1.000000 1.000000-2,-5.000000 1.000000-3,-5.000000-1.000000-1,-3.000000 0.000000-2,-2.000000 2.000000-1,2.000000 1.000000-1,2.000000 3.000000 0,3.000000 2.000000 0,1.000000-2.000000-17,0.000000-6.000000-31,0.000000-8.000000-33,0.000000-6.000000-31</inkml:trace>
</inkml:ink>
</file>

<file path=ppt/ink/ink7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39"/>
    </inkml:context>
    <inkml:brush xml:id="br0">
      <inkml:brushProperty name="width" value="0.0176357235759497" units="cm"/>
      <inkml:brushProperty name="height" value="0.0176357235759497" units="cm"/>
      <inkml:brushProperty name="color" value="#000000"/>
      <inkml:brushProperty name="ignorePressure" value="0"/>
    </inkml:brush>
  </inkml:definitions>
  <inkml:trace contextRef="#ctx0" brushRef="#br0">111045.000000 33287.000000 831,'17.000000'-33.000000'56,"-2.000000"7.000000"-12 ,-3.000000 7.000000-10,-2.000000 6.000000-11,-6.000000 12.000000-12,-12.000000 16.000000-11,-12.000000 16.000000-11,-10.000000 15.000000-11,-5.000000 10.000000-4,2.000000 2.000000 4,2.000000 2.000000 5,3.000000 2.000000 3,3.000000-2.000000 4,4.000000-7.000000 1,5.000000-6.000000 2,5.000000-7.000000 1,5.000000-7.000000 3,8.000000-7.000000 1,6.000000-7.000000 1,6.000000-7.000000 3,9.000000-4.000000-3,9.000000-2.000000-5,9.000000-3.000000-8,8.000000-1.000000-5,4.000000-5.000000-4,-6.000000-4.000000 2,-4.000000-4.000000 0,-4.000000-5.000000 1,-6.000000-1.000000 2,-7.000000 2.000000 2,-7.000000 3.000000 1,-6.000000 2.000000 2</inkml:trace>
</inkml:ink>
</file>

<file path=ppt/ink/ink7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0"/>
    </inkml:context>
    <inkml:brush xml:id="br0">
      <inkml:brushProperty name="width" value="0.0220995917916298" units="cm"/>
      <inkml:brushProperty name="height" value="0.0220995917916298" units="cm"/>
      <inkml:brushProperty name="color" value="#000000"/>
      <inkml:brushProperty name="ignorePressure" value="0"/>
    </inkml:brush>
  </inkml:definitions>
  <inkml:trace contextRef="#ctx0" brushRef="#br0">111408.000000 33577.000000 663,'20.000000'30.000000'23,"5.000000"-14.000000"-5 ,5.000000-14.000000-5,4.000000-13.000000-6,0.000000-9.000000-4,-5.000000-1.000000-2,-4.000000-3.000000-2,-5.000000-2.000000-3,-1.000000-3.000000-1,-1.000000-5.000000 1,0.000000-5.000000 1,0.000000-4.000000 0,-1.000000-2.000000 2,-2.000000-1.000000 0,-3.000000 1.000000 0,-2.000000-1.000000 2,-3.000000 3.000000 0,-5.000000 5.000000-1,-4.000000 4.000000 1,-5.000000 4.000000-1,-4.000000 6.000000 1,-5.000000 7.000000 2,-4.000000 7.000000 1,-5.000000 7.000000 2,-4.000000 10.000000 1,-1.000000 13.000000 2,-3.000000 14.000000 0,-2.000000 14.000000 2,1.000000 8.000000 2,4.000000 6.000000 3,5.000000 3.000000 2,5.000000 6.000000 4,4.000000 0.000000-1,5.000000-2.000000-2,4.000000-2.000000-2,5.000000-2.000000-2,5.000000-6.000000-1,7.000000-9.000000 0,7.000000-9.000000 1,7.000000-10.000000 0,2.000000-7.000000 0,-2.000000-7.000000-4,-2.000000-7.000000-1,-3.000000-6.000000-3,-1.000000-4.000000-15,0.000000 0.000000-27,0.000000 0.000000-26,0.000000 0.000000-28</inkml:trace>
</inkml:ink>
</file>

<file path=ppt/ink/ink7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5"/>
    </inkml:context>
    <inkml:brush xml:id="br0">
      <inkml:brushProperty name="width" value="0.0212155785411596" units="cm"/>
      <inkml:brushProperty name="height" value="0.0212155785411596" units="cm"/>
      <inkml:brushProperty name="color" value="#000000"/>
      <inkml:brushProperty name="ignorePressure" value="0"/>
    </inkml:brush>
  </inkml:definitions>
  <inkml:trace contextRef="#ctx0" brushRef="#br0">69820.000000 30747.000000 691,'-16.000000'-17.000000'-15,"5.000000"2.000000"11 ,4.000000 3.000000 12,5.000000 1.000000 11,2.000000 1.000000 5,0.000000-2.000000 1,0.000000-3.000000-1,0.000000-2.000000 1,0.000000-1.000000-2,0.000000 0.000000 0,0.000000 0.000000-2,0.000000-1.000000 0,-1.000000 1.000000-2,-3.000000 0.000000-1,-1.000000 0.000000-2,-3.000000 0.000000 0,-5.000000 1.000000-2,-6.000000 2.000000-3,-7.000000 3.000000-1,-7.000000 1.000000-3,-7.000000 6.000000-3,-6.000000 6.000000-5,-8.000000 7.000000-4,-6.000000 7.000000-4,-2.000000 5.000000-2,2.000000 5.000000 0,2.000000 4.000000-1,2.000000 5.000000-1,7.000000 3.000000 0,8.000000-1.000000-2,9.000000 0.000000-2,9.000000 1.000000-1,7.000000-1.000000 0,5.000000 0.000000 3,4.000000 0.000000 2,5.000000 1.000000 3,7.000000-3.000000 2,8.000000-5.000000 2,10.000000-4.000000 2,9.000000-4.000000 1,6.000000-4.000000 2,5.000000-3.000000 2,5.000000-1.000000 1,4.000000-3.000000 1,1.000000-1.000000 3,-2.000000 0.000000 3,-2.000000 0.000000 3,-2.000000 0.000000 3,-5.000000 2.000000 2,-7.000000 1.000000-2,-7.000000 3.000000 0,-6.000000 2.000000-1,-8.000000 2.000000-1,-6.000000 3.000000 0,-7.000000 1.000000 0,-6.000000 4.000000-1,-9.000000 0.000000-2,-8.000000 0.000000-3,-10.000000 0.000000-4,-9.000000 0.000000-4,-4.000000-3.000000-6,-1.000000-7.000000-8,1.000000-7.000000-8,-1.000000-6.000000-8,5.000000-4.000000-4,5.000000 0.000000 1,8.000000 0.000000 0,6.000000 0.000000 0,5.000000-2.000000 1,3.000000-5.000000-1,1.000000-5.000000 0,3.000000-3.000000 0</inkml:trace>
</inkml:ink>
</file>

<file path=ppt/ink/ink7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5"/>
    </inkml:context>
    <inkml:brush xml:id="br0">
      <inkml:brushProperty name="width" value="0.0237364694476128" units="cm"/>
      <inkml:brushProperty name="height" value="0.0237364694476128" units="cm"/>
      <inkml:brushProperty name="color" value="#000000"/>
      <inkml:brushProperty name="ignorePressure" value="0"/>
    </inkml:brush>
  </inkml:definitions>
  <inkml:trace contextRef="#ctx0" brushRef="#br0">69639.000000 29840.000000 617,'0.000000'39.000000'100,"0.000000"8.000000"-21 ,0.000000 6.000000-22,0.000000 7.000000-21,-1.000000 8.000000-12,-3.000000 9.000000-2,-2.000000 10.000000-2,-1.000000 8.000000-3,-5.000000 9.000000-3,-4.000000 10.000000-5,-4.000000 8.000000-4,-5.000000 10.000000-6,-2.000000 1.000000-10,-1.000000-3.000000-17,1.000000-6.000000-16,0.000000-3.000000-17,2.000000-15.000000-5,5.000000-22.000000 4,4.000000-23.000000 5,4.000000-22.000000 4</inkml:trace>
</inkml:ink>
</file>

<file path=ppt/ink/ink7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6"/>
    </inkml:context>
    <inkml:brush xml:id="br0">
      <inkml:brushProperty name="width" value="0.0346288867294788" units="cm"/>
      <inkml:brushProperty name="height" value="0.0346288867294788" units="cm"/>
      <inkml:brushProperty name="color" value="#000000"/>
      <inkml:brushProperty name="ignorePressure" value="0"/>
    </inkml:brush>
  </inkml:definitions>
  <inkml:trace contextRef="#ctx0" brushRef="#br0">68296.000000 29840.000000 423,'-11.000000'16.000000'4,"13.000000"-5.000000"8 ,14.000000-4.000000 7,13.000000-5.000000 9,10.000000 0.000000 3,4.000000 5.000000-3,5.000000 4.000000-1,4.000000 5.000000-2,4.000000 7.000000-1,6.000000 9.000000 1,3.000000 9.000000 1,6.000000 8.000000 0,6.000000 10.000000 0,9.000000 9.000000-1,9.000000 10.000000-3,10.000000 8.000000-1,11.000000 4.000000-2,17.000000 1.000000-2,16.000000 0.000000-3,15.000000 0.000000-2,6.000000-2.000000-2,-4.000000-1.000000 0,-5.000000-3.000000-1,-5.000000-3.000000 0,1.000000-1.000000-1,4.000000-3.000000 0,4.000000-2.000000-1,6.000000-2.000000 0,0.000000 0.000000 0,-2.000000 2.000000-1,-3.000000 2.000000 1,-1.000000 2.000000 0,-9.000000 0.000000 0,-13.000000-5.000000-1,-13.000000-5.000000 2,-15.000000-4.000000-1,-7.000000-6.000000 0,-3.000000-7.000000-2,-1.000000-6.000000 0,-3.000000-8.000000-2,-6.000000-4.000000-1,-9.000000-2.000000-2,-9.000000-2.000000-2,-9.000000-3.000000-2,-17.000000-9.000000-7,-25.000000-15.000000-13,-25.000000-17.000000-14,-24.000000-15.000000-12,-13.000000-7.000000-10,4.000000 2.000000-8,1.000000 2.000000-8,3.000000 3.000000-8</inkml:trace>
</inkml:ink>
</file>

<file path=ppt/ink/ink7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6"/>
    </inkml:context>
    <inkml:brush xml:id="br0">
      <inkml:brushProperty name="width" value="0.0231099762022495" units="cm"/>
      <inkml:brushProperty name="height" value="0.0231099762022495" units="cm"/>
      <inkml:brushProperty name="color" value="#000000"/>
      <inkml:brushProperty name="ignorePressure" value="0"/>
    </inkml:brush>
  </inkml:definitions>
  <inkml:trace contextRef="#ctx0" brushRef="#br0">70437.000000 30420.000000 634,'0.000000'35.000000'53,"0.000000"-2.000000"-8 ,0.000000-2.000000-7,0.000000-3.000000-7,0.000000 3.000000-6,0.000000 6.000000-1,0.000000 8.000000-1,0.000000 6.000000-3,-1.000000 6.000000 0,-2.000000 8.000000-3,-3.000000 7.000000-1,-2.000000 6.000000-1,-2.000000 6.000000-2,-3.000000 4.000000-3,-2.000000 5.000000-2,-2.000000 5.000000-2,2.000000-2.000000-5,3.000000-6.000000-3,5.000000-8.000000-4,5.000000-6.000000-5,2.000000-9.000000-6,0.000000-11.000000-6,0.000000-12.000000-6,0.000000-11.000000-7,1.000000-11.000000-4,3.000000-12.000000-1,1.000000-11.000000-2,3.000000-12.000000-1,1.000000-6.000000 2,0.000000-3.000000 3,1.000000-1.000000 5,-1.000000-4.000000 5</inkml:trace>
</inkml:ink>
</file>

<file path=ppt/ink/ink7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7"/>
    </inkml:context>
    <inkml:brush xml:id="br0">
      <inkml:brushProperty name="width" value="0.0227942205965519" units="cm"/>
      <inkml:brushProperty name="height" value="0.0227942205965519" units="cm"/>
      <inkml:brushProperty name="color" value="#000000"/>
      <inkml:brushProperty name="ignorePressure" value="0"/>
    </inkml:brush>
  </inkml:definitions>
  <inkml:trace contextRef="#ctx0" brushRef="#br0">70473.000000 30275.000000 643,'-11.000000'17.000000'65,"13.000000"-2.000000"-14 ,14.000000-3.000000-14,14.000000-1.000000-13,7.000000 0.000000-7,3.000000 5.000000-2,2.000000 4.000000-1,2.000000 5.000000-1,0.000000 4.000000-1,-2.000000 1.000000 0,-2.000000 3.000000 0,-3.000000 2.000000 0,-5.000000 4.000000 0,-9.000000 4.000000-2,-10.000000 4.000000 0,-8.000000 6.000000-1,-12.000000 3.000000-1,-13.000000 6.000000-1,-14.000000 3.000000 0,-14.000000 6.000000-1,-5.000000-2.000000-2,2.000000-7.000000-7,2.000000-6.000000-4,2.000000-7.000000-6,5.000000-9.000000-12,7.000000-8.000000-19,7.000000-9.000000-19,6.000000-10.000000-19</inkml:trace>
</inkml:ink>
</file>

<file path=ppt/ink/ink7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8"/>
    </inkml:context>
    <inkml:brush xml:id="br0">
      <inkml:brushProperty name="width" value="0.0184200126677752" units="cm"/>
      <inkml:brushProperty name="height" value="0.0184200126677752" units="cm"/>
      <inkml:brushProperty name="color" value="#000000"/>
      <inkml:brushProperty name="ignorePressure" value="0"/>
    </inkml:brush>
  </inkml:definitions>
  <inkml:trace contextRef="#ctx0" brushRef="#br0">108867.000000 30239.000000 796,'3.000000'-38.000000'-10,"3.000000"-1.000000"1 ,6.000000-3.000000 1,4.000000-2.000000 1,1.000000 0.000000 3,-3.000000 6.000000 6,-1.000000 4.000000 5,-3.000000 4.000000 6,-2.000000 3.000000 4,-2.000000 0.000000 5,-3.000000 0.000000 4,-2.000000 0.000000 5,-4.000000 3.000000-1,-7.000000 7.000000-4,-7.000000 7.000000-4,-7.000000 6.000000-5,-6.000000 7.000000-4,-4.000000 8.000000-4,-4.000000 6.000000-4,-5.000000 7.000000-3,-2.000000 5.000000-3,3.000000 5.000000 0,3.000000 5.000000 0,1.000000 4.000000 0,5.000000-2.000000 0,7.000000-10.000000 1,7.000000-8.000000-1,7.000000-9.000000 1,3.000000-4.000000 0,0.000000 2.000000-1,-1.000000 3.000000 0,1.000000 2.000000-2,0.000000 0.000000 1,0.000000-2.000000 1,0.000000-3.000000 0,0.000000-2.000000 1,1.000000 3.000000 0,2.000000 6.000000-2,3.000000 7.000000-2,2.000000 7.000000-1,5.000000 3.000000 0,10.000000 1.000000 2,9.000000-1.000000 3,9.000000 0.000000 2,7.000000-1.000000 1,8.000000-2.000000-1,6.000000-2.000000-1,7.000000-3.000000-1,4.000000-2.000000 1,-1.000000-2.000000-1,1.000000-2.000000 0,-1.000000-3.000000 1,-4.000000-2.000000 1,-9.000000-2.000000 0,-9.000000-3.000000 1,-9.000000-2.000000 0,-18.000000 3.000000 0,-24.000000 6.000000-2,-25.000000 7.000000-3,-25.000000 7.000000-2,-10.000000-1.000000-4,4.000000-9.000000-5,5.000000-10.000000-6,4.000000-8.000000-6,7.000000-5.000000 0,9.000000 0.000000 4,9.000000 0.000000 4,10.000000 0.000000 4,5.000000-1.000000-2,2.000000-3.000000-8,2.000000-1.000000-9,3.000000-3.000000-7</inkml:trace>
</inkml:ink>
</file>

<file path=ppt/ink/ink7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8"/>
    </inkml:context>
    <inkml:brush xml:id="br0">
      <inkml:brushProperty name="width" value="0.0228830277919769" units="cm"/>
      <inkml:brushProperty name="height" value="0.0228830277919769" units="cm"/>
      <inkml:brushProperty name="color" value="#000000"/>
      <inkml:brushProperty name="ignorePressure" value="0"/>
    </inkml:brush>
  </inkml:definitions>
  <inkml:trace contextRef="#ctx0" brushRef="#br0">108722.000000 29622.000000 640,'0.000000'40.000000'73,"0.000000"6.000000"-17 ,0.000000 7.000000-15,0.000000 8.000000-15,-1.000000 8.000000-9,-2.000000 11.000000 0,-3.000000 12.000000-2,-2.000000 11.000000 0,-2.000000 5.000000-1,-3.000000-3.000000 1,-1.000000-1.000000 0,-3.000000-3.000000 1,0.000000-7.000000-2,2.000000-11.000000-2,2.000000-12.000000-4,3.000000-11.000000-3,2.000000-7.000000-4,3.000000-2.000000-8,1.000000-2.000000-6,3.000000-2.000000-7,1.000000-5.000000-6,0.000000-7.000000-7,0.000000-7.000000-5,0.000000-6.000000-7</inkml:trace>
</inkml:ink>
</file>

<file path=ppt/ink/ink7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8"/>
    </inkml:context>
    <inkml:brush xml:id="br0">
      <inkml:brushProperty name="width" value="0.0220823734998703" units="cm"/>
      <inkml:brushProperty name="height" value="0.0220823734998703" units="cm"/>
      <inkml:brushProperty name="color" value="#000000"/>
      <inkml:brushProperty name="ignorePressure" value="0"/>
    </inkml:brush>
  </inkml:definitions>
  <inkml:trace contextRef="#ctx0" brushRef="#br0">109557.000000 29985.000000 664,'-18.000000'57.000000'83,"0.000000"4.000000"-18 ,-1.000000 5.000000-18,1.000000 4.000000-18,0.000000 4.000000-10,0.000000 2.000000-2,0.000000 2.000000-1,0.000000 2.000000-1,0.000000 1.000000-2,-1.000000-3.000000-1,1.000000-2.000000-3,0.000000-2.000000-2,1.000000-6.000000-3,2.000000-9.000000-6,3.000000-9.000000-5,2.000000-9.000000-5,4.000000-11.000000-11,7.000000-11.000000-20,7.000000-11.000000-18,7.000000-11.000000-20</inkml:trace>
</inkml:ink>
</file>

<file path=ppt/ink/ink7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9"/>
    </inkml:context>
    <inkml:brush xml:id="br0">
      <inkml:brushProperty name="width" value="0.0167541336268187" units="cm"/>
      <inkml:brushProperty name="height" value="0.0167541336268187" units="cm"/>
      <inkml:brushProperty name="color" value="#000000"/>
      <inkml:brushProperty name="ignorePressure" value="0"/>
    </inkml:brush>
  </inkml:definitions>
  <inkml:trace contextRef="#ctx0" brushRef="#br0">109521.000000 29985.000000 875,'85.000000'-32.000000'41,"-12.000000"9.000000"-9 ,-10.000000 10.000000-9,-12.000000 8.000000-10,-8.000000 6.000000-6,-5.000000 3.000000-2,-4.000000 1.000000-2,-4.000000 3.000000-3,-5.000000 6.000000 0,-5.000000 9.000000-1,-4.000000 8.000000 0,-4.000000 10.000000-1,-7.000000 6.000000 0,-6.000000 2.000000 0,-7.000000 2.000000 0,-7.000000 2.000000-1,-10.000000 1.000000-2,-13.000000 1.000000-2,-14.000000-1.000000-4,-14.000000 1.000000-2,-3.000000-6.000000-2,6.000000-8.000000-1,8.000000-9.000000 0,6.000000-9.000000 0,7.000000-6.000000-3,7.000000-2.000000-5,7.000000-3.000000-6,6.000000-2.000000-6</inkml:trace>
</inkml:ink>
</file>

<file path=ppt/ink/ink7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49"/>
    </inkml:context>
    <inkml:brush xml:id="br0">
      <inkml:brushProperty name="width" value="0.0270340032875538" units="cm"/>
      <inkml:brushProperty name="height" value="0.0270340032875538" units="cm"/>
      <inkml:brushProperty name="color" value="#000000"/>
      <inkml:brushProperty name="ignorePressure" value="0"/>
    </inkml:brush>
  </inkml:definitions>
  <inkml:trace contextRef="#ctx0" brushRef="#br0">107525.000000 29985.000000 542,'36.000000'0.000000'1,"0.000000"0.000000"0 ,1.000000 0.000000 2,-1.000000 0.000000 0,8.000000 2.000000 4,16.000000 5.000000 6,16.000000 4.000000 6,16.000000 5.000000 5,11.000000 6.000000 5,7.000000 6.000000 1,7.000000 7.000000 3,7.000000 7.000000 1,6.000000 6.000000 0,7.000000 4.000000-2,7.000000 5.000000-3,7.000000 4.000000-3,3.000000 4.000000-3,1.000000 1.000000-4,-1.000000 4.000000-3,0.000000 1.000000-4,-7.000000 3.000000-1,-13.000000 2.000000-2,-14.000000 2.000000 0,-13.000000 3.000000-2,-12.000000-6.000000 0,-8.000000-10.000000-1,-10.000000-12.000000-1,-9.000000-11.000000-1,-6.000000-8.000000 0,-2.000000-4.000000-1,-2.000000-5.000000 0,-2.000000-5.000000-1,-9.000000-6.000000-6,-13.000000-10.000000-11,-13.000000-8.000000-11,-15.000000-10.000000-10,-8.000000-3.000000-11,-5.000000 2.000000-11,-4.000000 3.000000-11,-5.000000 2.000000-10</inkml:trace>
</inkml:ink>
</file>

<file path=ppt/ink/ink7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51"/>
    </inkml:context>
    <inkml:brush xml:id="br0">
      <inkml:brushProperty name="width" value="0.0248765684664249" units="cm"/>
      <inkml:brushProperty name="height" value="0.0248765684664249" units="cm"/>
      <inkml:brushProperty name="color" value="#000000"/>
      <inkml:brushProperty name="ignorePressure" value="0"/>
    </inkml:brush>
  </inkml:definitions>
  <inkml:trace contextRef="#ctx0" brushRef="#br0">22136.000000 31836.000000 589,'16.000000'-50.000000'44,"-5.000000"9.000000"-1 ,-4.000000 9.000000-2,-5.000000 9.000000-3,-2.000000 4.000000-1,0.000000-2.000000-2,0.000000-3.000000-2,0.000000-2.000000-2,-2.000000 0.000000-3,-5.000000 2.000000-3,-4.000000 2.000000-4,-5.000000 3.000000-4,-6.000000 3.000000-5,-6.000000 5.000000-6,-7.000000 4.000000-7,-7.000000 5.000000-5,-5.000000 5.000000-5,-1.000000 7.000000-2,-3.000000 7.000000-3,-3.000000 7.000000-2,2.000000 6.000000-2,5.000000 4.000000 0,3.000000 4.000000-1,6.000000 5.000000-1,5.000000 0.000000 0,7.000000-4.000000 2,7.000000-5.000000 0,6.000000-5.000000 1,10.000000-1.000000 1,11.000000-1.000000 3,11.000000 0.000000 2,12.000000 0.000000 2,9.000000-1.000000 3,10.000000-2.000000 3,9.000000-2.000000 2,9.000000-3.000000 2,4.000000-2.000000 4,-3.000000-2.000000 1,-2.000000-3.000000 3,-2.000000-2.000000 2,-6.000000 0.000000 2,-10.000000-1.000000 1,-8.000000 0.000000 2,-9.000000 0.000000 1,-9.000000 3.000000 1,-10.000000 8.000000 0,-8.000000 6.000000 1,-10.000000 6.000000 0,-11.000000 5.000000-1,-13.000000-1.000000-5,-14.000000 0.000000-5,-14.000000 1.000000-4,-6.000000-4.000000-5,-1.000000-7.000000-8,1.000000-7.000000-6,-1.000000-7.000000-7,5.000000-5.000000-5,9.000000-5.000000-3,9.000000-4.000000-2,10.000000-5.000000-3,6.000000-4.000000-1,4.000000-5.000000 2,5.000000-4.000000 1,5.000000-5.000000 2</inkml:trace>
</inkml:ink>
</file>

<file path=ppt/ink/ink7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51"/>
    </inkml:context>
    <inkml:brush xml:id="br0">
      <inkml:brushProperty name="width" value="0.0255747064948082" units="cm"/>
      <inkml:brushProperty name="height" value="0.0255747064948082" units="cm"/>
      <inkml:brushProperty name="color" value="#000000"/>
      <inkml:brushProperty name="ignorePressure" value="0"/>
    </inkml:brush>
  </inkml:definitions>
  <inkml:trace contextRef="#ctx0" brushRef="#br0">21955.000000 31219.000000 573,'15.000000'56.000000'120,"-3.000000"6.000000"-27 ,-5.000000 3.000000-27,-5.000000 6.000000-28,-3.000000 2.000000-15,-3.000000 3.000000-4,-1.000000 3.000000-5,-3.000000 1.000000-4,-1.000000 4.000000-2,0.000000 5.000000 1,-1.000000 4.000000 0,1.000000 4.000000 2,1.000000-7.000000-5,3.000000-21.000000-6,1.000000-20.000000-9,3.000000-21.000000-7,1.000000-9.000000-13,0.000000 3.000000-21,0.000000 2.000000-20,0.000000 2.000000-20</inkml:trace>
</inkml:ink>
</file>

<file path=ppt/ink/ink8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51"/>
    </inkml:context>
    <inkml:brush xml:id="br0">
      <inkml:brushProperty name="width" value="0.0245311092585325" units="cm"/>
      <inkml:brushProperty name="height" value="0.0245311092585325" units="cm"/>
      <inkml:brushProperty name="color" value="#000000"/>
      <inkml:brushProperty name="ignorePressure" value="0"/>
    </inkml:brush>
  </inkml:definitions>
  <inkml:trace contextRef="#ctx0" brushRef="#br0">22825.000000 31400.000000 597,'0.000000'39.000000'117,"0.000000"4.000000"-26 ,0.000000 4.000000-27,0.000000 6.000000-27,-1.000000 6.000000-15,-2.000000 9.000000-2,-3.000000 9.000000-3,-2.000000 9.000000-3,-1.000000 6.000000-4,0.000000 2.000000-3,0.000000 2.000000-4,0.000000 3.000000-3,0.000000-5.000000-6,0.000000-11.000000-7,0.000000-12.000000-7,0.000000-11.000000-7,1.000000-15.000000-8,2.000000-22.000000-12,3.000000-19.000000-9,2.000000-21.000000-11,1.000000-10.000000 0,0.000000-1.000000 12,0.000000 1.000000 12,0.000000 0.000000 11</inkml:trace>
</inkml:ink>
</file>

<file path=ppt/ink/ink8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52"/>
    </inkml:context>
    <inkml:brush xml:id="br0">
      <inkml:brushProperty name="width" value="0.0233748853206635" units="cm"/>
      <inkml:brushProperty name="height" value="0.0233748853206635" units="cm"/>
      <inkml:brushProperty name="color" value="#000000"/>
      <inkml:brushProperty name="ignorePressure" value="0"/>
    </inkml:brush>
  </inkml:definitions>
  <inkml:trace contextRef="#ctx0" brushRef="#br0">22862.000000 31255.000000 627,'0.000000'-34.000000'1,"0.000000"4.000000"4 ,0.000000 6.000000 3,0.000000 3.000000 3,2.000000 4.000000 3,5.000000 2.000000 4,4.000000 3.000000 4,5.000000 2.000000 3,3.000000 3.000000 1,3.000000 5.000000-2,2.000000 4.000000-2,2.000000 5.000000-3,1.000000 3.000000-2,0.000000 2.000000-2,0.000000 3.000000-3,1.000000 2.000000-3,-2.000000 4.000000-1,-2.000000 3.000000 1,-3.000000 6.000000 1,-2.000000 4.000000 2,-3.000000 3.000000-1,-4.000000 3.000000 0,-6.000000 2.000000 0,-3.000000 2.000000-1,-9.000000 3.000000 0,-11.000000 2.000000-1,-11.000000 2.000000 0,-12.000000 2.000000 0,-7.000000-1.000000-4,-1.000000-4.000000-6,-3.000000-5.000000-6,-3.000000-5.000000-8,3.000000-5.000000-7,7.000000-7.000000-8,7.000000-6.000000-10,6.000000-8.000000-8,5.000000-3.000000-4,2.000000 0.000000 0,3.000000 0.000000 0,1.000000 0.000000 1</inkml:trace>
</inkml:ink>
</file>

<file path=ppt/ink/ink8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3:52"/>
    </inkml:context>
    <inkml:brush xml:id="br0">
      <inkml:brushProperty name="width" value="0.0316608995199203" units="cm"/>
      <inkml:brushProperty name="height" value="0.0316608995199203" units="cm"/>
      <inkml:brushProperty name="color" value="#000000"/>
      <inkml:brushProperty name="ignorePressure" value="0"/>
    </inkml:brush>
  </inkml:definitions>
  <inkml:trace contextRef="#ctx0" brushRef="#br0">21084.000000 31001.000000 463,'20.000000'51.000000'12,"5.000000"-7.000000"3 ,4.000000-6.000000 2,5.000000-8.000000 2,7.000000-3.000000 4,9.000000 1.000000 2,9.000000-1.000000 3,9.000000 0.000000 3,9.000000 1.000000 2,9.000000 3.000000-2,10.000000 2.000000 1,8.000000 2.000000-2,11.000000 5.000000 0,10.000000 6.000000-2,13.000000 8.000000-2,10.000000 6.000000-1,2.000000 9.000000-3,-9.000000 11.000000-2,-10.000000 12.000000-3,-8.000000 11.000000-3,-4.000000 7.000000-2,2.000000 3.000000-2,3.000000 1.000000-1,2.000000 3.000000-2,-2.000000-7.000000-1,-4.000000-16.000000-2,-4.000000-16.000000 0,-5.000000-15.000000-2,-12.000000-16.000000 0,-21.000000-13.000000-1,-20.000000-13.000000 0,-21.000000-14.000000 0,-14.000000-10.000000-4,-9.000000-3.000000-3,-10.000000-6.000000-5,-8.000000-4.000000-5,-5.000000-2.000000-14,0.000000 0.000000-24,0.000000 0.000000-25,-1.000000 0.000000-25</inkml:trace>
</inkml:ink>
</file>

<file path=ppt/ink/ink8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17"/>
    </inkml:context>
    <inkml:brush xml:id="br0">
      <inkml:brushProperty name="width" value="0.014888265170157" units="cm"/>
      <inkml:brushProperty name="height" value="0.014888265170157" units="cm"/>
      <inkml:brushProperty name="color" value="#000000"/>
      <inkml:brushProperty name="ignorePressure" value="0"/>
    </inkml:brush>
  </inkml:definitions>
  <inkml:trace contextRef="#ctx0" brushRef="#br0">25284.000000 31209.000000 985,'-18.000000'-15.000000'-39,"5.000000"14.000000"16 ,5.000000 13.000000 14,6.000000 12.000000 15,2.000000 9.000000 6,0.000000 2.000000-1,0.000000 2.000000-2,0.000000 3.000000-1,1.000000 3.000000-1,3.000000 2.000000-1,2.000000 3.000000 1,3.000000 2.000000 0,2.000000 5.000000-1,-1.000000 4.000000-2,0.000000 6.000000-2,1.000000 5.000000-1,-2.000000 3.000000-2,-3.000000 4.000000 0,-2.000000 2.000000-2,-3.000000 2.000000 1,1.000000 2.000000-2,1.000000 0.000000 0,4.000000-1.000000-1,2.000000 1.000000-1,0.000000-3.000000 1,-2.000000-5.000000 2,-4.000000-5.000000 3,-1.000000-5.000000 2,-2.000000-4.000000 1,0.000000-3.000000-1,0.000000-3.000000-2,0.000000-2.000000 0,0.000000-1.000000-2,0.000000 0.000000 0,0.000000 0.000000-1,0.000000-1.000000-1,0.000000-2.000000-1,0.000000-5.000000-3,0.000000-5.000000-2,0.000000-5.000000-2,0.000000-4.000000-2,0.000000-3.000000 2,0.000000-3.000000 1,0.000000-2.000000 0,1.000000-1.000000 0,3.000000 0.000000-2,2.000000-1.000000-1,3.000000 1.000000-1,0.000000-2.000000-1,-2.000000-2.000000 3,-3.000000-2.000000 1,-3.000000-4.000000 1</inkml:trace>
</inkml:ink>
</file>

<file path=ppt/ink/ink8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18"/>
    </inkml:context>
    <inkml:brush xml:id="br0">
      <inkml:brushProperty name="width" value="0.02006502635777" units="cm"/>
      <inkml:brushProperty name="height" value="0.02006502635777" units="cm"/>
      <inkml:brushProperty name="color" value="#000000"/>
      <inkml:brushProperty name="ignorePressure" value="0"/>
    </inkml:brush>
  </inkml:definitions>
  <inkml:trace contextRef="#ctx0" brushRef="#br0">18704.000000 31623.000000 730,'0.000000'46.000000'30,"0.000000"11.000000"-4 ,0.000000 10.000000-2,0.000000 11.000000-4,0.000000 14.000000-2,0.000000 18.000000-1,0.000000 18.000000-1,0.000000 18.000000-1,-1.000000 21.000000-2,-3.000000 23.000000-1,-2.000000 23.000000-1,-4.000000 24.000000-2,0.000000 12.000000 1,0.000000 3.000000 0,-1.000000 3.000000 1,1.000000 3.000000 1,0.000000-15.000000-1,-1.000000-31.000000-6,1.000000-31.000000-6,0.000000-31.000000-4,3.000000-38.000000-5,9.000000-43.000000-4,7.000000-45.000000-5,7.000000-43.000000-4,6.000000-30.000000-3,3.000000-16.000000-1,2.000000-15.000000-2,3.000000-16.000000-2,-2.000000 1.000000-1,-4.000000 14.000000-2,-6.000000 17.000000-3,-5.000000 15.000000-2</inkml:trace>
</inkml:ink>
</file>

<file path=ppt/ink/ink8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18"/>
    </inkml:context>
    <inkml:brush xml:id="br0">
      <inkml:brushProperty name="width" value="0.0216738879680634" units="cm"/>
      <inkml:brushProperty name="height" value="0.0216738879680634" units="cm"/>
      <inkml:brushProperty name="color" value="#000000"/>
      <inkml:brushProperty name="ignorePressure" value="0"/>
    </inkml:brush>
  </inkml:definitions>
  <inkml:trace contextRef="#ctx0" brushRef="#br0">18580.000000 31374.000000 676,'6.000000'-37.000000'24,"14.000000"7.000000"-3 ,12.000000 8.000000-1,13.000000 8.000000-2,12.000000 3.000000-1,11.000000 1.000000-1,9.000000 0.000000-1,11.000000-1.000000-1,9.000000 0.000000-2,8.000000-3.000000-3,7.000000-3.000000-2,9.000000-3.000000-3,4.000000 0.000000-2,3.000000-1.000000 0,3.000000 0.000000-2,2.000000 1.000000 0,5.000000-1.000000 0,8.000000 0.000000 0,8.000000 0.000000 1,8.000000 1.000000 0,4.000000 0.000000 1,-1.000000 4.000000-1,1.000000 1.000000-1,-1.000000 4.000000 0,-5.000000 0.000000-1,-10.000000 1.000000-4,-10.000000 0.000000-3,-11.000000-1.000000-2,-3.000000 2.000000-3,2.000000 3.000000-4,3.000000 2.000000-4,2.000000 3.000000-3,4.000000 1.000000 3,5.000000 0.000000 7,5.000000 0.000000 8,6.000000 0.000000 8,-3.000000-2.000000 4,-10.000000-2.000000 1,-11.000000-2.000000 0,-10.000000-3.000000 1,-6.000000-1.000000 0,-4.000000-1.000000-2,-1.000000 1.000000-1,-3.000000 0.000000-2,2.000000-1.000000 0,8.000000 1.000000-1,8.000000 0.000000-1,7.000000-1.000000 0,4.000000 1.000000-1,-4.000000-1.000000 0,-2.000000 1.000000 0,-2.000000 0.000000 0,-7.000000 1.000000-1,-11.000000 2.000000 1,-9.000000 3.000000 0,-11.000000 3.000000 0,-8.000000 1.000000 1,-5.000000 0.000000 2,-5.000000 0.000000 0,-6.000000 0.000000 2,-3.000000 4.000000 0,-3.000000 8.000000-1,-2.000000 7.000000 0,-3.000000 8.000000-1,-5.000000 4.000000-2,-8.000000 0.000000 0,-8.000000 0.000000-3,-7.000000 0.000000 0,-7.000000 0.000000-2,-5.000000 0.000000 1,-6.000000 0.000000-1,-4.000000 0.000000 0,-6.000000 2.000000 0,-4.000000 2.000000 1,-6.000000 2.000000 2,-5.000000 3.000000 0,-2.000000 0.000000 1,3.000000-2.000000 1,3.000000-3.000000 0,3.000000-3.000000 0,-1.000000 2.000000 1,-2.000000 5.000000 1,-3.000000 5.000000-1,-2.000000 5.000000 1,-1.000000 10.000000 1,3.000000 16.000000 1,3.000000 16.000000 2,2.000000 15.000000 0,3.000000 9.000000 1,3.000000 3.000000-2,2.000000 2.000000-2,3.000000 3.000000-2,1.000000 5.000000 0,0.000000 7.000000 0,0.000000 9.000000 0,0.000000 7.000000 0,0.000000 10.000000 0,0.000000 9.000000 1,0.000000 11.000000-1,0.000000 11.000000 1,0.000000-2.000000-2,0.000000-13.000000 0,0.000000-13.000000-1,0.000000-12.000000-1,-2.000000-11.000000 0,-1.000000-8.000000 1,-4.000000-8.000000 1,-2.000000-7.000000 2,-1.000000-3.000000 2,-1.000000 3.000000 4,1.000000 2.000000 4,0.000000 3.000000 4,-1.000000-4.000000 1,1.000000-11.000000-1,0.000000-9.000000-1,-1.000000-11.000000-2,2.000000-10.000000-1,3.000000-6.000000-4,2.000000-9.000000-3,3.000000-7.000000-3,-2.000000-10.000000-11,-5.000000-10.000000-16,-5.000000-10.000000-17,-5.000000-10.000000-16</inkml:trace>
</inkml:ink>
</file>

<file path=ppt/ink/ink8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19"/>
    </inkml:context>
    <inkml:brush xml:id="br0">
      <inkml:brushProperty name="width" value="0.0190103892236948" units="cm"/>
      <inkml:brushProperty name="height" value="0.0190103892236948" units="cm"/>
      <inkml:brushProperty name="color" value="#000000"/>
      <inkml:brushProperty name="ignorePressure" value="0"/>
    </inkml:brush>
  </inkml:definitions>
  <inkml:trace contextRef="#ctx0" brushRef="#br0">19284.000000 34892.000000 771,'22.000000'57.000000'-23,"2.000000"-11.000000"14 ,3.000000-10.000000 14,3.000000-10.000000 15,9.000000-5.000000 6,15.000000 0.000000 2,16.000000-1.000000 0,15.000000 1.000000 1,15.000000 0.000000-1,12.000000-1.000000-4,14.000000 1.000000-5,12.000000 0.000000-3,20.000000-1.000000-3,26.000000 1.000000-3,25.000000 0.000000-2,26.000000 0.000000-4,14.000000-3.000000-1,-1.000000-5.000000-5,0.000000-6.000000-2,1.000000-4.000000-4,-23.000000-3.000000-4,-44.000000 0.000000-5,-43.000000 0.000000-6,-45.000000 0.000000-5,-22.000000 0.000000-5,1.000000 0.000000-6,-1.000000 0.000000-5,1.000000 0.000000-5</inkml:trace>
</inkml:ink>
</file>

<file path=ppt/ink/ink8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19"/>
    </inkml:context>
    <inkml:brush xml:id="br0">
      <inkml:brushProperty name="width" value="0.0220183301717043" units="cm"/>
      <inkml:brushProperty name="height" value="0.0220183301717043" units="cm"/>
      <inkml:brushProperty name="color" value="#000000"/>
      <inkml:brushProperty name="ignorePressure" value="0"/>
    </inkml:brush>
  </inkml:definitions>
  <inkml:trace contextRef="#ctx0" brushRef="#br0">26029.000000 31167.000000 666,'19.000000'-20.000000'-8,"-2.000000"-1.000000"6 ,-3.000000 0.000000 6,-2.000000 1.000000 6,1.000000 1.000000 3,5.000000 7.000000 1,5.000000 4.000000 2,6.000000 5.000000 1,4.000000 3.000000 2,6.000000 0.000000 1,5.000000 0.000000 4,5.000000 0.000000 1,7.000000 0.000000 1,7.000000 0.000000-3,8.000000 0.000000 0,8.000000 0.000000-3,5.000000 3.000000-1,3.000000 5.000000-2,2.000000 4.000000-2,3.000000 7.000000-1,2.000000 0.000000-3,3.000000-2.000000-3,3.000000-3.000000-3,2.000000-2.000000-5,-2.000000-1.000000-5,-9.000000 3.000000-9,-7.000000 3.000000-10,-7.000000 3.000000-9,-10.000000-1.000000-8,-10.000000-2.000000-9,-11.000000-3.000000-7,-9.000000-2.000000-8</inkml:trace>
</inkml:ink>
</file>

<file path=ppt/ink/ink8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0"/>
    </inkml:context>
    <inkml:brush xml:id="br0">
      <inkml:brushProperty name="width" value="0.0194282680749893" units="cm"/>
      <inkml:brushProperty name="height" value="0.0194282680749893" units="cm"/>
      <inkml:brushProperty name="color" value="#000000"/>
      <inkml:brushProperty name="ignorePressure" value="0"/>
    </inkml:brush>
  </inkml:definitions>
  <inkml:trace contextRef="#ctx0" brushRef="#br0">26691.000000 32574.000000 754,'-39.000000'-37.000000'29,"5.000000"7.000000"-7 ,6.000000 8.000000-6,5.000000 8.000000-8,3.000000 3.000000 1,4.000000 1.000000 8,1.000000 0.000000 8,4.000000-1.000000 8,-2.000000 2.000000 0,-5.000000 3.000000-8,-6.000000 2.000000-8,-4.000000 3.000000-8,-2.000000 2.000000-7,3.000000 3.000000-5,2.000000 2.000000-7,3.000000 3.000000-5,2.000000 6.000000-3,-1.000000 7.000000 2,0.000000 7.000000 0,1.000000 9.000000 1,0.000000 3.000000 0,4.000000 1.000000-1,1.000000-1.000000-2,4.000000 0.000000-1,4.000000 1.000000 2,8.000000-1.000000 1,9.000000 1.000000 4,6.000000-1.000000 2,9.000000-2.000000 3,7.000000-6.000000 2,8.000000-4.000000 3,8.000000-6.000000 3,1.000000-3.000000 3,-5.000000-4.000000 3,-5.000000-1.000000 3,-5.000000-4.000000 4,-5.000000 0.000000 1,-1.000000-1.000000 0,-4.000000 0.000000 0,-2.000000 1.000000 0,-9.000000 2.000000 0,-16.000000 5.000000 0,-15.000000 5.000000-1,-15.000000 5.000000-1,-6.000000 1.000000-5,5.000000-6.000000-10,6.000000-5.000000-10,5.000000-5.000000-10,2.000000-4.000000-8,0.000000-2.000000-7,1.000000-4.000000-7,-1.000000-1.000000-6</inkml:trace>
</inkml:ink>
</file>

<file path=ppt/ink/ink8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0"/>
    </inkml:context>
    <inkml:brush xml:id="br0">
      <inkml:brushProperty name="width" value="0.0189575552940369" units="cm"/>
      <inkml:brushProperty name="height" value="0.0189575552940369" units="cm"/>
      <inkml:brushProperty name="color" value="#000000"/>
      <inkml:brushProperty name="ignorePressure" value="0"/>
    </inkml:brush>
  </inkml:definitions>
  <inkml:trace contextRef="#ctx0" brushRef="#br0">26525.000000 32657.000000 773,'42.000000'0.000000'67,"-1.000000"0.000000"-11 ,1.000000 0.000000-13,-1.000000 0.000000-10,0.000000 0.000000-13,1.000000 0.000000-12,-1.000000 0.000000-14,0.000000 0.000000-12,0.000000-1.000000-8,-4.000000-3.000000-2,-2.000000-3.000000-4,-3.000000-2.000000-3</inkml:trace>
</inkml:ink>
</file>

<file path=ppt/ink/ink8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0"/>
    </inkml:context>
    <inkml:brush xml:id="br0">
      <inkml:brushProperty name="width" value="0.0198960658162832" units="cm"/>
      <inkml:brushProperty name="height" value="0.0198960658162832" units="cm"/>
      <inkml:brushProperty name="color" value="#000000"/>
      <inkml:brushProperty name="ignorePressure" value="0"/>
    </inkml:brush>
  </inkml:definitions>
  <inkml:trace contextRef="#ctx0" brushRef="#br0">27022.000000 32367.000000 737,'-19.000000'20.000000'11,"2.000000"-3.000000"9 ,3.000000-3.000000 9,2.000000-3.000000 9,2.000000 4.000000 1,-1.000000 7.000000-8,1.000000 7.000000-6,-1.000000 9.000000-7,1.000000 6.000000-5,0.000000 5.000000-2,-1.000000 5.000000-3,1.000000 6.000000-2,1.000000 2.000000-2,3.000000 0.000000-1,2.000000 0.000000 0,2.000000 0.000000 0,4.000000-4.000000-3,2.000000-7.000000-3,2.000000-9.000000-4,3.000000-7.000000-4,5.000000-6.000000-5,8.000000-6.000000-8,8.000000-5.000000-6,8.000000-5.000000-7,0.000000-5.000000-2,-4.000000-6.000000 2,-6.000000-4.000000 3,-4.000000-6.000000 2,-5.000000-4.000000 2,-2.000000-2.000000 3,-3.000000-3.000000 2,-2.000000-2.000000 2</inkml:trace>
</inkml:ink>
</file>

<file path=ppt/ink/ink8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0"/>
    </inkml:context>
    <inkml:brush xml:id="br0">
      <inkml:brushProperty name="width" value="0.018726734444499" units="cm"/>
      <inkml:brushProperty name="height" value="0.018726734444499" units="cm"/>
      <inkml:brushProperty name="color" value="#000000"/>
      <inkml:brushProperty name="ignorePressure" value="0"/>
    </inkml:brush>
  </inkml:definitions>
  <inkml:trace contextRef="#ctx0" brushRef="#br0">27353.000000 32657.000000 783,'-19.000000'21.000000'79,"2.000000"-1.000000"-20 ,3.000000 1.000000-19,2.000000 0.000000-19,3.000000 3.000000-12,2.000000 9.000000-3,4.000000 7.000000-3,1.000000 8.000000-4,2.000000 3.000000-2,0.000000 1.000000-3,0.000000 0.000000-1,0.000000 0.000000-3,0.000000-5.000000 1,0.000000-6.000000 1,0.000000-9.000000 2,0.000000-8.000000 2,3.000000-5.000000-3,5.000000-7.000000-9,5.000000-4.000000-8,5.000000-5.000000-10,4.000000-10.000000-3,2.000000-12.000000 3,3.000000-13.000000 2,3.000000-14.000000 3,1.000000-5.000000 3,0.000000-1.000000 2,0.000000 0.000000 4,0.000000 0.000000 2,-2.000000 3.000000 4,-6.000000 5.000000 6,-5.000000 6.000000 5,-5.000000 4.000000 5,-4.000000 5.000000 6,-2.000000 6.000000 6,-4.000000 5.000000 5,-1.000000 5.000000 5,-2.000000 7.000000 4,0.000000 7.000000 1,0.000000 8.000000 1,0.000000 8.000000 1,0.000000 9.000000-1,0.000000 10.000000-1,0.000000 10.000000-3,0.000000 11.000000-2,0.000000 0.000000-13,0.000000-10.000000-24,0.000000-11.000000-24,0.000000-10.000000-24</inkml:trace>
</inkml:ink>
</file>

<file path=ppt/ink/ink8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1"/>
    </inkml:context>
    <inkml:brush xml:id="br0">
      <inkml:brushProperty name="width" value="0.0265986677259207" units="cm"/>
      <inkml:brushProperty name="height" value="0.0265986677259207" units="cm"/>
      <inkml:brushProperty name="color" value="#000000"/>
      <inkml:brushProperty name="ignorePressure" value="0"/>
    </inkml:brush>
  </inkml:definitions>
  <inkml:trace contextRef="#ctx0" brushRef="#br0">73039.000000 30878.000000 551,'-2.000000'-39.000000'0,"-1.000000"5.000000"0 ,-4.000000 6.000000 0,-2.000000 4.000000 0,0.000000 4.000000 3,3.000000-1.000000 5,2.000000 0.000000 6,2.000000 1.000000 4,2.000000 5.000000 6,0.000000 14.000000 3,0.000000 13.000000 4,0.000000 12.000000 3,0.000000 14.000000 1,0.000000 12.000000-5,0.000000 14.000000-3,0.000000 12.000000-4,0.000000 13.000000-3,0.000000 13.000000-1,0.000000 14.000000-2,0.000000 12.000000-1,-1.000000 12.000000-1,-3.000000 14.000000 0,-2.000000 13.000000-1,-3.000000 13.000000 1,-2.000000 5.000000-2,1.000000-3.000000-3,0.000000-2.000000-2,-1.000000-3.000000-2,1.000000-13.000000-3,0.000000-23.000000-1,-1.000000-23.000000 0,1.000000-24.000000-3,2.000000-19.000000-1,6.000000-15.000000-4,4.000000-16.000000-4,6.000000-16.000000-2,2.000000-13.000000-7,1.000000-14.000000-8,-1.000000-13.000000-9,0.000000-12.000000-7,2.000000-14.000000-5,2.000000-12.000000-1,3.000000-14.000000 0,2.000000-12.000000-1,-1.000000-2.000000 3,-5.000000 11.000000 6,-5.000000 10.000000 6,-5.000000 11.000000 5</inkml:trace>
</inkml:ink>
</file>

<file path=ppt/ink/ink8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2"/>
    </inkml:context>
    <inkml:brush xml:id="br0">
      <inkml:brushProperty name="width" value="0.025854080915451" units="cm"/>
      <inkml:brushProperty name="height" value="0.025854080915451" units="cm"/>
      <inkml:brushProperty name="color" value="#000000"/>
      <inkml:brushProperty name="ignorePressure" value="0"/>
    </inkml:brush>
  </inkml:definitions>
  <inkml:trace contextRef="#ctx0" brushRef="#br0">73246.000000 30795.000000 567,'-39.000000'0.000000'4,"5.000000"0.000000"2 ,6.000000 0.000000 3,5.000000 0.000000 1,7.000000 2.000000 4,11.000000 6.000000 5,10.000000 5.000000 6,11.000000 5.000000 5,8.000000 2.000000 1,8.000000-4.000000-5,9.000000-1.000000-5,6.000000-4.000000-4,5.000000 0.000000-3,0.000000-1.000000-1,0.000000 0.000000 0,-1.000000 1.000000-2,4.000000-1.000000 0,4.000000 0.000000 0,6.000000 1.000000-2,5.000000-1.000000 0,2.000000-1.000000-1,0.000000-2.000000-2,1.000000-4.000000-1,-1.000000-1.000000-3,1.000000-2.000000 0,-1.000000 0.000000 0,1.000000 0.000000-2,-1.000000 0.000000 1,4.000000 0.000000-1,8.000000 0.000000 1,8.000000 0.000000-1,8.000000 0.000000 1,6.000000 0.000000 1,5.000000 0.000000-1,5.000000 0.000000 0,6.000000 0.000000 0,-1.000000 0.000000 0,-4.000000 0.000000-2,-6.000000 0.000000-1,-5.000000 0.000000-1,-5.000000 0.000000-1,-5.000000 0.000000 1,-6.000000 0.000000 1,-4.000000 0.000000 1,-4.000000 0.000000 0,1.000000 0.000000-1,0.000000 0.000000 1,0.000000 0.000000-1,-1.000000-2.000000 0,1.000000-1.000000 1,0.000000-4.000000 0,0.000000-2.000000 0,1.000000-1.000000 0,2.000000-1.000000 2,4.000000 1.000000 1,1.000000 0.000000 0,4.000000 1.000000 2,2.000000 2.000000 0,2.000000 3.000000 0,3.000000 3.000000 0,-2.000000 0.000000 0,-8.000000-3.000000 1,-8.000000-3.000000-1,-8.000000-2.000000 0,-3.000000-1.000000 0,-1.000000 0.000000 0,1.000000-1.000000 0,-1.000000 1.000000-1,0.000000 1.000000 1,1.000000 2.000000 0,-1.000000 4.000000-1,1.000000 1.000000 0,4.000000 0.000000 0,11.000000-6.000000 0,10.000000-5.000000 0,11.000000-5.000000 0,1.000000-2.000000-1,-8.000000 4.000000 0,-7.000000 1.000000-1,-9.000000 4.000000-1,-7.000000 2.000000 1,-8.000000 2.000000-1,-7.000000 3.000000 0,-9.000000 3.000000 0,-6.000000 0.000000-1,-5.000000-3.000000 0,-5.000000-3.000000 0,-5.000000-2.000000 0,-5.000000 2.000000-1,-1.000000 4.000000 2,-4.000000 6.000000 1,-2.000000 4.000000 1,-1.000000 4.000000 0,-1.000000-1.000000 0,1.000000 0.000000 1,0.000000 1.000000 1,0.000000-2.000000-1,-1.000000-3.000000 1,1.000000-2.000000-1,0.000000-3.000000-1,3.000000-1.000000 1,9.000000 0.000000 0,7.000000 0.000000 0,7.000000 0.000000 0,7.000000 2.000000 0,1.000000 2.000000-1,3.000000 2.000000-1,3.000000 3.000000-1,0.000000 0.000000-1,-3.000000-2.000000-3,-2.000000-3.000000-3,-3.000000-3.000000-3,-3.000000-1.000000-4,-2.000000 0.000000-4,-3.000000 0.000000-6,-2.000000 0.000000-6,-4.000000 1.000000-7,-6.000000 3.000000-13,-4.000000 3.000000-12,-6.000000 2.000000-12</inkml:trace>
</inkml:ink>
</file>

<file path=ppt/ink/ink8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3"/>
    </inkml:context>
    <inkml:brush xml:id="br0">
      <inkml:brushProperty name="width" value="0.0250501576811075" units="cm"/>
      <inkml:brushProperty name="height" value="0.0250501576811075" units="cm"/>
      <inkml:brushProperty name="color" value="#000000"/>
      <inkml:brushProperty name="ignorePressure" value="0"/>
    </inkml:brush>
  </inkml:definitions>
  <inkml:trace contextRef="#ctx0" brushRef="#br0">72749.000000 33154.000000 585,'36.000000'-12.000000'8,"-10.000000"18.000000"10 ,-10.000000 19.000000 10,-11.000000 18.000000 9,-8.000000 14.000000 2,-4.000000 10.000000-5,-6.000000 10.000000-4,-6.000000 11.000000-6,-1.000000 9.000000-3,-1.000000 8.000000-2,0.000000 8.000000-1,1.000000 7.000000-1,-1.000000 3.000000-1,0.000000-3.000000-1,1.000000-2.000000 1,-1.000000-3.000000-1,3.000000-8.000000 0,5.000000-12.000000 0,5.000000-14.000000 0,6.000000-12.000000 0,4.000000-19.000000-18,6.000000-23.000000-31,5.000000-23.000000-34,5.000000-23.000000-33</inkml:trace>
</inkml:ink>
</file>

<file path=ppt/ink/ink8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3"/>
    </inkml:context>
    <inkml:brush xml:id="br0">
      <inkml:brushProperty name="width" value="0.0216949135065079" units="cm"/>
      <inkml:brushProperty name="height" value="0.0216949135065079" units="cm"/>
      <inkml:brushProperty name="color" value="#000000"/>
      <inkml:brushProperty name="ignorePressure" value="0"/>
    </inkml:brush>
  </inkml:definitions>
  <inkml:trace contextRef="#ctx0" brushRef="#br0">73908.000000 32078.000000 676,'-20.000000'-20.000000'23,"4.000000"4.000000"6 ,1.000000 1.000000 3,4.000000 4.000000 5,-5.000000 3.000000-4,-10.000000 5.000000-14,-10.000000 6.000000-14,-10.000000 5.000000-13,-4.000000 6.000000-7,6.000000 8.000000 1,6.000000 8.000000 0,4.000000 7.000000 1,4.000000 6.000000 0,3.000000 2.000000 2,3.000000 3.000000 1,2.000000 2.000000 1,3.000000 1.000000 2,7.000000-3.000000 2,4.000000-3.000000 2,5.000000-2.000000 3,7.000000-5.000000 2,8.000000-4.000000 2,7.000000-6.000000 1,8.000000-4.000000 2,6.000000-4.000000 2,2.000000 1.000000 2,2.000000 0.000000 1,3.000000-1.000000 3,0.000000 0.000000 2,-2.000000-3.000000 1,-3.000000-3.000000 1,-3.000000-2.000000 2,-4.000000-1.000000 1,-4.000000 3.000000-2,-6.000000 3.000000-1,-5.000000 3.000000-1,-7.000000-1.000000-2,-7.000000-2.000000-3,-8.000000-3.000000-2,-8.000000-2.000000-2,-6.000000-2.000000-10,-6.000000 0.000000-16,-4.000000 1.000000-16,-6.000000-1.000000-16,0.000000-2.000000-8,5.000000-6.000000 1,6.000000-4.000000 1,5.000000-6.000000-1</inkml:trace>
</inkml:ink>
</file>

<file path=ppt/ink/ink8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3"/>
    </inkml:context>
    <inkml:brush xml:id="br0">
      <inkml:brushProperty name="width" value="0.0225328542292118" units="cm"/>
      <inkml:brushProperty name="height" value="0.0225328542292118" units="cm"/>
      <inkml:brushProperty name="color" value="#000000"/>
      <inkml:brushProperty name="ignorePressure" value="0"/>
    </inkml:brush>
  </inkml:definitions>
  <inkml:trace contextRef="#ctx0" brushRef="#br0">73784.000000 32285.000000 650,'41.000000'-2.000000'84,"0.000000"-2.000000"-13 ,1.000000-2.000000-13,-1.000000-3.000000-14,2.000000-3.000000-10,2.000000-2.000000-8,3.000000-3.000000-8,2.000000-2.000000-7,2.000000-1.000000-7,0.000000 4.000000-6,0.000000 1.000000-5,-1.000000 4.000000-6,-3.000000 2.000000-7,-8.000000 2.000000-12,-7.000000 3.000000-10,-9.000000 3.000000-11</inkml:trace>
</inkml:ink>
</file>

<file path=ppt/ink/ink8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4"/>
    </inkml:context>
    <inkml:brush xml:id="br0">
      <inkml:brushProperty name="width" value="0.023218272253871" units="cm"/>
      <inkml:brushProperty name="height" value="0.023218272253871" units="cm"/>
      <inkml:brushProperty name="color" value="#000000"/>
      <inkml:brushProperty name="ignorePressure" value="0"/>
    </inkml:brush>
  </inkml:definitions>
  <inkml:trace contextRef="#ctx0" brushRef="#br0">74363.000000 31912.000000 631,'-19.000000'44.000000'114,"2.000000"5.000000"-26 ,3.000000 6.000000-28,2.000000 4.000000-25,2.000000 4.000000-16,-1.000000 3.000000-2,1.000000 3.000000-5,0.000000 2.000000-2,-1.000000 1.000000-3,1.000000 1.000000-3,0.000000-1.000000-2,-1.000000 1.000000-2,3.000000-6.000000-6,6.000000-10.000000-9,4.000000-11.000000-9,6.000000-9.000000-8,5.000000-10.000000-9,5.000000-8.000000-5,5.000000-7.000000-6,6.000000-8.000000-6,-1.000000-6.000000 2,-4.000000-1.000000 11,-6.000000-4.000000 9,-5.000000-2.000000 11,-3.000000-3.000000 6,0.000000-2.000000 3,1.000000-3.000000 3,-1.000000-2.000000 3</inkml:trace>
</inkml:ink>
</file>

<file path=ppt/ink/ink8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4"/>
    </inkml:context>
    <inkml:brush xml:id="br0">
      <inkml:brushProperty name="width" value="0.0224990025162697" units="cm"/>
      <inkml:brushProperty name="height" value="0.0224990025162697" units="cm"/>
      <inkml:brushProperty name="color" value="#000000"/>
      <inkml:brushProperty name="ignorePressure" value="0"/>
    </inkml:brush>
  </inkml:definitions>
  <inkml:trace contextRef="#ctx0" brushRef="#br0">74901.000000 32243.000000 651,'0.000000'42.000000'126,"0.000000"-1.000000"-32 ,0.000000 0.000000-31,0.000000 1.000000-32,0.000000-2.000000-18,0.000000-3.000000-3,0.000000-2.000000-3,0.000000-2.000000-2,1.000000-2.000000-6,3.000000 0.000000-6,3.000000 0.000000-7,2.000000 0.000000-7,4.000000-4.000000-3,5.000000-8.000000 0,5.000000-7.000000-1,5.000000-8.000000 1,6.000000-7.000000-2,5.000000-5.000000-1,5.000000-4.000000-1,5.000000-7.000000-1,1.000000-5.000000 0,-2.000000-8.000000 2,-3.000000-9.000000 3,-2.000000-6.000000 3,-3.000000-4.000000 2,-2.000000 3.000000 3,-3.000000 3.000000 2,-3.000000 2.000000 4,-4.000000 6.000000 0,-4.000000 7.000000 0,-6.000000 8.000000 0,-5.000000 8.000000-1,-5.000000 6.000000 7,-6.000000 6.000000 17,-5.000000 4.000000 15,-4.000000 6.000000 15,-4.000000 5.000000 7,1.000000 5.000000-5,0.000000 5.000000-3,-1.000000 6.000000-4,1.000000 4.000000-5,0.000000 6.000000-7,-1.000000 5.000000-6,1.000000 5.000000-8,2.000000 0.000000-11,6.000000-5.000000-19,4.000000-5.000000-17,6.000000-5.000000-19,4.000000-6.000000-4,2.000000-5.000000 6,3.000000-4.000000 7,2.000000-6.000000 7</inkml:trace>
</inkml:ink>
</file>

<file path=ppt/ink/ink8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4"/>
    </inkml:context>
    <inkml:brush xml:id="br0">
      <inkml:brushProperty name="width" value="0.024609137326479" units="cm"/>
      <inkml:brushProperty name="height" value="0.024609137326479" units="cm"/>
      <inkml:brushProperty name="color" value="#000000"/>
      <inkml:brushProperty name="ignorePressure" value="0"/>
    </inkml:brush>
  </inkml:definitions>
  <inkml:trace contextRef="#ctx0" brushRef="#br0">76101.000000 32367.000000 595,'-18.000000'-22.000000'18,"5.000000"-2.000000"1 ,5.000000-3.000000 1,6.000000-3.000000 1,-1.000000 1.000000-3,-5.000000 6.000000-5,-5.000000 5.000000-6,-5.000000 5.000000-5,-2.000000 5.000000-3,-1.000000 6.000000 1,0.000000 4.000000 1,1.000000 6.000000 1,-1.000000 6.000000 0,0.000000 8.000000 2,0.000000 8.000000 1,1.000000 8.000000 2,-1.000000 4.000000 0,0.000000 4.000000 0,1.000000 1.000000 0,-1.000000 4.000000 0,3.000000-2.000000-2,5.000000-5.000000-2,5.000000-5.000000-2,6.000000-6.000000-3,7.000000-5.000000-1,10.000000-9.000000 3,11.000000-7.000000 0,10.000000-9.000000 3,6.000000-8.000000-4,-1.000000-10.000000-7,1.000000-11.000000-7,-1.000000-10.000000-9,2.000000-8.000000-3,2.000000-5.000000 0,3.000000-6.000000 0,2.000000-4.000000 0,-1.000000-5.000000 3,-5.000000-2.000000 6,-5.000000-2.000000 6,-5.000000-3.000000 7,-6.000000 0.000000 4,-5.000000 2.000000 5,-5.000000 3.000000 3,-5.000000 3.000000 4,-4.000000 6.000000 3,-2.000000 10.000000 4,-3.000000 11.000000 3,-3.000000 10.000000 4,-2.000000 9.000000 2,-3.000000 8.000000 1,-3.000000 8.000000 0,-2.000000 8.000000 0,-1.000000 8.000000 1,0.000000 11.000000-1,-1.000000 10.000000 0,1.000000 11.000000-1,-2.000000 7.000000 0,-2.000000 6.000000-3,-3.000000 4.000000-2,-2.000000 6.000000-2,0.000000 1.000000-4,2.000000-2.000000-5,3.000000-3.000000-7,2.000000-3.000000-4,3.000000-2.000000-9,2.000000-3.000000-11,3.000000-2.000000-11,3.000000-3.000000-11,1.000000-6.000000-9,0.000000-6.000000-5,0.000000-9.000000-5,0.000000-8.000000-7</inkml:trace>
</inkml:ink>
</file>

<file path=ppt/ink/ink8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5"/>
    </inkml:context>
    <inkml:brush xml:id="br0">
      <inkml:brushProperty name="width" value="0.0252869073301554" units="cm"/>
      <inkml:brushProperty name="height" value="0.0252869073301554" units="cm"/>
      <inkml:brushProperty name="color" value="#000000"/>
      <inkml:brushProperty name="ignorePressure" value="0"/>
    </inkml:brush>
  </inkml:definitions>
  <inkml:trace contextRef="#ctx0" brushRef="#br0">76722.000000 32119.000000 580,'-18.000000'40.000000'115,"5.000000"-2.000000"-25 ,5.000000-3.000000-26,5.000000-3.000000-26,3.000000-1.000000-15,0.000000 0.000000-3,0.000000 0.000000-4,0.000000 0.000000-3,3.000000-1.000000-6,5.000000-3.000000-9,5.000000-2.000000-10,5.000000-3.000000-10,2.000000-3.000000-2,1.000000-2.000000 1,0.000000-3.000000 3,0.000000-2.000000 2,1.000000-5.000000 2,2.000000-4.000000 0,3.000000-6.000000 0,3.000000-4.000000 1,2.000000-8.000000-1,3.000000-7.000000 0,3.000000-7.000000-1,2.000000-9.000000 0,-1.000000-5.000000 0,-6.000000-2.000000 3,-4.000000-3.000000 2,-6.000000-2.000000 2,-4.000000 1.000000 4,-2.000000 5.000000 5,-3.000000 5.000000 5,-2.000000 5.000000 5,-4.000000 9.000000 4,-6.000000 9.000000 6,-4.000000 11.000000 4,-6.000000 10.000000 4,-2.000000 13.000000 1,-1.000000 16.000000-1,1.000000 15.000000-3,0.000000 16.000000-2,-2.000000 7.000000-1,-2.000000 0.000000-1,-3.000000 1.000000 0,-2.000000-1.000000 0,-1.000000 1.000000-2,3.000000-1.000000-3,3.000000 0.000000-4,2.000000 1.000000-2,2.000000-3.000000-4,0.000000-6.000000 0,-1.000000-4.000000-3,1.000000-6.000000 0,-3.000000-3.000000-5,-5.000000-4.000000-4,-5.000000-1.000000-6,-6.000000-4.000000-5,-4.000000-3.000000-5,-6.000000-5.000000-5,-5.000000-6.000000-6,-5.000000-4.000000-5,1.000000-6.000000 0,8.000000-5.000000 3,8.000000-6.000000 5,7.000000-4.000000 5,3.000000-2.000000-1,-3.000000 3.000000-5,-2.000000 3.000000-4,-2.000000 2.000000-4</inkml:trace>
</inkml:ink>
</file>

<file path=ppt/ink/ink8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5"/>
    </inkml:context>
    <inkml:brush xml:id="br0">
      <inkml:brushProperty name="width" value="0.0241519771516323" units="cm"/>
      <inkml:brushProperty name="height" value="0.0241519771516323" units="cm"/>
      <inkml:brushProperty name="color" value="#000000"/>
      <inkml:brushProperty name="ignorePressure" value="0"/>
    </inkml:brush>
  </inkml:definitions>
  <inkml:trace contextRef="#ctx0" brushRef="#br0">76184.000000 33526.000000 607,'-21.000000'119.000000'171,"0.000000"-10.000000"-48 ,1.000000-11.000000-49,-1.000000-10.000000-50,2.000000-7.000000-25,2.000000-2.000000-5,3.000000-2.000000-5,2.000000-4.000000-4,2.000000-5.000000-8,-1.000000-12.000000-11,1.000000-9.000000-13,0.000000-11.000000-12</inkml:trace>
</inkml:ink>
</file>

<file path=ppt/ink/ink8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5"/>
    </inkml:context>
    <inkml:brush xml:id="br0">
      <inkml:brushProperty name="width" value="0.0237988270819187" units="cm"/>
      <inkml:brushProperty name="height" value="0.0237988270819187" units="cm"/>
      <inkml:brushProperty name="color" value="#000000"/>
      <inkml:brushProperty name="ignorePressure" value="0"/>
    </inkml:brush>
  </inkml:definitions>
  <inkml:trace contextRef="#ctx0" brushRef="#br0">76184.000000 33443.000000 616,'1.000000'-37.000000'2,"3.000000"7.000000"3 ,2.000000 8.000000 4,3.000000 8.000000 3,3.000000 5.000000 4,2.000000 2.000000 5,3.000000 3.000000 6,3.000000 3.000000 4,0.000000 6.000000 1,1.000000 11.000000-1,0.000000 10.000000-2,-1.000000 10.000000-2,1.000000 9.000000-3,0.000000 8.000000-4,-1.000000 8.000000-3,1.000000 8.000000-5,0.000000 2.000000-1,-1.000000-3.000000-2,1.000000-2.000000 0,0.000000-2.000000-1,0.000000-8.000000-2,-1.000000-9.000000 1,1.000000-11.000000-2,0.000000-10.000000 0,1.000000-8.000000-1,2.000000-5.000000-1,3.000000-5.000000-2,3.000000-6.000000-1,5.000000-11.000000-1,8.000000-18.000000-2,7.000000-18.000000-3,8.000000-18.000000-1,6.000000-15.000000-4,2.000000-10.000000-6,2.000000-10.000000-6,3.000000-11.000000-6,-5.000000 7.000000-2,-13.000000 23.000000 2,-13.000000 24.000000 3,-13.000000 22.000000 3,-6.000000 11.000000-4,0.000000-2.000000-8,0.000000-4.000000-8,-1.000000-1.000000-10</inkml:trace>
</inkml:ink>
</file>

<file path=ppt/ink/ink8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6"/>
    </inkml:context>
    <inkml:brush xml:id="br0">
      <inkml:brushProperty name="width" value="0.0202596839517355" units="cm"/>
      <inkml:brushProperty name="height" value="0.0202596839517355" units="cm"/>
      <inkml:brushProperty name="color" value="#000000"/>
      <inkml:brushProperty name="ignorePressure" value="0"/>
    </inkml:brush>
  </inkml:definitions>
  <inkml:trace contextRef="#ctx0" brushRef="#br0">77508.000000 33816.000000 723,'-19.000000'-14.000000'15,"2.000000"12.000000"11 ,3.000000 14.000000 13,2.000000 12.000000 11,3.000000 9.000000 1,2.000000 2.000000-12,4.000000 2.000000-11,1.000000 3.000000-12,5.000000-1.000000-8,5.000000-5.000000-4,5.000000-6.000000-3,5.000000-5.000000-5,2.000000-4.000000-3,1.000000-7.000000 1,0.000000-4.000000-1,-1.000000-5.000000-1,2.000000-6.000000 2,3.000000-5.000000 0,2.000000-4.000000 3,3.000000-7.000000 1,0.000000-4.000000 0,-3.000000-5.000000 0,-3.000000-6.000000-1,-2.000000-5.000000 0,-4.000000-1.000000 0,-5.000000 3.000000 2,-5.000000 2.000000 1,-5.000000 2.000000 3,-8.000000 6.000000-1,-11.000000 8.000000-1,-10.000000 7.000000 0,-10.000000 8.000000-2,-4.000000 7.000000-6,2.000000 5.000000-11,3.000000 5.000000-11,3.000000 5.000000-10,4.000000 2.000000-6,4.000000 1.000000 1,6.000000 0.000000 0,5.000000 0.000000 2</inkml:trace>
</inkml:ink>
</file>

<file path=ppt/ink/ink8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26"/>
    </inkml:context>
    <inkml:brush xml:id="br0">
      <inkml:brushProperty name="width" value="0.0226553920656443" units="cm"/>
      <inkml:brushProperty name="height" value="0.0226553920656443" units="cm"/>
      <inkml:brushProperty name="color" value="#000000"/>
      <inkml:brushProperty name="ignorePressure" value="0"/>
    </inkml:brush>
  </inkml:definitions>
  <inkml:trace contextRef="#ctx0" brushRef="#br0">77839.000000 33857.000000 647,'38.000000'-19.000000'4,"-9.000000"2.000000"9 ,-7.000000 3.000000 8,-7.000000 2.000000 8,-4.000000 3.000000 4,3.000000 3.000000-3,3.000000 2.000000-2,3.000000 2.000000-2,0.000000 5.000000-1,1.000000 5.000000 0,0.000000 5.000000-1,-1.000000 5.000000-1,0.000000 5.000000-1,-3.000000 5.000000-4,-3.000000 6.000000-5,-3.000000 5.000000-3,0.000000 0.000000-4,-1.000000-6.000000-3,1.000000-4.000000-4,-1.000000-6.000000-3,0.000000-2.000000-3,1.000000-1.000000-2,-1.000000 1.000000-3,0.000000 0.000000-2,2.000000-4.000000-2,2.000000-8.000000-2,3.000000-8.000000-1,2.000000-7.000000-3,5.000000-11.000000 0,4.000000-13.000000-1,6.000000-13.000000-1,4.000000-12.000000-1,5.000000-7.000000 2,2.000000 0.000000 4,3.000000-1.000000 5,3.000000 1.000000 4,-1.000000 4.000000 4,-2.000000 8.000000 3,-3.000000 7.000000 3,-2.000000 8.000000 4,-7.000000 13.000000 1,-10.000000 18.000000 3,-11.000000 19.000000 2,-9.000000 17.000000 1,-6.000000 12.000000 2,0.000000 5.000000-2,0.000000 5.000000-1,0.000000 6.000000-2,0.000000-1.000000 1,0.000000-4.000000 1,0.000000-6.000000 1,0.000000-5.000000 1,2.000000-7.000000 0,6.000000-7.000000-2,5.000000-8.000000-2,5.000000-8.000000-1,4.000000-10.000000-1,3.000000-13.000000 0,2.000000-13.000000 0,2.000000-13.000000 0,1.000000-6.000000 0,-3.000000-1.000000-2,-2.000000 1.000000-1,-3.000000 0.000000-1,-1.000000-3.000000-2,-1.000000-6.000000 0,1.000000-4.000000-1,0.000000-5.000000-2,-2.000000 2.000000-9,-2.000000 10.000000-21,-3.000000 11.000000-19,-2.000000 10.000000-19</inkml:trace>
</inkml:ink>
</file>

<file path=ppt/ink/ink8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34"/>
    </inkml:context>
    <inkml:brush xml:id="br0">
      <inkml:brushProperty name="width" value="0.0214082580059767" units="cm"/>
      <inkml:brushProperty name="height" value="0.0214082580059767" units="cm"/>
      <inkml:brushProperty name="color" value="#000000"/>
      <inkml:brushProperty name="ignorePressure" value="0"/>
    </inkml:brush>
  </inkml:definitions>
  <inkml:trace contextRef="#ctx0" brushRef="#br0">26443.000000 34271.000000 685,'-39.000000'-1.000000'21,"5.000000"-3.000000"2 ,6.000000-3.000000 2,4.000000-2.000000 1,5.000000 2.000000 1,2.000000 4.000000 0,3.000000 6.000000-1,2.000000 4.000000 1,2.000000 6.000000-2,0.000000 5.000000-3,-1.000000 6.000000-3,1.000000 4.000000-4,-2.000000 6.000000-3,-2.000000 4.000000-3,-3.000000 6.000000-2,-2.000000 6.000000-3,-2.000000 3.000000-5,1.000000 2.000000-5,-1.000000 3.000000-6,0.000000 3.000000-6,3.000000-1.000000-7,5.000000-6.000000-9,5.000000-5.000000-8,6.000000-5.000000-8</inkml:trace>
</inkml:ink>
</file>

<file path=ppt/ink/ink8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34"/>
    </inkml:context>
    <inkml:brush xml:id="br0">
      <inkml:brushProperty name="width" value="0.0216957312077284" units="cm"/>
      <inkml:brushProperty name="height" value="0.0216957312077284" units="cm"/>
      <inkml:brushProperty name="color" value="#000000"/>
      <inkml:brushProperty name="ignorePressure" value="0"/>
    </inkml:brush>
  </inkml:definitions>
  <inkml:trace contextRef="#ctx0" brushRef="#br0">26443.000000 34147.000000 676,'-37.000000'23.000000'40,"12.000000"6.000000"-4 ,9.000000 4.000000-7,11.000000 6.000000-4,5.000000 4.000000-5,0.000000 2.000000-3,0.000000 3.000000-1,0.000000 2.000000-4,2.000000 2.000000-1,6.000000 0.000000-1,5.000000-1.000000-1,5.000000 1.000000-1,4.000000-1.000000-1,3.000000-4.000000 2,2.000000-1.000000-1,3.000000-4.000000 1,-1.000000-5.000000 1,-1.000000-12.000000-1,-4.000000-9.000000 0,-2.000000-11.000000 1,1.000000-11.000000-2,6.000000-14.000000-2,4.000000-12.000000-2,6.000000-13.000000-2,3.000000-12.000000-6,-1.000000-11.000000-7,0.000000-9.000000-7,1.000000-11.000000-8,-3.000000 1.000000-4,-6.000000 14.000000 1,-4.000000 12.000000 1,-6.000000 13.000000 0,-4.000000 9.000000-2,-2.000000 6.000000-7,-3.000000 4.000000-6,-2.000000 6.000000-6</inkml:trace>
</inkml:ink>
</file>

<file path=ppt/ink/ink8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34"/>
    </inkml:context>
    <inkml:brush xml:id="br0">
      <inkml:brushProperty name="width" value="0.0177269261330366" units="cm"/>
      <inkml:brushProperty name="height" value="0.0177269261330366" units="cm"/>
      <inkml:brushProperty name="color" value="#000000"/>
      <inkml:brushProperty name="ignorePressure" value="0"/>
    </inkml:brush>
  </inkml:definitions>
  <inkml:trace contextRef="#ctx0" brushRef="#br0">27146.000000 34809.000000 827,'-37.000000'39.000000'29,"7.000000"-6.000000"-1 ,8.000000-4.000000-2,8.000000-6.000000-3,6.000000-2.000000-2,5.000000-1.000000-4,6.000000 1.000000-5,5.000000 0.000000-2,3.000000-2.000000-5,3.000000-2.000000-4,3.000000-3.000000-3,3.000000-2.000000-4,2.000000-4.000000 0,2.000000-6.000000 1,3.000000-4.000000 2,3.000000-6.000000 3,0.000000-8.000000 0,-3.000000-9.000000 1,-2.000000-12.000000-1,-3.000000-9.000000 1,-4.000000-5.000000 0,-5.000000 3.000000 0,-6.000000 3.000000 0,-4.000000 3.000000-1,-3.000000 1.000000 1,0.000000 4.000000 0,0.000000 2.000000 0,0.000000 3.000000 0,-3.000000 5.000000-6,-4.000000 7.000000-13,-6.000000 9.000000-12,-5.000000 7.000000-13,-3.000000 4.000000-5,0.000000 0.000000 5,1.000000 0.000000 4,-1.000000 0.000000 4</inkml:trace>
</inkml:ink>
</file>

<file path=ppt/ink/ink8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34"/>
    </inkml:context>
    <inkml:brush xml:id="br0">
      <inkml:brushProperty name="width" value="0.0196456424891949" units="cm"/>
      <inkml:brushProperty name="height" value="0.0196456424891949" units="cm"/>
      <inkml:brushProperty name="color" value="#000000"/>
      <inkml:brushProperty name="ignorePressure" value="0"/>
    </inkml:brush>
  </inkml:definitions>
  <inkml:trace contextRef="#ctx0" brushRef="#br0">27436.000000 34643.000000 746,'0.000000'42.000000'98,"0.000000"-1.000000"-25 ,0.000000 1.000000-26,0.000000-1.000000-24,1.000000-1.000000-16,3.000000-2.000000-2,2.000000-4.000000-4,3.000000-1.000000-4,2.000000-3.000000-2,-1.000000-3.000000-1,1.000000-3.000000 1,-1.000000-2.000000-2,4.000000-9.000000 1,8.000000-15.000000-1,8.000000-17.000000 1,7.000000-14.000000-1,2.000000-7.000000-1,-5.000000 2.000000-1,-6.000000 3.000000-2,-5.000000 3.000000-1,-3.000000 4.000000-2,-3.000000 4.000000 1,-3.000000 6.000000-1,-2.000000 5.000000 0,-2.000000 5.000000 2,0.000000 6.000000 3,1.000000 4.000000 4,-1.000000 6.000000 4,0.000000 5.000000 3,1.000000 5.000000 2,-1.000000 6.000000 3,0.000000 4.000000 3,1.000000 2.000000 2,-1.000000-3.000000 3,0.000000-3.000000 2,1.000000-2.000000 3,0.000000-2.000000 0,4.000000-3.000000-2,1.000000-3.000000-2,4.000000-2.000000-2,3.000000-11.000000-4,5.000000-18.000000-9,6.000000-18.000000-6,5.000000-18.000000-8,0.000000-4.000000-3,-6.000000 11.000000 0,-4.000000 9.000000 0,-6.000000 12.000000 0,-2.000000 3.000000-6,-1.000000-3.000000-12,1.000000-2.000000-11,0.000000-3.000000-11</inkml:trace>
</inkml:ink>
</file>

<file path=ppt/ink/ink8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4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4055.000000 42175.000000 999,'-1.000000'-38.000000'-5,"-3.000000"9.000000"-11 ,-3.000000 7.000000-10,-2.000000 7.000000-11,0.000000 4.000000-2,3.000000-3.000000 7,2.000000-3.000000 7,3.000000-3.000000 7,-1.000000 1.000000 5,-2.000000 2.000000 2,-2.000000 3.000000 4,-3.000000 2.000000 3</inkml:trace>
</inkml:ink>
</file>

<file path=ppt/ink/ink8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49"/>
    </inkml:context>
    <inkml:brush xml:id="br0">
      <inkml:brushProperty name="width" value="0.0212661735713482" units="cm"/>
      <inkml:brushProperty name="height" value="0.0212661735713482" units="cm"/>
      <inkml:brushProperty name="color" value="#000000"/>
      <inkml:brushProperty name="ignorePressure" value="0"/>
    </inkml:brush>
  </inkml:definitions>
  <inkml:trace contextRef="#ctx0" brushRef="#br0">3889.000000 41513.000000 689,'-37.000000'0.000000'-59,"7.000000"0.000000"15 ,8.000000 0.000000 14,8.000000 0.000000 16,5.000000-1.000000 8,2.000000-3.000000 1,4.000000-3.000000 2,1.000000-2.000000 1,1.000000 0.000000 1,-3.000000 3.000000 0,-2.000000 2.000000 0,-3.000000 2.000000 1,0.000000 1.000000 0,2.000000-3.000000 1,3.000000-2.000000 2,3.000000-3.000000 0,1.000000-2.000000 2,0.000000 1.000000 0,0.000000 0.000000 2,0.000000-1.000000 0,0.000000 1.000000 3,0.000000 0.000000 4,0.000000-1.000000 3,0.000000 1.000000 5,0.000000 2.000000 0,0.000000 6.000000-2,0.000000 4.000000-3,0.000000 6.000000-4,2.000000 9.000000 0,6.000000 13.000000 0,5.000000 12.000000 0,5.000000 14.000000 1,4.000000 16.000000-1,3.000000 21.000000-1,2.000000 21.000000-1,3.000000 21.000000-1,-1.000000 20.000000 1,-1.000000 21.000000 1,-4.000000 20.000000 1,-2.000000 22.000000 1,-2.000000 7.000000 0,-4.000000-6.000000-1,-1.000000-4.000000-3,-4.000000-5.000000-2,-3.000000-4.000000 0,-5.000000 1.000000 0,-6.000000 0.000000 0,-5.000000 0.000000 1,-3.000000-1.000000 0,-4.000000-3.000000-2,-1.000000-3.000000-1,-4.000000-2.000000-1,2.000000-3.000000-1,5.000000-2.000000-1,5.000000-3.000000 0,6.000000-2.000000-1,2.000000-5.000000 1,0.000000-4.000000 1,0.000000-6.000000 1,0.000000-5.000000 1,0.000000-6.000000 0,0.000000-8.000000 0,0.000000-8.000000-2,0.000000-8.000000 0,0.000000-2.000000-1,0.000000 2.000000-2,0.000000 3.000000-1,0.000000 3.000000-1,0.000000 1.000000 0,0.000000 0.000000 0,0.000000-1.000000 1,0.000000 1.000000 0,0.000000-6.000000 0,0.000000-14.000000 1,0.000000-12.000000 0,0.000000-14.000000 0,0.000000-8.000000 0,0.000000-6.000000 0,0.000000-5.000000-1,0.000000-5.000000 0,0.000000-2.000000 0,0.000000-1.000000-1,0.000000 0.000000 0,0.000000 1.000000-1,0.000000-3.000000 1,0.000000-6.000000-1,0.000000-4.000000 1,0.000000-6.000000-1,0.000000-6.000000-3,0.000000-8.000000-4,0.000000-8.000000-6,0.000000-7.000000-4,1.000000-10.000000-5,3.000000-9.000000-2,2.000000-12.000000-4,3.000000-9.000000-2,3.000000-11.000000-1,2.000000-10.000000 3,3.000000-11.000000 2,3.000000-10.000000 2,0.000000-3.000000 1,1.000000 1.000000-1,0.000000 4.000000-1,-1.000000 2.000000-1</inkml:trace>
</inkml:ink>
</file>

<file path=ppt/ink/ink8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49"/>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4262.000000 40851.000000 999,'0.000000'-56.000000'-46,"0.000000"13.000000"5 ,0.000000 14.000000 5,0.000000 12.000000 4,0.000000 5.000000 6,0.000000-2.000000 7,0.000000-3.000000 5,0.000000-2.000000 7,0.000000-1.000000 4,0.000000 4.000000-1,0.000000 1.000000 1,0.000000 4.000000 0</inkml:trace>
</inkml:ink>
</file>

<file path=ppt/ink/ink8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1"/>
    </inkml:context>
    <inkml:brush xml:id="br0">
      <inkml:brushProperty name="width" value="0.0244916994124651" units="cm"/>
      <inkml:brushProperty name="height" value="0.0244916994124651" units="cm"/>
      <inkml:brushProperty name="color" value="#000000"/>
      <inkml:brushProperty name="ignorePressure" value="0"/>
    </inkml:brush>
  </inkml:definitions>
  <inkml:trace contextRef="#ctx0" brushRef="#br0">3931.000000 40851.000000 598,'5.000000'-37.000000'3,"11.000000"12.000000"1 ,9.000000 9.000000 1,12.000000 11.000000 2,9.000000 5.000000 1,11.000000 0.000000 0,10.000000 0.000000 1,11.000000 0.000000-1,11.000000 0.000000 1,13.000000 0.000000 0,13.000000 0.000000 1,13.000000 0.000000-1,9.000000 1.000000-1,6.000000 3.000000 0,4.000000 3.000000-1,6.000000 2.000000-1,7.000000 0.000000-1,11.000000-3.000000 1,10.000000-2.000000 0,10.000000-3.000000 0,4.000000-1.000000 0,-2.000000 0.000000 1,-3.000000 0.000000 1,-2.000000 0.000000-1,-3.000000 0.000000 1,-3.000000 0.000000-2,-2.000000 0.000000 0,-3.000000 0.000000 0,4.000000 0.000000-1,10.000000 0.000000 0,11.000000 0.000000 0,10.000000 0.000000 0,0.000000 0.000000 0,-10.000000 0.000000 0,-11.000000 0.000000 0,-10.000000 0.000000 1,-1.000000 2.000000-1,8.000000 1.000000-1,7.000000 4.000000-1,8.000000 2.000000-2,4.000000 3.000000 1,0.000000 2.000000 0,0.000000 3.000000 0,0.000000 2.000000 1,-2.000000 0.000000 0,-2.000000-2.000000-2,-2.000000-2.000000-2,-3.000000-4.000000-1,-1.000000 1.000000-2,4.000000 2.000000 0,2.000000 3.000000 0,3.000000 2.000000-2,-3.000000-1.000000 2,-8.000000-5.000000 2,-8.000000-5.000000 1,-7.000000-5.000000 2,-1.000000-3.000000 0,4.000000 0.000000 0,6.000000 0.000000-1,5.000000 0.000000-1,-3.000000 0.000000 0,-10.000000 0.000000 1,-10.000000 0.000000 2,-10.000000 0.000000 0,-5.000000-2.000000 1,3.000000-2.000000-1,3.000000-2.000000-1,2.000000-3.000000-1,-4.000000-1.000000 1,-10.000000-1.000000 0,-10.000000 1.000000 1,-11.000000 0.000000 1,-5.000000 0.000000 0,1.000000 4.000000 0,-1.000000 2.000000 0,0.000000 3.000000-1,1.000000 1.000000 0,3.000000 0.000000 0,3.000000 0.000000 0,2.000000 0.000000-1,9.000000 1.000000 0,16.000000 3.000000 0,15.000000 2.000000 0,16.000000 4.000000-1,0.000000 0.000000 1,-16.000000 0.000000 0,-15.000000 1.000000 0,-16.000000-1.000000 1,-3.000000-1.000000 0,7.000000-3.000000 0,8.000000-2.000000-2,7.000000-2.000000 0,8.000000-4.000000 0,4.000000-2.000000 0,5.000000-2.000000 0,6.000000-3.000000 1,-2.000000-3.000000 0,-7.000000-2.000000 1,-8.000000-3.000000 1,-8.000000-2.000000 0,2.000000-1.000000 1,14.000000 4.000000-1,12.000000 1.000000 1,14.000000 4.000000 1,2.000000 0.000000-1,-8.000000 1.000000-1,-7.000000 0.000000-1,-9.000000-1.000000-1,-1.000000 2.000000-1,1.000000 3.000000 1,4.000000 2.000000-1,2.000000 3.000000 1,3.000000 1.000000 0,6.000000 0.000000 0,6.000000 0.000000 0,4.000000 0.000000 1,-1.000000 0.000000 0,-8.000000 0.000000 0,-7.000000 0.000000 1,-9.000000 0.000000-1,1.000000 0.000000 1,8.000000 0.000000 0,7.000000 0.000000 0,8.000000 0.000000-1,-1.000000 0.000000 1,-11.000000 0.000000-1,-10.000000 0.000000 0,-10.000000 0.000000 0,-2.000000 0.000000 1,9.000000 0.000000 0,6.000000 0.000000 1,9.000000 0.000000 2,1.000000-2.000000-1,-5.000000-1.000000 0,-5.000000-4.000000 0,-6.000000-2.000000 0,-7.000000-1.000000-2,-11.000000-1.000000 0,-10.000000 1.000000-1,-10.000000 0.000000 0,-6.000000 1.000000-1,1.000000 2.000000-1,-1.000000 3.000000 0,1.000000 3.000000 0,-9.000000 1.000000-1,-14.000000 0.000000-1,-17.000000 0.000000-1,-14.000000 0.000000-2,-21.000000-1.000000-12,-22.000000-3.000000-26,-24.000000-3.000000-24,-23.000000-2.000000-26</inkml:trace>
</inkml:ink>
</file>

<file path=ppt/ink/ink8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2"/>
    </inkml:context>
    <inkml:brush xml:id="br0">
      <inkml:brushProperty name="width" value="0.0258799325674772" units="cm"/>
      <inkml:brushProperty name="height" value="0.0258799325674772" units="cm"/>
      <inkml:brushProperty name="color" value="#000000"/>
      <inkml:brushProperty name="ignorePressure" value="0"/>
    </inkml:brush>
  </inkml:definitions>
  <inkml:trace contextRef="#ctx0" brushRef="#br0">28512.000000 40395.000000 566,'-2.000000'38.000000'2,"-1.000000"-8.000000"4 ,-4.000000-8.000000 3,-2.000000-8.000000 4,0.000000 1.000000 2,3.000000 11.000000 3,2.000000 11.000000 1,2.000000 9.000000 3,2.000000 12.000000 0,0.000000 13.000000-1,0.000000 13.000000 0,0.000000 13.000000-1,-1.000000 13.000000-1,-3.000000 13.000000-1,-2.000000 13.000000 0,-3.000000 13.000000 0,-3.000000 14.000000-1,-2.000000 15.000000 0,-3.000000 16.000000-1,-2.000000 16.000000-1,-3.000000 11.000000-1,-3.000000 8.000000-1,-2.000000 7.000000 0,-3.000000 9.000000-2,2.000000 7.000000 0,4.000000 8.000000-1,6.000000 8.000000 0,5.000000 7.000000-2,3.000000 4.000000 0,0.000000 1.000000-3,-1.000000-1.000000-2,1.000000 0.000000-2,1.000000 2.000000-1,2.000000 2.000000-1,4.000000 3.000000-1,1.000000 2.000000 0,2.000000-7.000000-2,0.000000-19.000000-1,0.000000-17.000000-1,0.000000-19.000000-2,0.000000-12.000000 0,0.000000-9.000000 1,0.000000-7.000000-1,0.000000-8.000000 1,0.000000-8.000000 1,0.000000-7.000000 1,0.000000-8.000000 1,0.000000-8.000000 2,-1.000000-3.000000 0,-3.000000 3.000000 0,-2.000000 3.000000 1,-3.000000 2.000000 0,-6.000000-1.000000-1,-7.000000-5.000000 1,-7.000000-5.000000-1,-9.000000-6.000000 0,-3.000000-6.000000 0,-1.000000-8.000000-2,1.000000-7.000000-2,0.000000-9.000000 0,-2.000000-3.000000-2,-2.000000 0.000000-2,-3.000000 0.000000-2,-3.000000 0.000000-2,2.000000-5.000000-2,5.000000-6.000000-2,5.000000-9.000000-2,6.000000-7.000000-2,4.000000-12.000000 1,6.000000-16.000000 3,5.000000-15.000000 4,5.000000-15.000000 2,1.000000-9.000000-3,-2.000000 1.000000-10,-3.000000 0.000000-12,-2.000000-1.000000-9</inkml:trace>
</inkml:ink>
</file>

<file path=ppt/ink/ink8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2"/>
    </inkml:context>
    <inkml:brush xml:id="br0">
      <inkml:brushProperty name="width" value="0.0163574442267418" units="cm"/>
      <inkml:brushProperty name="height" value="0.0163574442267418" units="cm"/>
      <inkml:brushProperty name="color" value="#000000"/>
      <inkml:brushProperty name="ignorePressure" value="0"/>
    </inkml:brush>
  </inkml:definitions>
  <inkml:trace contextRef="#ctx0" brushRef="#br0">4427.000000 48631.000000 896,'-22.000000'-19.000000'-1,"-2.000000"6.000000"-4 ,-3.000000 6.000000-2,-3.000000 4.000000-3,1.000000 3.000000 0,6.000000 0.000000 4,5.000000 0.000000 5,5.000000 0.000000 4,3.000000 1.000000 2,-1.000000 3.000000 1,1.000000 3.000000 1,0.000000 2.000000 0,1.000000 6.000000 1,2.000000 11.000000 0,3.000000 10.000000 0,3.000000 11.000000 0,1.000000 10.000000-1,0.000000 10.000000-1,0.000000 11.000000-2,0.000000 10.000000 0,0.000000 14.000000-1,0.000000 18.000000 1,0.000000 18.000000 2,0.000000 19.000000 1,0.000000 11.000000 0,0.000000 5.000000-1,0.000000 6.000000 1,0.000000 4.000000-2,0.000000 2.000000 1,0.000000-2.000000-2,0.000000-4.000000-1,0.000000-1.000000 0,0.000000-5.000000-2,0.000000-5.000000 0,0.000000-5.000000-2,0.000000-5.000000-1,0.000000-12.000000-2,0.000000-18.000000-2,0.000000-18.000000-4,0.000000-18.000000-2,0.000000-15.000000-2,0.000000-10.000000-1,0.000000-10.000000 0,0.000000-10.000000-1,5.000000-10.000000-1,11.000000-7.000000-3,10.000000-8.000000-3,10.000000-8.000000-2,1.000000-3.000000 0,-7.000000-1.000000 1,-8.000000 0.000000 3,-8.000000 1.000000 3</inkml:trace>
</inkml:ink>
</file>

<file path=ppt/ink/ink8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3"/>
    </inkml:context>
    <inkml:brush xml:id="br0">
      <inkml:brushProperty name="width" value="0.0243271924555302" units="cm"/>
      <inkml:brushProperty name="height" value="0.0243271924555302" units="cm"/>
      <inkml:brushProperty name="color" value="#000000"/>
      <inkml:brushProperty name="ignorePressure" value="0"/>
    </inkml:brush>
  </inkml:definitions>
  <inkml:trace contextRef="#ctx0" brushRef="#br0">4262.000000 52314.000000 602,'-20.000000'19.000000'0,"4.000000"-2.000000"-2 ,1.000000-3.000000-1,4.000000-2.000000-2,8.000000-2.000000 4,16.000000 0.000000 6,16.000000 1.000000 7,15.000000-1.000000 6,11.000000-1.000000 3,9.000000-3.000000-5,7.000000-2.000000-2,8.000000-2.000000-4,8.000000-2.000000-1,12.000000 0.000000 1,9.000000 0.000000 0,11.000000 0.000000 1,12.000000 0.000000 0,13.000000 0.000000 0,12.000000 0.000000 0,13.000000 0.000000 0,14.000000-4.000000-1,12.000000-8.000000-3,13.000000-7.000000-3,13.000000-8.000000-2,6.000000-3.000000 0,-4.000000 3.000000 1,-2.000000 2.000000 1,-2.000000 3.000000 1,0.000000 1.000000 0,2.000000 1.000000-3,2.000000-1.000000-3,4.000000 0.000000-3,-5.000000-1.000000-1,-10.000000-2.000000 1,-10.000000-3.000000-1,-11.000000-3.000000 0,-1.000000 0.000000 0,8.000000 3.000000 0,8.000000 2.000000 1,7.000000 3.000000 0,-1.000000 3.000000-1,-10.000000 2.000000 1,-10.000000 3.000000-1,-11.000000 2.000000 1,-7.000000 2.000000-1,-2.000000 0.000000 3,-2.000000-1.000000 0,-4.000000 1.000000 2,5.000000-2.000000 0,10.000000-2.000000 1,11.000000-3.000000 0,9.000000-2.000000 0,-3.000000 0.000000 0,-18.000000 2.000000 0,-18.000000 2.000000 0,-19.000000 4.000000 0,-3.000000 2.000000 1,10.000000 2.000000 1,10.000000 3.000000 2,11.000000 3.000000 2,6.000000 1.000000 1,3.000000 0.000000-2,2.000000 0.000000-1,3.000000 0.000000-1,-3.000000 1.000000 0,-7.000000 3.000000 0,-8.000000 3.000000 1,-8.000000 2.000000 0,2.000000 1.000000 0,14.000000 1.000000 0,13.000000-1.000000 0,12.000000 0.000000 0,4.000000-1.000000-1,-5.000000-2.000000 0,-5.000000-3.000000-1,-5.000000-3.000000 0,-6.000000 0.000000 0,-9.000000 3.000000 0,-7.000000 3.000000 1,-8.000000 2.000000 0,12.000000 2.000000 2,31.000000 3.000000 0,30.000000 3.000000 2,32.000000 3.000000 0,12.000000 2.000000 1,-9.000000 2.000000-2,-7.000000 3.000000-1,-8.000000 3.000000-1,-7.000000-1.000000-1,-9.000000-6.000000 1,-7.000000-5.000000-1,-8.000000-5.000000-1,2.000000-4.000000 1,10.000000-3.000000 2,10.000000-2.000000 0,10.000000-2.000000 1,2.000000-4.000000 0,-8.000000-2.000000 1,-8.000000-2.000000 0,-7.000000-3.000000 0,-1.000000-5.000000 0,8.000000-8.000000-3,8.000000-8.000000-3,8.000000-8.000000-2,-1.000000-3.000000 0,-11.000000 0.000000-1,-10.000000-1.000000 1,-11.000000 1.000000 0,0.000000 0.000000-1,11.000000-1.000000 0,10.000000 1.000000 0,11.000000-1.000000-1,-7.000000 2.000000-1,-24.000000 3.000000 1,-22.000000 2.000000 1,-24.000000 3.000000-1,-8.000000 2.000000 0,9.000000 3.000000-1,7.000000 2.000000-2,7.000000 3.000000 0,-7.000000 4.000000-1,-23.000000 5.000000 2,-24.000000 5.000000 1,-23.000000 6.000000 1,-11.000000 0.000000 1,-1.000000-1.000000 0,1.000000-4.000000-1,-1.000000-2.000000 1,-6.000000 0.000000 0,-13.000000 3.000000-1,-13.000000 2.000000 0,-13.000000 2.000000-1,-8.000000 2.000000 0,-6.000000 0.000000 0,-6.000000 0.000000-2,-4.000000 0.000000 1,-9.000000 0.000000-5,-14.000000 0.000000-6,-12.000000 0.000000-7,-13.000000 0.000000-7,-7.000000 0.000000-3,0.000000 0.000000 3,1.000000 0.000000 2,-1.000000 0.000000 2,0.000000-1.000000-2,1.000000-3.000000-5,-1.000000-2.000000-7,0.000000-3.000000-5</inkml:trace>
</inkml:ink>
</file>

<file path=ppt/ink/ink8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4"/>
    </inkml:context>
    <inkml:brush xml:id="br0">
      <inkml:brushProperty name="width" value="0.0252881031483412" units="cm"/>
      <inkml:brushProperty name="height" value="0.0252881031483412" units="cm"/>
      <inkml:brushProperty name="color" value="#000000"/>
      <inkml:brushProperty name="ignorePressure" value="0"/>
    </inkml:brush>
  </inkml:definitions>
  <inkml:trace contextRef="#ctx0" brushRef="#br0">35629.000000 39733.000000 579,'-19.000000'-19.000000'-1,"2.000000"2.000000"-3 ,3.000000 3.000000-3,2.000000 2.000000-2,3.000000 2.000000 0,3.000000 0.000000 4,2.000000-1.000000 5,3.000000 1.000000 3,1.000000 5.000000 3,0.000000 10.000000 1,0.000000 10.000000-1,0.000000 11.000000 1,1.000000 13.000000 0,3.000000 15.000000 1,2.000000 16.000000 1,3.000000 16.000000 0,4.000000 21.000000 2,5.000000 29.000000 3,6.000000 28.000000 1,4.000000 29.000000 3,2.000000 26.000000 0,-3.000000 27.000000 0,-2.000000 26.000000-2,-3.000000 25.000000 0,-3.000000 17.000000 0,-2.000000 8.000000 0,-3.000000 8.000000 0,-2.000000 8.000000 1,-3.000000-3.000000 0,-3.000000-13.000000-1,-2.000000-13.000000-1,-3.000000-13.000000-1,-1.000000-16.000000-1,0.000000-17.000000-1,0.000000-19.000000-1,0.000000-17.000000-2,3.000000-6.000000-1,5.000000 8.000000-1,5.000000 7.000000-1,5.000000 9.000000-1,1.000000 1.000000-1,-2.000000-6.000000-1,-3.000000-5.000000-1,-2.000000-4.000000-1,-3.000000-6.000000-1,-3.000000-6.000000 3,-2.000000-4.000000 0,-3.000000-5.000000 2,1.000000-10.000000 0,2.000000-12.000000 0,2.000000-14.000000-1,3.000000-12.000000-1,0.000000-10.000000-1,-2.000000-4.000000 1,-3.000000-6.000000-1,-3.000000-5.000000 0,0.000000-4.000000 1,3.000000-2.000000 0,3.000000-3.000000 1,2.000000-3.000000 0,0.000000-3.000000 1,-3.000000-6.000000-3,-2.000000-4.000000 0,-3.000000-6.000000-3,-1.000000-9.000000-1,0.000000-13.000000-2,0.000000-13.000000-3,0.000000-13.000000-1,0.000000-17.000000-5,0.000000-20.000000-10,0.000000-21.000000-9,0.000000-21.000000-8,0.000000-14.000000-4,0.000000-7.000000 2,0.000000-9.000000 2,0.000000-7.000000 2,0.000000-4.000000 0,0.000000 0.000000 0,0.000000 0.000000 0,0.000000 0.000000 0</inkml:trace>
</inkml:ink>
</file>

<file path=ppt/ink/ink8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5"/>
    </inkml:context>
    <inkml:brush xml:id="br0">
      <inkml:brushProperty name="width" value="0.0231093391776085" units="cm"/>
      <inkml:brushProperty name="height" value="0.0231093391776085" units="cm"/>
      <inkml:brushProperty name="color" value="#000000"/>
      <inkml:brushProperty name="ignorePressure" value="0"/>
    </inkml:brush>
  </inkml:definitions>
  <inkml:trace contextRef="#ctx0" brushRef="#br0">36085.000000 40313.000000 634,'46.000000'-170.000000'3,"11.000000"35.000000"2 ,10.000000 32.000000 4,11.000000 35.000000 4,12.000000 21.000000 0,16.000000 11.000000 1,16.000000 10.000000 0,15.000000 11.000000 0,13.000000 10.000000-1,10.000000 10.000000-1,11.000000 10.000000-1,10.000000 11.000000-2,7.000000 6.000000 0,2.000000 3.000000-1,3.000000 3.000000 1,2.000000 2.000000 0,10.000000-1.000000-1,19.000000-6.000000 1,18.000000-4.000000 0,18.000000-6.000000 0,11.000000-5.000000 0,6.000000-5.000000-1,5.000000-5.000000 0,5.000000-6.000000-1,3.000000-2.000000-1,0.000000 0.000000-1,-1.000000 0.000000-2,1.000000 0.000000-3,2.000000-1.000000 0,6.000000-3.000000 1,4.000000-2.000000 0,6.000000-3.000000 1,1.000000-3.000000 0,-2.000000-2.000000 0,-4.000000-3.000000 1,-1.000000-2.000000 0,-5.000000 1.000000 1,-5.000000 5.000000 1,-4.000000 5.000000 1,-7.000000 5.000000 1,1.000000 1.000000 0,5.000000-6.000000-3,6.000000-5.000000-2,4.000000-5.000000-2,-1.000000 0.000000 0,-7.000000 5.000000 2,-9.000000 5.000000 1,-7.000000 6.000000 2,-4.000000 0.000000 0,0.000000-2.000000-4,0.000000-2.000000-4,0.000000-3.000000-3,-3.000000-2.000000-1,-4.000000 1.000000 2,-6.000000 0.000000 1,-5.000000-1.000000 2,-4.000000 1.000000 0,-3.000000 0.000000-2,-2.000000-1.000000 0,-3.000000 1.000000-2,0.000000 2.000000 0,3.000000 6.000000 2,3.000000 4.000000 2,2.000000 6.000000 1,0.000000 2.000000 1,-3.000000 1.000000 0,-2.000000-1.000000 2,-3.000000 0.000000 0,5.000000 1.000000 0,14.000000-1.000000 0,12.000000 0.000000-1,13.000000 1.000000 1,6.000000-2.000000-1,-4.000000-3.000000-1,-1.000000-2.000000 1,-4.000000-2.000000 0,2.000000-4.000000-1,5.000000-2.000000 0,6.000000-2.000000-1,4.000000-3.000000 1,4.000000 0.000000-1,3.000000 2.000000 0,3.000000 3.000000 1,2.000000 3.000000-1,-3.000000 1.000000 1,-7.000000 0.000000-1,-8.000000 0.000000 1,-8.000000 0.000000 0,0.000000 3.000000 1,8.000000 4.000000-1,8.000000 6.000000 2,8.000000 6.000000-1,2.000000-1.000000 2,-3.000000-5.000000 0,-2.000000-6.000000 1,-3.000000-4.000000 0,-6.000000-3.000000 1,-10.000000 0.000000 0,-11.000000 0.000000 0,-10.000000 0.000000 0,-2.000000 0.000000 0,8.000000 0.000000 0,8.000000 0.000000-1,8.000000 0.000000-1,-9.000000 0.000000 0,-26.000000 0.000000-1,-26.000000 0.000000 0,-26.000000 0.000000 0,0.000000-1.000000 0,26.000000-3.000000 1,26.000000-3.000000 1,26.000000-2.000000 2,-2.000000 0.000000-1,-28.000000 3.000000 1,-28.000000 2.000000-2,-29.000000 3.000000 0,-13.000000 1.000000-1,3.000000 0.000000-2,2.000000 0.000000-3,3.000000 0.000000-3,-8.000000 1.000000 0,-18.000000 3.000000 0,-18.000000 2.000000 2,-18.000000 3.000000 0,-12.000000 2.000000 0,-5.000000-1.000000 1,-5.000000 0.000000-1,-5.000000 1.000000 1,-4.000000 0.000000 0,-3.000000 3.000000-1,-2.000000 3.000000-1,-3.000000 3.000000-2,-8.000000-2.000000 1,-13.000000-5.000000-2,-12.000000-6.000000 1,-14.000000-4.000000-2,-13.000000-3.000000 0,-17.000000 0.000000-3,-14.000000 0.000000-3,-17.000000 0.000000-2,-14.000000-1.000000-5,-17.000000-3.000000-5,-15.000000-3.000000-5,-15.000000-2.000000-6,-2.000000 0.000000-1,14.000000 3.000000 2,12.000000 2.000000 2,13.000000 3.000000 3,8.000000-1.000000 3,2.000000-1.000000 3,4.000000-4.000000 4,1.000000-2.000000 2</inkml:trace>
</inkml:ink>
</file>

<file path=ppt/ink/ink8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5"/>
    </inkml:context>
    <inkml:brush xml:id="br0">
      <inkml:brushProperty name="width" value="0.0263768769800663" units="cm"/>
      <inkml:brushProperty name="height" value="0.0263768769800663" units="cm"/>
      <inkml:brushProperty name="color" value="#000000"/>
      <inkml:brushProperty name="ignorePressure" value="0"/>
    </inkml:brush>
  </inkml:definitions>
  <inkml:trace contextRef="#ctx0" brushRef="#br0">67369.000000 40271.000000 556,'39.000000'60.000000'-6,"-5.000000"-6.000000"1 ,-6.000000-5.000000 2,-4.000000-5.000000 2,-5.000000 3.000000 4,-2.000000 10.000000 7,-3.000000 10.000000 8,-2.000000 11.000000 6,-2.000000 9.000000 5,0.000000 12.000000 0,1.000000 9.000000 0,-1.000000 11.000000 0,-1.000000 8.000000 0,-2.000000 5.000000-4,-4.000000 5.000000-2,-1.000000 5.000000-3,-6.000000 12.000000-1,-8.000000 18.000000-1,-7.000000 18.000000 0,-8.000000 19.000000 0,-6.000000 13.000000-2,-2.000000 11.000000 0,-2.000000 10.000000-3,-3.000000 10.000000 0,-2.000000 14.000000-2,1.000000 15.000000 0,0.000000 15.000000 0,-1.000000 16.000000-1,1.000000 9.000000-2,0.000000 3.000000-2,-1.000000 2.000000-3,1.000000 3.000000-4,1.000000-5.000000 0,2.000000-9.000000-1,3.000000-11.000000-1,3.000000-10.000000 0,2.000000-9.000000 0,3.000000-8.000000 0,2.000000-8.000000 0,3.000000-7.000000 0,2.000000-14.000000 0,-1.000000-17.000000 0,0.000000-19.000000 1,1.000000-18.000000 1,0.000000-10.000000 0,3.000000-2.000000 0,3.000000-4.000000 0,3.000000-1.000000 1,0.000000-10.000000 0,1.000000-16.000000 2,0.000000-15.000000 0,-1.000000-15.000000 2,2.000000-12.000000-1,3.000000-8.000000 0,2.000000-8.000000-2,3.000000-7.000000-1,-1.000000-7.000000-2,-2.000000-5.000000-3,-2.000000-5.000000-5,-3.000000-5.000000-3,-3.000000-7.000000-4,-2.000000-8.000000-6,-3.000000-7.000000-5,-2.000000-8.000000-5,-3.000000-8.000000-7,-3.000000-8.000000-9,-2.000000-7.000000-9,-3.000000-8.000000-9</inkml:trace>
</inkml:ink>
</file>

<file path=ppt/ink/ink8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7"/>
    </inkml:context>
    <inkml:brush xml:id="br0">
      <inkml:brushProperty name="width" value="0.0251885484904051" units="cm"/>
      <inkml:brushProperty name="height" value="0.0251885484904051" units="cm"/>
      <inkml:brushProperty name="color" value="#000000"/>
      <inkml:brushProperty name="ignorePressure" value="0"/>
    </inkml:brush>
  </inkml:definitions>
  <inkml:trace contextRef="#ctx0" brushRef="#br0">36167.000000 50989.000000 582,'60.000000'18.000000'8,"-6.000000"-5.000000"2 ,-5.000000-5.000000 1,-5.000000-5.000000 2,5.000000-2.000000 1,16.000000 3.000000 1,15.000000 2.000000 3,16.000000 3.000000 0,13.000000 2.000000 1,10.000000-1.000000-1,10.000000 0.000000-2,11.000000 1.000000-1,4.000000 0.000000-1,1.000000 4.000000-1,0.000000 1.000000 0,0.000000 4.000000-1,7.000000 1.000000-1,17.000000-1.000000 0,14.000000 1.000000-2,16.000000 0.000000 0,15.000000-3.000000-1,12.000000-5.000000-2,13.000000-6.000000-2,14.000000-4.000000-2,10.000000-4.000000 1,11.000000-3.000000 0,11.000000-3.000000 2,10.000000-2.000000 0,7.000000-8.000000 0,6.000000-12.000000-2,5.000000-14.000000-2,5.000000-13.000000-2,4.000000-7.000000 0,3.000000-3.000000 2,2.000000-2.000000 3,3.000000-4.000000 2,6.000000 0.000000-1,11.000000 0.000000-2,10.000000-1.000000-4,10.000000 1.000000-3,5.000000 1.000000-1,1.000000 2.000000-2,-1.000000 3.000000-1,1.000000 3.000000 0,-5.000000 2.000000-1,-7.000000 3.000000-1,-8.000000 2.000000-1,-8.000000 3.000000-1,-11.000000 5.000000 1,-16.000000 8.000000 1,-15.000000 8.000000 2,-16.000000 7.000000 1,-7.000000 6.000000 2,4.000000 2.000000 1,1.000000 3.000000 1,4.000000 2.000000 1,-5.000000 5.000000 2,-10.000000 4.000000 1,-10.000000 6.000000 2,-10.000000 4.000000 1,-1.000000 5.000000 1,11.000000 2.000000 1,10.000000 3.000000 0,11.000000 2.000000 2,2.000000-1.000000-2,-5.000000-5.000000-2,-6.000000-5.000000-4,-4.000000-5.000000-2,-4.000000-2.000000-1,-3.000000 3.000000 0,-3.000000 2.000000 2,-2.000000 3.000000 0,3.000000 0.000000 0,7.000000-2.000000-1,8.000000-3.000000-1,8.000000-3.000000-2,1.000000 0.000000 2,-5.000000 3.000000 1,-6.000000 3.000000 3,-4.000000 2.000000 3,1.000000 0.000000 2,8.000000-3.000000 0,7.000000-2.000000 2,8.000000-2.000000 0,4.000000-4.000000 1,0.000000-2.000000-2,0.000000-2.000000 0,0.000000-3.000000-1,-5.000000-2.000000-1,-11.000000 1.000000 0,-9.000000 0.000000-1,-12.000000-1.000000 1,-1.000000 2.000000 0,4.000000 3.000000 2,6.000000 2.000000 2,4.000000 3.000000 1,-5.000000 1.000000 0,-19.000000 0.000000-3,-18.000000 0.000000-2,-18.000000 0.000000-2,-7.000000 1.000000-2,6.000000 3.000000 0,5.000000 2.000000 0,5.000000 3.000000-1,-7.000000 3.000000 0,-17.000000 2.000000 1,-19.000000 3.000000 1,-18.000000 3.000000 0,-4.000000-1.000000 2,6.000000-2.000000 0,9.000000-3.000000 1,7.000000-2.000000 2,-1.000000-2.000000 0,-10.000000 0.000000-2,-11.000000 1.000000 0,-10.000000-1.000000-2,-9.000000 0.000000 0,-7.000000 1.000000 0,-9.000000-1.000000-1,-7.000000 0.000000 0,-5.000000 1.000000 0,1.000000-1.000000-3,0.000000 0.000000-1,0.000000 1.000000-2,-3.000000-2.000000-1,-5.000000-3.000000 0,-5.000000-2.000000-1,-5.000000-3.000000-1,-10.000000 1.000000-1,-12.000000 2.000000 1,-13.000000 2.000000-1,-13.000000 3.000000 0,-15.000000-4.000000-11,-15.000000-10.000000-23,-15.000000-10.000000-21,-16.000000-11.000000-22</inkml:trace>
</inkml:ink>
</file>

<file path=ppt/ink/ink8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7"/>
    </inkml:context>
    <inkml:brush xml:id="br0">
      <inkml:brushProperty name="width" value="0.0243846680969" units="cm"/>
      <inkml:brushProperty name="height" value="0.0243846680969" units="cm"/>
      <inkml:brushProperty name="color" value="#000000"/>
      <inkml:brushProperty name="ignorePressure" value="0"/>
    </inkml:brush>
  </inkml:definitions>
  <inkml:trace contextRef="#ctx0" brushRef="#br0">77880.000000 40437.000000 601,'-37.000000'-1.000000'1,"7.000000"-3.000000"7 ,8.000000-3.000000 5,8.000000-2.000000 6,8.000000 5.000000 3,7.000000 13.000000-1,8.000000 13.000000-1,8.000000 13.000000 0,9.000000 27.000000 0,10.000000 42.000000-1,10.000000 41.000000 0,11.000000 41.000000 0,0.000000 47.000000-1,-10.000000 51.000000 0,-11.000000 52.000000-2,-10.000000 52.000000-1,-13.000000 33.000000-1,-16.000000 12.000000-1,-15.000000 13.000000-1,-16.000000 13.000000-1,-6.000000-8.000000 0,3.000000-28.000000 0,2.000000-28.000000 2,3.000000-29.000000-1,4.000000-30.000000 0,9.000000-31.000000-3,7.000000-31.000000-2,8.000000-31.000000-3,7.000000-23.000000-2,5.000000-16.000000-3,5.000000-15.000000 0,5.000000-15.000000-3,4.000000-17.000000 1,2.000000-14.000000 1,4.000000-17.000000 2,1.000000-14.000000 2,1.000000-19.000000-3,-3.000000-21.000000-9,-2.000000-20.000000-8,-3.000000-21.000000-9,0.000000-18.000000-4,2.000000-16.000000 0,3.000000-15.000000-2,3.000000-16.000000 0,0.000000-19.000000-1,-3.000000-23.000000-1,-2.000000-23.000000-2,-3.000000-24.000000-1,-3.000000-4.000000 1,-2.000000 16.000000 3,-3.000000 15.000000 3,-2.000000 16.000000 3</inkml:trace>
</inkml:ink>
</file>

<file path=ppt/ink/ink8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8"/>
    </inkml:context>
    <inkml:brush xml:id="br0">
      <inkml:brushProperty name="width" value="0.0205591563135386" units="cm"/>
      <inkml:brushProperty name="height" value="0.0205591563135386" units="cm"/>
      <inkml:brushProperty name="color" value="#000000"/>
      <inkml:brushProperty name="ignorePressure" value="0"/>
    </inkml:brush>
  </inkml:definitions>
  <inkml:trace contextRef="#ctx0" brushRef="#br0">78625.000000 40727.000000 713,'-14.000000'-127.000000'6,"13.000000"36.000000"3 ,12.000000 37.000000 3,14.000000 36.000000 3,20.000000 18.000000 3,29.000000 0.000000 1,28.000000 0.000000 2,29.000000 0.000000 3,27.000000 0.000000-1,25.000000 0.000000-3,27.000000 0.000000-2,25.000000 0.000000-3,21.000000 1.000000-3,16.000000 3.000000-2,15.000000 3.000000-3,15.000000 2.000000-2,16.000000 2.000000-2,16.000000 3.000000-1,15.000000 3.000000 1,16.000000 3.000000-1,13.000000-1.000000 1,10.000000-2.000000 1,10.000000-3.000000 2,10.000000-2.000000 2,5.000000-6.000000-2,-3.000000-7.000000-3,-3.000000-8.000000-3,-2.000000-8.000000-4,1.000000-5.000000-2,5.000000-3.000000 1,6.000000-2.000000-1,4.000000-2.000000 0,0.000000 0.000000-1,-9.000000 6.000000-1,-7.000000 5.000000-1,-8.000000 5.000000 0,-10.000000 2.000000 0,-14.000000 1.000000 3,-12.000000 0.000000 2,-13.000000-1.000000 3,-8.000000 2.000000 2,-2.000000 3.000000-1,-3.000000 2.000000 1,-3.000000 3.000000-1,-14.000000 6.000000 1,-26.000000 10.000000 0,-25.000000 11.000000 0,-27.000000 10.000000 1,-16.000000 6.000000 1,-8.000000-1.000000 0,-8.000000 1.000000 1,-7.000000-1.000000 0,-15.000000-1.000000 0,-21.000000-2.000000-1,-20.000000-3.000000-3,-21.000000-3.000000-1,-11.000000-2.000000-1,-3.000000-3.000000 1,-3.000000-3.000000 0,-2.000000-2.000000 1,0.000000-1.000000 1,2.000000 0.000000 1,3.000000-1.000000 3,2.000000 1.000000 1,-3.000000-2.000000 2,-11.000000-2.000000 0,-10.000000-2.000000 2,-10.000000-4.000000 1,-11.000000 1.000000-2,-10.000000 2.000000-2,-11.000000 3.000000-5,-9.000000 2.000000-2,-10.000000 2.000000-7,-8.000000 0.000000-10,-7.000000-1.000000-9,-8.000000 1.000000-11,-6.000000-2.000000-7,-1.000000-2.000000-4,-4.000000-3.000000-3,-2.000000-2.000000-5</inkml:trace>
</inkml:ink>
</file>

<file path=ppt/ink/ink8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4:58"/>
    </inkml:context>
    <inkml:brush xml:id="br0">
      <inkml:brushProperty name="width" value="0.0174328666180372" units="cm"/>
      <inkml:brushProperty name="height" value="0.0174328666180372" units="cm"/>
      <inkml:brushProperty name="color" value="#000000"/>
      <inkml:brushProperty name="ignorePressure" value="0"/>
    </inkml:brush>
  </inkml:definitions>
  <inkml:trace contextRef="#ctx0" brushRef="#br0">77839.000000 47306.000000 841,'-21.000000'58.000000'-10,"1.000000"-7.000000"3 ,-1.000000-8.000000 3,0.000000-8.000000 2,2.000000 1.000000 3,2.000000 10.000000 0,3.000000 11.000000 2,2.000000 10.000000 2,2.000000 15.000000 1,0.000000 17.000000 2,-1.000000 19.000000 3,1.000000 18.000000 2,0.000000 15.000000 1,-1.000000 13.000000-2,1.000000 14.000000-2,-1.000000 12.000000 0,1.000000 8.000000-2,0.000000 2.000000 1,-1.000000 3.000000-1,1.000000 3.000000 1,1.000000-6.000000 0,3.000000-12.000000 0,2.000000-14.000000 1,2.000000-12.000000-1,4.000000-17.000000 0,2.000000-21.000000-4,2.000000-21.000000-2,3.000000-20.000000-4,4.000000-21.000000-7,5.000000-20.000000-10,5.000000-22.000000-12,6.000000-20.000000-11,-2.000000-10.000000-1,-8.000000 0.000000 7,-7.000000-1.000000 7,-8.000000 1.000000 8,-3.000000-1.000000 2,3.000000 1.000000 0,3.000000 0.000000-2,2.000000-1.000000 0</inkml:trace>
</inkml:ink>
</file>

<file path=ppt/ink/ink8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94682.000000 41513.000000 999,'-37.000000'-117.000000'-44,"11.000000"17.000000"5 ,11.000000 14.000000 6,10.000000 16.000000 6,3.000000 10.000000 6,-1.000000 1.000000 6,-4.000000 4.000000 5,-2.000000 2.000000 6,-1.000000 4.000000 5,-1.000000 5.000000 2,1.000000 5.000000 4,0.000000 5.000000 2,-3.000000 6.000000 0,-5.000000 5.000000-3,-6.000000 4.000000-4,-4.000000 6.000000-4,0.000000 3.000000-2,4.000000 0.000000-2,6.000000-1.000000-1,5.000000 1.000000-1,3.000000 0.000000 0,0.000000-1.000000-1,-1.000000 1.000000 1,1.000000 0.000000-1</inkml:trace>
</inkml:ink>
</file>

<file path=ppt/ink/ink8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0"/>
    </inkml:context>
    <inkml:brush xml:id="br0">
      <inkml:brushProperty name="width" value="0.022577203810215" units="cm"/>
      <inkml:brushProperty name="height" value="0.022577203810215" units="cm"/>
      <inkml:brushProperty name="color" value="#000000"/>
      <inkml:brushProperty name="ignorePressure" value="0"/>
    </inkml:brush>
  </inkml:definitions>
  <inkml:trace contextRef="#ctx0" brushRef="#br0">94019.000000 40561.000000 649,'-95.000000'75.000000'-2,"15.000000"-15.000000"2 ,15.000000-17.000000 0,16.000000-14.000000 0,13.000000-8.000000 2,10.000000-1.000000-1,10.000000 1.000000 1,11.000000 0.000000 1,9.000000-3.000000 2,8.000000-5.000000 5,7.000000-6.000000 4,8.000000-4.000000 6,7.000000-3.000000 2,5.000000 0.000000 1,4.000000 0.000000-1,7.000000 0.000000 1,3.000000 0.000000-1,2.000000 0.000000-3,3.000000 0.000000-1,3.000000 0.000000-2,4.000000 0.000000-1,5.000000 0.000000 1,5.000000 0.000000 0,5.000000 0.000000 1,10.000000 0.000000-1,16.000000 0.000000-3,16.000000 0.000000-3,15.000000 0.000000-3,16.000000 0.000000-3,15.000000 0.000000-2,15.000000 0.000000-3,17.000000 0.000000-2,7.000000 1.000000-1,-1.000000 3.000000 0,1.000000 3.000000 1,0.000000 2.000000 0,4.000000 1.000000 2,8.000000 0.000000 1,7.000000 1.000000 1,8.000000-1.000000 1,-1.000000-1.000000 2,-11.000000-2.000000-1,-10.000000-3.000000 0,-10.000000-3.000000 1,0.000000-1.000000-1,10.000000 0.000000 0,10.000000 0.000000 0,11.000000 0.000000 0,0.000000 0.000000-1,-11.000000 0.000000 0,-10.000000 0.000000-2,-10.000000 0.000000 0,-5.000000 0.000000 0,-1.000000 0.000000 0,1.000000 0.000000 0,-1.000000 0.000000 0,-4.000000 0.000000 0,-11.000000 0.000000-1,-11.000000 0.000000-2,-9.000000 0.000000-1,-11.000000 0.000000 0,-11.000000 0.000000 0,-9.000000 0.000000 1,-11.000000 0.000000-1,-7.000000 0.000000 1,-2.000000 0.000000 0,-2.000000 0.000000 1,-4.000000 0.000000 0,-3.000000 1.000000 0,-5.000000 3.000000 0,-6.000000 2.000000-1,-4.000000 4.000000 0,-9.000000 0.000000 0,-9.000000 0.000000 0,-12.000000 1.000000 2,-9.000000-1.000000-1,-3.000000 0.000000 2,5.000000 1.000000 0,5.000000-1.000000 0,6.000000 0.000000 1,-1.000000-1.000000 0,-4.000000-2.000000-1,-6.000000-3.000000-1,-5.000000-3.000000 0,-3.000000 0.000000-1,1.000000 3.000000 1,-1.000000 3.000000-2,0.000000 2.000000 1,-1.000000 0.000000-3,-2.000000-3.000000-5,-3.000000-2.000000-4,-3.000000-3.000000-6,-3.000000 1.000000-4,-6.000000 2.000000-7,-5.000000 2.000000-5,-5.000000 3.000000-7</inkml:trace>
</inkml:ink>
</file>

<file path=ppt/ink/ink8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1"/>
    </inkml:context>
    <inkml:brush xml:id="br0">
      <inkml:brushProperty name="width" value="0.0234514195472002" units="cm"/>
      <inkml:brushProperty name="height" value="0.0234514195472002" units="cm"/>
      <inkml:brushProperty name="color" value="#000000"/>
      <inkml:brushProperty name="ignorePressure" value="0"/>
    </inkml:brush>
  </inkml:definitions>
  <inkml:trace contextRef="#ctx0" brushRef="#br0">103744.000000 41265.000000 625,'-37.000000'59.000000'9,"7.000000"-5.000000"3 ,8.000000-5.000000 2,8.000000-5.000000 2,3.000000 3.000000 2,1.000000 10.000000 1,0.000000 10.000000 2,-1.000000 11.000000 0,1.000000 15.000000 1,0.000000 21.000000-1,-1.000000 20.000000 0,1.000000 21.000000-1,-3.000000 16.000000-1,-5.000000 10.000000 0,-5.000000 10.000000 0,-6.000000 11.000000-1,-2.000000 13.000000-1,0.000000 15.000000-2,0.000000 16.000000-3,0.000000 15.000000-1,-4.000000 16.000000-3,-7.000000 15.000000-1,-9.000000 16.000000-2,-7.000000 15.000000-1,-7.000000 12.000000-2,-5.000000 8.000000 0,-5.000000 7.000000 0,-5.000000 8.000000-2,-1.000000 2.000000 0,2.000000-6.000000-2,3.000000-5.000000-1,2.000000-5.000000-2,3.000000-9.000000 0,2.000000-13.000000 1,3.000000-13.000000 3,3.000000-13.000000 2,1.000000-6.000000 0,0.000000 0.000000 0,0.000000 0.000000-1,0.000000-1.000000 0,2.000000 2.000000-1,6.000000 3.000000 1,5.000000 2.000000 0,5.000000 3.000000 0,2.000000-6.000000 0,1.000000-12.000000 1,-1.000000-14.000000 1,1.000000-12.000000 0,1.000000-12.000000-1,3.000000-10.000000-5,2.000000-10.000000-4,2.000000-11.000000-3,2.000000-24.000000-5,0.000000-35.000000-3,0.000000-37.000000-4,0.000000-35.000000-4,1.000000-26.000000-7,3.000000-12.000000-10,3.000000-13.000000-10,2.000000-14.000000-11</inkml:trace>
</inkml:ink>
</file>

<file path=ppt/ink/ink8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2"/>
    </inkml:context>
    <inkml:brush xml:id="br0">
      <inkml:brushProperty name="width" value="0.0217508841305971" units="cm"/>
      <inkml:brushProperty name="height" value="0.0217508841305971" units="cm"/>
      <inkml:brushProperty name="color" value="#000000"/>
      <inkml:brushProperty name="ignorePressure" value="0"/>
    </inkml:brush>
  </inkml:definitions>
  <inkml:trace contextRef="#ctx0" brushRef="#br0">77839.000000 51444.000000 674,'44.000000'37.000000'2,"5.000000"-11.000000"4 ,6.000000-11.000000 4,4.000000-10.000000 5,17.000000-9.000000 2,29.000000-7.000000 1,28.000000-9.000000 2,29.000000-7.000000 1,19.000000-6.000000 1,10.000000-6.000000 1,11.000000-5.000000 1,10.000000-5.000000 0,12.000000 0.000000 0,13.000000 5.000000-4,12.000000 5.000000-3,14.000000 5.000000-3,7.000000 6.000000-3,3.000000 4.000000-1,2.000000 6.000000-1,3.000000 5.000000-2,8.000000 4.000000-2,13.000000 3.000000-1,12.000000 2.000000-2,14.000000 3.000000-1,7.000000-2.000000-3,3.000000-5.000000-2,3.000000-5.000000-2,2.000000-5.000000-3,-4.000000 0.000000-1,-10.000000 5.000000 2,-10.000000 5.000000 0,-11.000000 6.000000 1,-3.000000 2.000000 0,6.000000 0.000000 0,5.000000 0.000000-2,5.000000 0.000000-1,2.000000 0.000000 1,-4.000000 0.000000 2,-1.000000 0.000000 2,-4.000000 0.000000 2,-3.000000 1.000000 2,-5.000000 3.000000-1,-6.000000 3.000000 0,-5.000000 2.000000-1,2.000000 1.000000 1,7.000000 0.000000 3,8.000000 1.000000 1,8.000000-1.000000 3,5.000000-1.000000 0,3.000000-2.000000-2,2.000000-4.000000 0,3.000000-1.000000-2,-3.000000-2.000000-1,-8.000000 0.000000 0,-7.000000 0.000000 0,-8.000000 0.000000 0,-5.000000 0.000000 0,-3.000000 0.000000 0,-3.000000 0.000000 2,-2.000000 0.000000-1,-2.000000 0.000000 1,-4.000000 0.000000-2,-1.000000 0.000000-2,-4.000000 0.000000-1,-6.000000 1.000000 0,-10.000000 3.000000 0,-10.000000 2.000000 2,-11.000000 3.000000 1,-1.000000 2.000000 1,7.000000-1.000000 1,9.000000 0.000000 0,7.000000 1.000000 2,-8.000000 0.000000-1,-23.000000 4.000000 1,-23.000000 1.000000-1,-24.000000 4.000000 0,-6.000000 3.000000-1,11.000000 6.000000 1,10.000000 4.000000-1,10.000000 6.000000 1,-4.000000 1.000000-1,-18.000000-2.000000 2,-18.000000-4.000000 0,-18.000000-1.000000 1,-8.000000-5.000000 0,3.000000-4.000000-1,2.000000-6.000000-1,3.000000-5.000000-1,2.000000-4.000000 0,3.000000-3.000000-1,3.000000-2.000000 0,2.000000-3.000000-1,-6.000000-1.000000 1,-16.000000 0.000000-1,-15.000000 0.000000-1,-16.000000 0.000000 1,-10.000000 0.000000-1,-5.000000 0.000000-3,-6.000000 0.000000 0,-4.000000 0.000000-3,-6.000000 2.000000-3,-5.000000 1.000000-6,-5.000000 4.000000-6,-6.000000 2.000000-5</inkml:trace>
</inkml:ink>
</file>

<file path=ppt/ink/ink8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2"/>
    </inkml:context>
    <inkml:brush xml:id="br0">
      <inkml:brushProperty name="width" value="0.0247613377869129" units="cm"/>
      <inkml:brushProperty name="height" value="0.0247613377869129" units="cm"/>
      <inkml:brushProperty name="color" value="#000000"/>
      <inkml:brushProperty name="ignorePressure" value="0"/>
    </inkml:brush>
  </inkml:definitions>
  <inkml:trace contextRef="#ctx0" brushRef="#br0">77632.000000 56783.000000 592,'-1.000000'77.000000'0,"-3.000000"-9.000000"0 ,-2.000000-11.000000 0,-4.000000-11.000000 0,3.000000 3.000000 2,4.000000 16.000000 3,6.000000 15.000000 4,4.000000 16.000000 3,9.000000 20.000000 3,10.000000 26.000000 1,10.000000 26.000000 1,11.000000 26.000000 1,0.000000 26.000000-2,-6.000000 26.000000-4,-9.000000 26.000000-5,-8.000000 25.000000-4,-8.000000 22.000000-2,-11.000000 19.000000 2,-10.000000 18.000000 2,-11.000000 17.000000 1,-9.000000 11.000000 1,-12.000000 3.000000 1,-9.000000 2.000000-1,-11.000000 3.000000 1,-4.000000-6.000000 4,3.000000-17.000000 7,2.000000-14.000000 8,3.000000-16.000000 7,4.000000-20.000000 1,5.000000-23.000000-4,5.000000-23.000000-5,6.000000-23.000000-4,7.000000-32.000000-7,10.000000-38.000000-6,11.000000-39.000000-8,10.000000-39.000000-8,10.000000-31.000000-8,7.000000-23.000000-9,7.000000-24.000000-10,9.000000-22.000000-10,5.000000-22.000000-3,2.000000-17.000000 5,3.000000-19.000000 4,2.000000-17.000000 4,-3.000000-6.000000 1,-11.000000 8.000000-2,-10.000000 7.000000-2,-11.000000 9.000000-3</inkml:trace>
</inkml:ink>
</file>

<file path=ppt/ink/ink8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3"/>
    </inkml:context>
    <inkml:brush xml:id="br0">
      <inkml:brushProperty name="width" value="0.0204897541552782" units="cm"/>
      <inkml:brushProperty name="height" value="0.0204897541552782" units="cm"/>
      <inkml:brushProperty name="color" value="#000000"/>
      <inkml:brushProperty name="ignorePressure" value="0"/>
    </inkml:brush>
  </inkml:definitions>
  <inkml:trace contextRef="#ctx0" brushRef="#br0">78543.000000 56534.000000 715,'150.000000'-107.000000'21,"10.000000"33.000000"-7 ,11.000000 34.000000-6,10.000000 34.000000-7,18.000000 16.000000-1,26.000000 1.000000 6,26.000000-1.000000 6,25.000000 0.000000 5,17.000000-6.000000 2,4.000000-13.000000-2,6.000000-13.000000-3,5.000000-13.000000-2,12.000000-6.000000-1,22.000000-1.000000 3,20.000000 1.000000 2,21.000000 0.000000 2,15.000000 1.000000 0,10.000000 2.000000-3,11.000000 3.000000-3,11.000000 3.000000-2,7.000000-2.000000-3,5.000000-5.000000-2,6.000000-5.000000-2,4.000000-5.000000-2,10.000000-4.000000-1,13.000000-2.000000-1,12.000000-4.000000 0,13.000000-1.000000 0,6.000000-2.000000 0,-3.000000 0.000000-2,-2.000000-1.000000 1,-3.000000 1.000000-2,-10.000000 6.000000 1,-14.000000 9.000000-1,-17.000000 11.000000 0,-14.000000 10.000000-1,-9.000000 4.000000 2,1.000000-3.000000 1,-1.000000-2.000000 3,1.000000-3.000000 1,2.000000 2.000000 0,5.000000 5.000000-2,6.000000 5.000000-3,4.000000 5.000000-2,-7.000000 2.000000-2,-21.000000 1.000000-2,-20.000000 0.000000-2,-22.000000-1.000000-1,-14.000000 2.000000-2,-11.000000 3.000000 0,-11.000000 2.000000-1,-10.000000 3.000000-1,-14.000000 3.000000 1,-18.000000 6.000000 2,-18.000000 5.000000 1,-18.000000 5.000000 2,-12.000000 4.000000 2,-5.000000 3.000000 2,-5.000000 2.000000 3,-6.000000 2.000000 1,-12.000000 2.000000 1,-21.000000 0.000000 0,-21.000000 1.000000-1,-21.000000-1.000000 0,-8.000000-2.000000-1,2.000000-2.000000 0,2.000000-2.000000-2,4.000000-3.000000 0,-8.000000-3.000000 1,-14.000000-2.000000 0,-17.000000-3.000000 1,-14.000000-2.000000 2,-17.000000-2.000000 1,-14.000000 1.000000 0,-17.000000-1.000000 1,-15.000000 0.000000 0,-6.000000 1.000000 2,2.000000-1.000000 2,3.000000 1.000000 1,3.000000-1.000000 2,0.000000-1.000000 0,1.000000-3.000000-1,0.000000-2.000000-2,-1.000000-2.000000-2,1.000000 0.000000 1,0.000000 6.000000-1,0.000000 5.000000 1,-1.000000 5.000000-1,0.000000 1.000000 1,-3.000000-2.000000 0,-3.000000-3.000000-1,-2.000000-2.000000 1,-3.000000 2.000000-1,-3.000000 8.000000 0,-2.000000 8.000000 0,-3.000000 7.000000 1,-1.000000 5.000000 0,1.000000-1.000000 2,-1.000000 1.000000 2,0.000000-1.000000 1,0.000000 7.000000 1,0.000000 13.000000 0,0.000000 12.000000-1,0.000000 14.000000 1,-2.000000 18.000000-2,-1.000000 23.000000 2,-4.000000 23.000000-1,-2.000000 24.000000 1,-6.000000 25.000000 0,-11.000000 29.000000 0,-10.000000 28.000000-1,-11.000000 29.000000 0,-11.000000 27.000000-1,-13.000000 26.000000-2,-13.000000 26.000000-1,-13.000000 25.000000-3,-5.000000 10.000000-2,2.000000-8.000000-1,3.000000-8.000000-4,3.000000-8.000000-1,2.000000-9.000000 0,3.000000-10.000000 2,2.000000-10.000000 4,3.000000-11.000000 2,7.000000-12.000000 0,10.000000-12.000000-2,10.000000-13.000000-1,10.000000-13.000000-2,7.000000-10.000000-2,3.000000-4.000000-2,2.000000-6.000000-2,3.000000-4.000000-2,1.000000-13.000000 1,0.000000-17.000000 1,0.000000-19.000000 3,0.000000-18.000000 2,1.000000-8.000000 0,3.000000-1.000000 1,2.000000 0.000000 0,3.000000 0.000000 0,-1.000000-13.000000-1,-5.000000-25.000000-1,-6.000000-27.000000-2,-5.000000-25.000000-2,-6.000000-20.000000-1,-8.000000-12.000000-1,-8.000000-14.000000 0,-7.000000-12.000000-2</inkml:trace>
</inkml:ink>
</file>

<file path=ppt/ink/ink8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4"/>
    </inkml:context>
    <inkml:brush xml:id="br0">
      <inkml:brushProperty name="width" value="0.0222943108528852" units="cm"/>
      <inkml:brushProperty name="height" value="0.0222943108528852" units="cm"/>
      <inkml:brushProperty name="color" value="#000000"/>
      <inkml:brushProperty name="ignorePressure" value="0"/>
    </inkml:brush>
  </inkml:definitions>
  <inkml:trace contextRef="#ctx0" brushRef="#br0">37078.000000 56079.000000 657,'-130.000000'68.000000'0,"32.000000"9.000000"0 ,31.000000 11.000000 0,31.000000 10.000000 0,22.000000 19.000000 4,12.000000 25.000000 6,14.000000 26.000000 8,12.000000 26.000000 6,6.000000 16.000000 1,-3.000000 4.000000-8,-2.000000 6.000000-7,-3.000000 5.000000-7,-3.000000 8.000000-4,-2.000000 10.000000 1,-3.000000 10.000000 0,-2.000000 11.000000 1,-3.000000 14.000000 2,-3.000000 18.000000 2,-2.000000 19.000000 2,-2.000000 17.000000 4,-4.000000 18.000000 0,-2.000000 19.000000-1,-2.000000 18.000000 0,-3.000000 17.000000-1,-3.000000 1.000000 0,-2.000000-18.000000 2,-3.000000-19.000000 0,-2.000000-17.000000 1,0.000000-17.000000 2,2.000000-16.000000 0,2.000000-16.000000 2,4.000000-15.000000 0,2.000000-20.000000 0,2.000000-27.000000-1,3.000000-25.000000-2,3.000000-26.000000-1,2.000000-26.000000-5,3.000000-26.000000-9,3.000000-26.000000-9,2.000000-26.000000-8,4.000000-24.000000-5,5.000000-23.000000-3,5.000000-24.000000-3,6.000000-23.000000-2,2.000000-16.000000-4,0.000000-7.000000-7,0.000000-8.000000-6,0.000000-8.000000-6</inkml:trace>
</inkml:ink>
</file>

<file path=ppt/ink/ink8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5"/>
    </inkml:context>
    <inkml:brush xml:id="br0">
      <inkml:brushProperty name="width" value="0.0202163774520159" units="cm"/>
      <inkml:brushProperty name="height" value="0.0202163774520159" units="cm"/>
      <inkml:brushProperty name="color" value="#000000"/>
      <inkml:brushProperty name="ignorePressure" value="0"/>
    </inkml:brush>
  </inkml:definitions>
  <inkml:trace contextRef="#ctx0" brushRef="#br0">37988.000000 55997.000000 725,'87.000000'16.000000'-23,"7.000000"-7.000000"11 ,8.000000-7.000000 11,8.000000-9.000000 11,16.000000-6.000000 6,22.000000-5.000000 1,24.000000-5.000000 1,24.000000-6.000000 1,13.000000-3.000000 1,6.000000-3.000000 3,5.000000-2.000000 2,5.000000-3.000000 3,14.000000 0.000000-1,24.000000 2.000000-3,22.000000 3.000000-4,24.000000 3.000000-3,17.000000 2.000000-2,11.000000 3.000000-4,9.000000 2.000000-1,11.000000 3.000000-3,9.000000 0.000000-4,8.000000-2.000000-5,7.000000-3.000000-6,8.000000-3.000000-5,6.000000-2.000000-3,2.000000-3.000000 1,2.000000-3.000000 2,4.000000-2.000000 1,0.000000 1.000000 1,1.000000 6.000000 1,-1.000000 4.000000-1,1.000000 6.000000 1,4.000000 0.000000 3,11.000000-6.000000 5,11.000000-4.000000 5,9.000000-6.000000 5,10.000000 0.000000 2,7.000000 5.000000-2,9.000000 6.000000-3,7.000000 5.000000-3,2.000000 2.000000-2,-2.000000 0.000000-1,-2.000000 1.000000-2,-3.000000-1.000000-2,-2.000000 1.000000 1,1.000000 4.000000 2,-1.000000 1.000000 2,1.000000 4.000000 2,-2.000000 2.000000-1,-2.000000 2.000000-1,-3.000000 3.000000-4,-3.000000 3.000000-2,-6.000000 1.000000-1,-10.000000 0.000000 0,-11.000000 0.000000 0,-10.000000 0.000000 1,-10.000000 0.000000 1,-11.000000 0.000000 4,-10.000000 0.000000 3,-10.000000 0.000000 2,-8.000000 0.000000 1,-6.000000 0.000000-1,-4.000000 0.000000-3,-6.000000 0.000000-1,-10.000000 1.000000-2,-15.000000 3.000000 1,-16.000000 3.000000 0,-16.000000 2.000000 0,-15.000000 6.000000 1,-16.000000 11.000000-1,-15.000000 10.000000 1,-15.000000 11.000000 1,-6.000000 3.000000-1,5.000000-2.000000 0,6.000000-3.000000 0,4.000000-2.000000-1,-4.000000-4.000000-1,-16.000000-5.000000 0,-16.000000-6.000000-1,-15.000000-5.000000 0,-6.000000-2.000000-1,2.000000 0.000000-1,3.000000-1.000000 0,2.000000 1.000000 0,-5.000000 0.000000-1,-13.000000-1.000000 0,-13.000000 1.000000-1,-12.000000 0.000000 0,-22.000000-1.000000 0,-27.000000 1.000000 1,-30.000000 0.000000 0,-27.000000 0.000000 2,-18.000000 2.000000 1,-5.000000 5.000000 1,-5.000000 6.000000 2,-5.000000 5.000000 2,-1.000000 11.000000 1,2.000000 19.000000 1,3.000000 17.000000 2,2.000000 19.000000 2,1.000000 18.000000 0,-3.000000 18.000000 1,-3.000000 18.000000 1,-3.000000 18.000000 0,-2.000000 12.000000-2,-2.000000 5.000000-4,-3.000000 5.000000-4,-3.000000 5.000000-4,-2.000000 2.000000-1,-3.000000-3.000000 4,-2.000000-3.000000 2,-4.000000-2.000000 4,1.000000 11.000000 2,3.000000 22.000000 0,2.000000 24.000000 0,3.000000 23.000000 0,1.000000 30.000000 0,0.000000 36.000000 2,0.000000 36.000000 1,0.000000 36.000000 1,-2.000000 17.000000-1,-1.000000-2.000000-5,-4.000000-3.000000-4,-2.000000-2.000000-4,-3.000000-14.000000 0,-2.000000-23.000000 2,-3.000000-23.000000 2,-2.000000-23.000000 3,0.000000-16.000000 2,2.000000-7.000000-2,3.000000-9.000000 1,2.000000-7.000000-1,-1.000000-8.000000-1,-5.000000-7.000000-2,-5.000000-9.000000 0,-6.000000-7.000000-3,-3.000000-17.000000-1,-3.000000-26.000000-2,-3.000000-25.000000-2,-2.000000-27.000000-3,-2.000000-15.000000-1,-4.000000-5.000000-1,-1.000000-6.000000-1,-4.000000-4.000000-1,5.000000-20.000000-1,9.000000-34.000000-1,11.000000-33.000000-2,11.000000-34.000000-1,5.000000-15.000000-3,-1.000000 2.000000-7,1.000000 3.000000-5,0.000000 2.000000-6</inkml:trace>
</inkml:ink>
</file>

<file path=ppt/ink/ink8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6"/>
    </inkml:context>
    <inkml:brush xml:id="br0">
      <inkml:brushProperty name="width" value="0.0208619199693203" units="cm"/>
      <inkml:brushProperty name="height" value="0.0208619199693203" units="cm"/>
      <inkml:brushProperty name="color" value="#000000"/>
      <inkml:brushProperty name="ignorePressure" value="0"/>
    </inkml:brush>
  </inkml:definitions>
  <inkml:trace contextRef="#ctx0" brushRef="#br0">4427.000000 57610.000000 703,'-27.000000'31.000000'9,"29.000000"21.000000"-2 ,27.000000 21.000000-2,29.000000 20.000000-4,19.000000 22.000000-2,7.000000 23.000000-2,8.000000 24.000000-3,7.000000 23.000000-2,-3.000000 10.000000 0,-16.000000-2.000000 0,-15.000000-3.000000 2,-16.000000-3.000000 0,-14.000000 3.000000 2,-13.000000 8.000000 5,-13.000000 8.000000 3,-13.000000 7.000000 4,-12.000000 16.000000 2,-9.000000 23.000000 2,-12.000000 24.000000 0,-9.000000 23.000000 2,-9.000000 20.000000 2,-4.000000 18.000000 2,-6.000000 19.000000 3,-5.000000 18.000000 1,-1.000000 9.000000 2,3.000000-1.000000-1,2.000000 1.000000 0,3.000000 0.000000-1,7.000000-22.000000-1,13.000000-44.000000-1,13.000000-45.000000-3,14.000000-43.000000-1,11.000000-40.000000-4,10.000000-36.000000-5,10.000000-37.000000-5,11.000000-36.000000-7,9.000000-31.000000-7,8.000000-25.000000-10,7.000000-27.000000-11,8.000000-25.000000-11,-1.000000-14.000000 0,-10.000000 1.000000 7,-11.000000 0.000000 9,-10.000000-1.000000 8,-5.000000-1.000000 1,-1.000000-2.000000-6,1.000000-3.000000-5,0.000000-2.000000-5</inkml:trace>
</inkml:ink>
</file>

<file path=ppt/ink/ink8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7"/>
    </inkml:context>
    <inkml:brush xml:id="br0">
      <inkml:brushProperty name="width" value="0.0209486540406942" units="cm"/>
      <inkml:brushProperty name="height" value="0.0209486540406942" units="cm"/>
      <inkml:brushProperty name="color" value="#000000"/>
      <inkml:brushProperty name="ignorePressure" value="0"/>
    </inkml:brush>
  </inkml:definitions>
  <inkml:trace contextRef="#ctx0" brushRef="#br0">5379.000000 56907.000000 700,'-39.000000'0.000000'1,"6.000000"0.000000"5 ,4.000000 0.000000 3,6.000000 0.000000 3,7.000000 1.000000 2,11.000000 3.000000-4,10.000000 3.000000-1,11.000000 2.000000-3,19.000000 1.000000-1,28.000000 0.000000-2,29.000000 1.000000-2,28.000000-1.000000-1,27.000000-5.000000 0,22.000000-10.000000 1,24.000000-11.000000 1,23.000000-9.000000 0,16.000000-9.000000 2,11.000000-5.000000 2,11.000000-5.000000 1,10.000000-5.000000 2,11.000000-3.000000 0,14.000000 1.000000-1,12.000000-1.000000 0,13.000000 0.000000-1,7.000000 4.000000 0,0.000000 8.000000 0,-1.000000 8.000000 0,1.000000 7.000000-1,2.000000 5.000000 0,6.000000-1.000000-2,4.000000 0.000000-1,6.000000 1.000000-2,6.000000-2.000000-1,9.000000-3.000000-1,6.000000-2.000000 1,9.000000-3.000000 0,-4.000000 0.000000-1,-16.000000 3.000000-1,-16.000000 3.000000 0,-15.000000 2.000000-1,14.000000-2.000000-1,40.000000-4.000000 0,42.000000-6.000000 0,41.000000-4.000000-1,12.000000-1.000000 1,-18.000000 5.000000 0,-19.000000 6.000000 0,-17.000000 4.000000 2,-10.000000 4.000000-1,1.000000-1.000000-2,-1.000000 0.000000-1,1.000000 1.000000-1,-3.000000-2.000000 0,-6.000000-3.000000 1,-4.000000-2.000000 1,-6.000000-3.000000 1,-6.000000-1.000000 1,-8.000000 0.000000 0,-7.000000 0.000000-1,-9.000000 0.000000 1,-10.000000 1.000000 0,-12.000000 3.000000 1,-14.000000 3.000000 0,-12.000000 2.000000 2,-12.000000 3.000000 1,-11.000000 7.000000 0,-10.000000 4.000000 1,-10.000000 5.000000 1,-16.000000 4.000000 1,-20.000000 3.000000-1,-21.000000 3.000000 1,-21.000000 2.000000-1,-14.000000 5.000000 0,-8.000000 8.000000-1,-7.000000 8.000000-1,-8.000000 7.000000-1,-5.000000 3.000000-1,1.000000-2.000000 0,0.000000-3.000000-1,0.000000-3.000000 0,-5.000000-1.000000 0,-11.000000 0.000000 0,-10.000000 0.000000 0,-11.000000 0.000000 1,-8.000000-1.000000-1,-8.000000-3.000000 1,-8.000000-2.000000 1,-8.000000-3.000000 0,-7.000000-2.000000-1,-9.000000 1.000000-1,-6.000000 0.000000-1,-9.000000 0.000000-1,-8.000000 1.000000-1,-7.000000 2.000000 1,-8.000000 3.000000 1,-8.000000 3.000000 0,-3.000000 4.000000 0,-1.000000 4.000000 2,0.000000 6.000000 1,1.000000 6.000000 1,-5.000000 5.000000 0,-7.000000 8.000000-1,-8.000000 9.000000 0,-8.000000 6.000000-1,-4.000000 5.000000 1,1.000000 0.000000 1,-1.000000 0.000000 2,0.000000 0.000000 2,3.000000 8.000000 1,5.000000 19.000000 0,5.000000 18.000000 2,6.000000 18.000000 1,2.000000 13.000000 0,0.000000 8.000000 1,0.000000 8.000000-1,0.000000 7.000000 1,2.000000 21.000000 1,6.000000 34.000000 3,5.000000 33.000000 3,5.000000 34.000000 3,0.000000 30.000000-1,-5.000000 25.000000-3,-5.000000 27.000000-3,-5.000000 25.000000-2,-5.000000 12.000000-4,-2.000000-3.000000-3,-2.000000-2.000000-3,-3.000000-3.000000-4,-4.000000-1.000000 0,-5.000000-1.000000 3,-5.000000 1.000000 2,-6.000000 0.000000 4,-1.000000-5.000000 1,3.000000-11.000000-1,3.000000-10.000000-1,2.000000-10.000000 0,0.000000-14.000000-1,-3.000000-15.000000-3,-2.000000-15.000000-1,-3.000000-16.000000-2,-1.000000-18.000000-1,0.000000-20.000000-3,0.000000-22.000000 0,0.000000-20.000000-3,0.000000-14.000000-1,0.000000-8.000000-1,0.000000-8.000000-2,0.000000-8.000000-2,1.000000-22.000000-8,3.000000-40.000000-14,2.000000-38.000000-14,3.000000-40.000000-14</inkml:trace>
</inkml:ink>
</file>

<file path=ppt/ink/ink8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08"/>
    </inkml:context>
    <inkml:brush xml:id="br0">
      <inkml:brushProperty name="width" value="0.0164471454918385" units="cm"/>
      <inkml:brushProperty name="height" value="0.0164471454918385" units="cm"/>
      <inkml:brushProperty name="color" value="#000000"/>
      <inkml:brushProperty name="ignorePressure" value="0"/>
    </inkml:brush>
  </inkml:definitions>
  <inkml:trace contextRef="#ctx0" brushRef="#br0">5089.000000 63528.000000 891,'0.000000'182.000000'6,"0.000000"-7.000000"1 ,0.000000-8.000000 1,0.000000-8.000000 0,-3.000000 8.000000 2,-9.000000 23.000000 0,-7.000000 23.000000 1,-9.000000 24.000000 1,-1.000000 11.000000-1,1.000000 0.000000-1,4.000000 1.000000-3,2.000000-1.000000-1,5.000000-5.000000-4,8.000000-10.000000-2,8.000000-11.000000-2,7.000000-10.000000-4,6.000000-24.000000-8,2.000000-39.000000-13,3.000000-39.000000-14,2.000000-39.000000-12</inkml:trace>
</inkml:ink>
</file>

<file path=ppt/ink/ink8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6"/>
    </inkml:context>
    <inkml:brush xml:id="br0">
      <inkml:brushProperty name="width" value="0.0185528993606567" units="cm"/>
      <inkml:brushProperty name="height" value="0.0185528993606567" units="cm"/>
      <inkml:brushProperty name="color" value="#000000"/>
      <inkml:brushProperty name="ignorePressure" value="0"/>
    </inkml:brush>
  </inkml:definitions>
  <inkml:trace contextRef="#ctx0" brushRef="#br0">11752.000000 43582.000000 790,'-39.000000'0.000000'1,"6.000000"0.000000"2 ,4.000000 0.000000 1,6.000000 0.000000 3,7.000000 0.000000-1,11.000000 0.000000-1,10.000000 0.000000-3,11.000000 0.000000-1,3.000000 6.000000-1,-2.000000 14.000000 1,-3.000000 12.000000 0,-2.000000 13.000000 1,-3.000000 17.000000 3,-3.000000 21.000000 3,-2.000000 21.000000 6,-2.000000 20.000000 3,-6.000000 15.000000 2,-8.000000 11.000000-4,-7.000000 11.000000-2,-8.000000 10.000000-4,-6.000000 7.000000-1,-2.000000 6.000000-2,-2.000000 4.000000-2,-3.000000 6.000000 0,-3.000000 2.000000-1,-2.000000-4.000000 1,-3.000000-2.000000 1,-3.000000-2.000000 1,2.000000-11.000000 1,5.000000-18.000000 0,6.000000-18.000000-1,4.000000-18.000000 1,5.000000-20.000000-1,6.000000-20.000000-3,5.000000-21.000000-2,5.000000-20.000000-3,7.000000-23.000000-7,7.000000-23.000000-14,8.000000-23.000000-13,8.000000-23.000000-14,2.000000-7.000000-2,-2.000000 10.000000 9,-3.000000 11.000000 8,-2.000000 10.000000 8,-2.000000 4.000000 6,1.000000-2.000000 1,-1.000000-4.000000 2,0.000000-1.000000 1</inkml:trace>
</inkml:ink>
</file>

<file path=ppt/ink/ink8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6"/>
    </inkml:context>
    <inkml:brush xml:id="br0">
      <inkml:brushProperty name="width" value="0.0167286209762096" units="cm"/>
      <inkml:brushProperty name="height" value="0.0167286209762096" units="cm"/>
      <inkml:brushProperty name="color" value="#000000"/>
      <inkml:brushProperty name="ignorePressure" value="0"/>
    </inkml:brush>
  </inkml:definitions>
  <inkml:trace contextRef="#ctx0" brushRef="#br0">11669.000000 44244.000000 876,'-55.000000'-40.000000'-3,"12.000000"2.000000"-8 ,13.000000 4.000000-6,13.000000 1.000000-7,16.000000 3.000000 1,18.000000 3.000000 7,18.000000 3.000000 8,18.000000 2.000000 8,14.000000 1.000000 3,11.000000 0.000000-4,10.000000 1.000000-1,10.000000-1.000000-4,3.000000 3.000000-1,-6.000000 5.000000 2,-4.000000 5.000000 1,-6.000000 6.000000 1,-4.000000 5.000000 3,-6.000000 9.000000 1,-6.000000 8.000000 3,-4.000000 7.000000 2,-7.000000 6.000000 2,-7.000000 6.000000 2,-9.000000 5.000000 2,-7.000000 5.000000 2,-6.000000 3.000000 2,-6.000000 0.000000 0,-5.000000-1.000000 1,-5.000000 1.000000 0,-9.000000 4.000000 1,-13.000000 7.000000-3,-13.000000 8.000000-1,-13.000000 8.000000-2,-14.000000 6.000000-2,-16.000000 6.000000 0,-15.000000 5.000000 0,-16.000000 5.000000-2,-8.000000-2.000000 0,-4.000000-7.000000 0,-2.000000-8.000000-1,-2.000000-8.000000-1,7.000000-12.000000-2,18.000000-19.000000-7,19.000000-18.000000-5,17.000000-18.000000-5,14.000000-10.000000-8,7.000000-3.000000-10,8.000000-3.000000-10,8.000000-2.000000-10</inkml:trace>
</inkml:ink>
</file>

<file path=ppt/ink/ink8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13904.000000 44120.000000 999,'-18.000000'21.000000'-3,"5.000000"-1.000000"-6 ,5.000000 1.000000-7,5.000000 0.000000-7,10.000000 1.000000 0,12.000000 2.000000 4,14.000000 3.000000 5,12.000000 3.000000 4,7.000000 1.000000 3,-1.000000 0.000000 4,1.000000 0.000000 3,0.000000 0.000000 2,-3.000000 2.000000 1,-5.000000 1.000000-4,-5.000000 4.000000-2,-6.000000 2.000000-3,-4.000000-2.000000-2,-6.000000-9.000000-4,-5.000000-7.000000-3,-5.000000-7.000000-2</inkml:trace>
</inkml:ink>
</file>

<file path=ppt/ink/ink8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7"/>
    </inkml:context>
    <inkml:brush xml:id="br0">
      <inkml:brushProperty name="width" value="0.0165863949805498" units="cm"/>
      <inkml:brushProperty name="height" value="0.0165863949805498" units="cm"/>
      <inkml:brushProperty name="color" value="#000000"/>
      <inkml:brushProperty name="ignorePressure" value="0"/>
    </inkml:brush>
  </inkml:definitions>
  <inkml:trace contextRef="#ctx0" brushRef="#br0">14235.000000 45154.000000 884,'-57.000000'21.000000'3,"10.000000"0.000000"7 ,11.000000 0.000000 6,10.000000-1.000000 6,7.000000 5.000000 1,2.000000 7.000000-5,3.000000 8.000000-5,2.000000 8.000000-6,1.000000 8.000000-4,-4.000000 7.000000-3,-1.000000 8.000000-5,-4.000000 8.000000-4,0.000000 8.000000-1,-1.000000 7.000000 1,0.000000 8.000000 1,0.000000 8.000000 0,3.000000 0.000000 2,5.000000-8.000000-1,6.000000-7.000000 1,4.000000-9.000000 0,4.000000-12.000000-3,3.000000-18.000000-5,3.000000-19.000000-6,2.000000-18.000000-5,2.000000-8.000000-3,4.000000-1.000000 1,1.000000 1.000000 0,4.000000-1.000000 0</inkml:trace>
</inkml:ink>
</file>

<file path=ppt/ink/ink8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7"/>
    </inkml:context>
    <inkml:brush xml:id="br0">
      <inkml:brushProperty name="width" value="0.0173118468374014" units="cm"/>
      <inkml:brushProperty name="height" value="0.0173118468374014" units="cm"/>
      <inkml:brushProperty name="color" value="#000000"/>
      <inkml:brushProperty name="ignorePressure" value="0"/>
    </inkml:brush>
  </inkml:definitions>
  <inkml:trace contextRef="#ctx0" brushRef="#br0">15311.000000 45154.000000 847,'-79.000000'0.000000'36,"8.000000"0.000000"-4 ,7.000000 0.000000-4,9.000000 0.000000-4,3.000000 7.000000-6,0.000000 12.000000-7,1.000000 14.000000-8,-1.000000 12.000000-7,2.000000 14.000000-5,2.000000 16.000000-2,2.000000 16.000000-2,4.000000 15.000000-3,4.000000 8.000000 3,9.000000 0.000000 9,7.000000-1.000000 9,7.000000 1.000000 9,11.000000-7.000000 1,13.000000-12.000000-5,13.000000-14.000000-5,13.000000-12.000000-6,17.000000-16.000000-6,21.000000-18.000000-10,20.000000-18.000000-9,20.000000-19.000000-8,1.000000-8.000000-5,-21.000000 0.000000 2,-20.000000-1.000000 0,-22.000000 1.000000 2</inkml:trace>
</inkml:ink>
</file>

<file path=ppt/ink/ink8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7"/>
    </inkml:context>
    <inkml:brush xml:id="br0">
      <inkml:brushProperty name="width" value="0.0156065709888935" units="cm"/>
      <inkml:brushProperty name="height" value="0.0156065709888935" units="cm"/>
      <inkml:brushProperty name="color" value="#000000"/>
      <inkml:brushProperty name="ignorePressure" value="0"/>
    </inkml:brush>
  </inkml:definitions>
  <inkml:trace contextRef="#ctx0" brushRef="#br0">15849.000000 45485.000000 939,'-86.000000'37.000000'39,"37.000000"-11.000000"-19 ,36.000000-11.000000-19,37.000000-10.000000-17,21.000000-6.000000-8,8.000000-3.000000 4,8.000000-2.000000 5,7.000000-3.000000 3,3.000000-4.000000 3,-2.000000-5.000000 2,-3.000000-6.000000 2,-3.000000-4.000000 1,-3.000000-2.000000 1,-6.000000 3.000000-1,-5.000000 2.000000-1,-5.000000 3.000000-1,-2.000000 3.000000-2,-1.000000 2.000000-4,0.000000 3.000000-3,1.000000 2.000000-3,-5.000000 2.000000-1,-7.000000 0.000000 1,-8.000000-1.000000 3,-8.000000 1.000000 1</inkml:trace>
</inkml:ink>
</file>

<file path=ppt/ink/ink8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8"/>
    </inkml:context>
    <inkml:brush xml:id="br0">
      <inkml:brushProperty name="width" value="0.0186315625905991" units="cm"/>
      <inkml:brushProperty name="height" value="0.0186315625905991" units="cm"/>
      <inkml:brushProperty name="color" value="#000000"/>
      <inkml:brushProperty name="ignorePressure" value="0"/>
    </inkml:brush>
  </inkml:definitions>
  <inkml:trace contextRef="#ctx0" brushRef="#br0">16470.000000 45113.000000 787,'-20.000000'21.000000'-3,"3.000000"-1.000000"-4 ,3.000000 1.000000-6,2.000000 0.000000-5,1.000000 2.000000-1,-3.000000 6.000000 0,-3.000000 4.000000 0,-3.000000 6.000000 2,0.000000 9.000000 7,-1.000000 13.000000 15,0.000000 12.000000 15,1.000000 14.000000 15,0.000000 10.000000 5,3.000000 8.000000-3,3.000000 7.000000-3,3.000000 8.000000-4,1.000000-2.000000-4,4.000000-13.000000-6,2.000000-13.000000-6,3.000000-13.000000-6,6.000000-15.000000-5,11.000000-15.000000-8,9.000000-15.000000-6,12.000000-16.000000-7,8.000000-15.000000-5,8.000000-16.000000-1,8.000000-16.000000-2,7.000000-15.000000-2,9.000000-15.000000 0,7.000000-16.000000 2,7.000000-16.000000 0,9.000000-15.000000 2,1.000000-5.000000 2,-5.000000 5.000000 3,-6.000000 5.000000 4,-5.000000 5.000000 3,-7.000000 11.000000 3,-11.000000 15.000000 3,-10.000000 16.000000 3,-10.000000 15.000000 3,-11.000000 13.000000 7,-10.000000 11.000000 8,-11.000000 10.000000 11,-10.000000 10.000000 8,-6.000000 13.000000 5,-3.000000 16.000000-3,-2.000000 15.000000-1,-3.000000 15.000000-1,-3.000000 11.000000-3,-2.000000 6.000000-3,-3.000000 4.000000-3,-2.000000 5.000000-2,1.000000 0.000000-4,5.000000-9.000000-4,5.000000-7.000000-3,5.000000-8.000000-3,6.000000-9.000000-6,5.000000-11.000000-8,5.000000-10.000000-8,5.000000-10.000000-8,6.000000-12.000000-4,9.000000-12.000000-1,7.000000-14.000000-2,8.000000-12.000000-2,3.000000-15.000000 0,1.000000-16.000000-1,0.000000-14.000000-1,-1.000000-17.000000 1,0.000000-6.000000 1,-3.000000 3.000000 5,-3.000000 3.000000 5,-2.000000 2.000000 4,-5.000000 6.000000 4,-4.000000 11.000000 3,-5.000000 10.000000 4,-6.000000 10.000000 3,-5.000000 19.000000 9,-5.000000 25.000000 17,-5.000000 26.000000 16,-6.000000 27.000000 16,-2.000000 13.000000 3,0.000000 3.000000-10,0.000000 2.000000-11,0.000000 4.000000-10,-1.000000-1.000000-9,-3.000000-3.000000-7,-2.000000-2.000000-9,-3.000000-2.000000-7,-1.000000-5.000000-6,4.000000-5.000000-6,2.000000-4.000000-4,3.000000-6.000000-6</inkml:trace>
</inkml:ink>
</file>

<file path=ppt/ink/ink8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8"/>
    </inkml:context>
    <inkml:brush xml:id="br0">
      <inkml:brushProperty name="width" value="0.01656549051404" units="cm"/>
      <inkml:brushProperty name="height" value="0.01656549051404" units="cm"/>
      <inkml:brushProperty name="color" value="#000000"/>
      <inkml:brushProperty name="ignorePressure" value="0"/>
    </inkml:brush>
  </inkml:definitions>
  <inkml:trace contextRef="#ctx0" brushRef="#br0">18580.000000 45568.000000 885,'43.000000'-1.000000'18,"2.000000"-3.000000"-6 ,3.000000-2.000000-6,2.000000-3.000000-7,2.000000 0.000000-3,0.000000 2.000000-1,-1.000000 3.000000 1,1.000000 3.000000-1,-4.000000 2.000000 1,-8.000000 3.000000 1,-8.000000 3.000000 0,-7.000000 2.000000 2,-7.000000 5.000000 1,-5.000000 8.000000 0,-5.000000 8.000000 2,-6.000000 7.000000 1,-4.000000 4.000000 0,-6.000000 1.000000 0,-5.000000-1.000000-1,-5.000000 1.000000 0,-1.000000-5.000000 1,2.000000-7.000000 5,3.000000-8.000000 3,2.000000-8.000000 5,8.000000-9.000000-1,13.000000-10.000000-3,13.000000-11.000000-4,13.000000-9.000000-4,12.000000-10.000000-1,9.000000-8.000000 0,12.000000-7.000000 2,9.000000-9.000000-1,3.000000-1.000000-2,-5.000000 1.000000-9,-5.000000 4.000000-8,-5.000000 2.000000-7,-7.000000 5.000000-7,-7.000000 8.000000-5,-9.000000 8.000000-5,-7.000000 7.000000-5</inkml:trace>
</inkml:ink>
</file>

<file path=ppt/ink/ink8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8"/>
    </inkml:context>
    <inkml:brush xml:id="br0">
      <inkml:brushProperty name="width" value="0.0172742214053869" units="cm"/>
      <inkml:brushProperty name="height" value="0.0172742214053869" units="cm"/>
      <inkml:brushProperty name="color" value="#000000"/>
      <inkml:brushProperty name="ignorePressure" value="0"/>
    </inkml:brush>
  </inkml:definitions>
  <inkml:trace contextRef="#ctx0" brushRef="#br0">19946.000000 45651.000000 849,'-20.000000'38.000000'1,"3.000000"-9.000000"2 ,3.000000-7.000000 2,3.000000-8.000000 2,5.000000-4.000000 1,12.000000-4.000000 0,9.000000-2.000000-1,11.000000-3.000000-1,9.000000-3.000000 0,8.000000-6.000000-3,7.000000-5.000000-1,8.000000-5.000000-2,4.000000-8.000000-2,0.000000-10.000000-1,0.000000-11.000000-2,0.000000-10.000000-1,-3.000000-4.000000-1,-9.000000 3.000000 0,-7.000000 3.000000 0,-8.000000 2.000000 0,-11.000000 5.000000-1,-12.000000 8.000000-2,-13.000000 7.000000-2,-14.000000 9.000000-1,-13.000000 10.000000 1,-16.000000 12.000000 4,-16.000000 14.000000 4,-15.000000 13.000000 3,-5.000000 13.000000 4,5.000000 17.000000 3,5.000000 14.000000 3,6.000000 17.000000 3,12.000000 11.000000 4,21.000000 8.000000 5,21.000000 7.000000 4,20.000000 8.000000 5,26.000000-2.000000-1,31.000000-13.000000-5,32.000000-13.000000-5,30.000000-14.000000-6,8.000000-12.000000-14,-15.000000-13.000000-21,-16.000000-13.000000-21,-16.000000-12.000000-22</inkml:trace>
</inkml:ink>
</file>

<file path=ppt/ink/ink8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9"/>
    </inkml:context>
    <inkml:brush xml:id="br0">
      <inkml:brushProperty name="width" value="0.0225486140698195" units="cm"/>
      <inkml:brushProperty name="height" value="0.0225486140698195" units="cm"/>
      <inkml:brushProperty name="color" value="#000000"/>
      <inkml:brushProperty name="ignorePressure" value="0"/>
    </inkml:brush>
  </inkml:definitions>
  <inkml:trace contextRef="#ctx0" brushRef="#br0">54334.000000 43375.000000 650,'-17.000000'-4.000000'2,"8.000000"34.000000"2 ,8.000000 33.000000 4,7.000000 34.000000 4,3.000000 30.000000 1,-2.000000 26.000000 3,-3.000000 25.000000 1,-3.000000 26.000000 2,-9.000000 19.000000 1,-15.000000 10.000000 0,-16.000000 10.000000 0,-15.000000 10.000000 1,-6.000000-3.000000 1,6.000000-19.000000 1,5.000000-17.000000 0,5.000000-19.000000 2,5.000000-24.000000-1,6.000000-32.000000-3,4.000000-30.000000-3,6.000000-32.000000-2,7.000000-26.000000-11,11.000000-24.000000-14,10.000000-23.000000-17,11.000000-24.000000-16,5.000000-13.000000-7,-1.000000-6.000000 1,1.000000-5.000000 2,0.000000-5.000000 0,-1.000000-1.000000 3,1.000000 2.000000 4,0.000000 2.000000 3,-1.000000 4.000000 4</inkml:trace>
</inkml:ink>
</file>

<file path=ppt/ink/ink8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19"/>
    </inkml:context>
    <inkml:brush xml:id="br0">
      <inkml:brushProperty name="width" value="0.0176386050879955" units="cm"/>
      <inkml:brushProperty name="height" value="0.0176386050879955" units="cm"/>
      <inkml:brushProperty name="color" value="#000000"/>
      <inkml:brushProperty name="ignorePressure" value="0"/>
    </inkml:brush>
  </inkml:definitions>
  <inkml:trace contextRef="#ctx0" brushRef="#br0">54872.000000 43085.000000 831,'-52.000000'0.000000'42,"21.000000"0.000000"-13 ,21.000000 0.000000-12,20.000000 0.000000-13,23.000000 3.000000-7,22.000000 5.000000-3,24.000000 5.000000-2,23.000000 5.000000-3,11.000000 1.000000 0,-3.000000-2.000000 3,-3.000000-3.000000 1,-2.000000-2.000000 3,-4.000000-1.000000 2,-6.000000 4.000000 3,-4.000000 1.000000 3,-6.000000 4.000000 3,-10.000000 2.000000 1,-15.000000 2.000000-2,-16.000000 4.000000-1,-16.000000 1.000000-1,-19.000000 9.000000 0,-23.000000 12.000000 3,-24.000000 14.000000 1,-22.000000 12.000000 3,-30.000000 11.000000 1,-32.000000 7.000000-2,-35.000000 8.000000 0,-33.000000 8.000000 0,-4.000000-3.000000-2,26.000000-12.000000 0,26.000000-14.000000-1,25.000000-12.000000 0,23.000000-12.000000-12,18.000000-11.000000-20,17.000000-10.000000-20,19.000000-10.000000-21</inkml:trace>
</inkml:ink>
</file>

<file path=ppt/ink/ink8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0"/>
    </inkml:context>
    <inkml:brush xml:id="br0">
      <inkml:brushProperty name="width" value="0.0189404096454382" units="cm"/>
      <inkml:brushProperty name="height" value="0.0189404096454382" units="cm"/>
      <inkml:brushProperty name="color" value="#000000"/>
      <inkml:brushProperty name="ignorePressure" value="0"/>
    </inkml:brush>
  </inkml:definitions>
  <inkml:trace contextRef="#ctx0" brushRef="#br0">89302.000000 44492.000000 774,'2.000000'100.000000'1,"6.000000"-8.000000"3 ,5.000000-8.000000 3,5.000000-8.000000 3,2.000000 7.000000 1,-4.000000 20.000000 2,-1.000000 21.000000-1,-4.000000 21.000000 2,-3.000000 18.000000 0,-5.000000 16.000000 0,-6.000000 15.000000 1,-5.000000 15.000000 0,-7.000000 5.000000 0,-11.000000-9.000000-1,-10.000000-7.000000 1,-11.000000-8.000000-1,-2.000000-19.000000-2,5.000000-32.000000-2,5.000000-30.000000-2,6.000000-31.000000-2,4.000000-25.000000-4,6.000000-18.000000-6,5.000000-19.000000-4,5.000000-17.000000-6,5.000000-13.000000-9,6.000000-8.000000-14,4.000000-8.000000-13,6.000000-7.000000-15</inkml:trace>
</inkml:ink>
</file>

<file path=ppt/ink/ink8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0"/>
    </inkml:context>
    <inkml:brush xml:id="br0">
      <inkml:brushProperty name="width" value="0.0163805447518826" units="cm"/>
      <inkml:brushProperty name="height" value="0.0163805447518826" units="cm"/>
      <inkml:brushProperty name="color" value="#000000"/>
      <inkml:brushProperty name="ignorePressure" value="0"/>
    </inkml:brush>
  </inkml:definitions>
  <inkml:trace contextRef="#ctx0" brushRef="#br0">90254.000000 43623.000000 895,'48.000000'4.000000'-20,"12.000000"8.000000"-2 ,14.000000 7.000000-1,13.000000 8.000000-3,4.000000 3.000000 3,-1.000000-3.000000 4,-4.000000-2.000000 4,-2.000000-3.000000 5,-7.000000 0.000000 5,-14.000000 2.000000 4,-12.000000 4.000000 4,-14.000000 1.000000 5,-16.000000 6.000000 3,-21.000000 8.000000 4,-21.000000 7.000000 2,-20.000000 8.000000 4,-16.000000 7.000000 1,-10.000000 5.000000-1,-11.000000 5.000000 0,-10.000000 5.000000-2,-4.000000 0.000000 1,3.000000-5.000000 1,2.000000-5.000000 1,3.000000-5.000000 1,7.000000-6.000000-5,9.000000-4.000000-12,11.000000-6.000000-10,11.000000-5.000000-13,8.000000-7.000000-8,9.000000-7.000000-8,7.000000-8.000000-7,7.000000-8.000000-8</inkml:trace>
</inkml:ink>
</file>

<file path=ppt/ink/ink8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1"/>
    </inkml:context>
    <inkml:brush xml:id="br0">
      <inkml:brushProperty name="width" value="0.0212726332247257" units="cm"/>
      <inkml:brushProperty name="height" value="0.0212726332247257" units="cm"/>
      <inkml:brushProperty name="color" value="#000000"/>
      <inkml:brushProperty name="ignorePressure" value="0"/>
    </inkml:brush>
  </inkml:definitions>
  <inkml:trace contextRef="#ctx0" brushRef="#br0">88847.000000 59142.000000 689,'-22.000000'99.000000'0,"-3.000000"-7.000000"0 ,-2.000000-8.000000 0,-3.000000-8.000000 0,2.000000 8.000000 2,4.000000 24.000000 6,6.000000 22.000000 5,5.000000 24.000000 4,2.000000 17.000000 3,-3.000000 10.000000-1,-3.000000 10.000000 0,-3.000000 11.000000-1,-3.000000-1.000000 1,-5.000000-14.000000 2,-6.000000-12.000000 1,-5.000000-14.000000 3,-2.000000-8.000000-1,-1.000000-6.000000-2,1.000000-4.000000-1,0.000000-6.000000-2,2.000000-12.000000-5,5.000000-18.000000-7,6.000000-17.000000-6,5.000000-19.000000-8,10.000000-32.000000-10,15.000000-47.000000-14,16.000000-47.000000-15,16.000000-45.000000-13,5.000000-16.000000-4,-6.000000 20.000000 7,-4.000000 17.000000 8,-6.000000 18.000000 7</inkml:trace>
</inkml:ink>
</file>

<file path=ppt/ink/ink8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1"/>
    </inkml:context>
    <inkml:brush xml:id="br0">
      <inkml:brushProperty name="width" value="0.0175383891910315" units="cm"/>
      <inkml:brushProperty name="height" value="0.0175383891910315" units="cm"/>
      <inkml:brushProperty name="color" value="#000000"/>
      <inkml:brushProperty name="ignorePressure" value="0"/>
    </inkml:brush>
  </inkml:definitions>
  <inkml:trace contextRef="#ctx0" brushRef="#br0">89136.000000 58604.000000 836,'2.000000'37.000000'6,"2.000000"-7.000000"14 ,2.000000-8.000000 12,3.000000-8.000000 14,10.000000-4.000000-5,19.000000 1.000000-22,18.000000-1.000000-23,17.000000 0.000000-21,17.000000 2.000000-9,12.000000 2.000000 7,13.000000 3.000000 5,13.000000 2.000000 6,1.000000 5.000000 4,-10.000000 4.000000 0,-10.000000 6.000000 2,-11.000000 5.000000 0,-14.000000 3.000000 3,-18.000000 4.000000 4,-18.000000 1.000000 5,-18.000000 4.000000 5,-25.000000 2.000000 1,-31.000000 2.000000-1,-31.000000 4.000000-1,-31.000000 1.000000-2,-28.000000 1.000000-1,-27.000000-3.000000-4,-25.000000-2.000000-3,-26.000000-3.000000-3,6.000000-6.000000-1,35.000000-11.000000 0,37.000000-10.000000 1,35.000000-11.000000 1,21.000000-3.000000-4,1.000000 2.000000-6,4.000000 3.000000-8,2.000000 2.000000-6</inkml:trace>
</inkml:ink>
</file>

<file path=ppt/ink/ink8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1"/>
    </inkml:context>
    <inkml:brush xml:id="br0">
      <inkml:brushProperty name="width" value="0.0219243690371513" units="cm"/>
      <inkml:brushProperty name="height" value="0.0219243690371513" units="cm"/>
      <inkml:brushProperty name="color" value="#000000"/>
      <inkml:brushProperty name="ignorePressure" value="0"/>
    </inkml:brush>
  </inkml:definitions>
  <inkml:trace contextRef="#ctx0" brushRef="#br0">50320.000000 59390.000000 668,'-52.000000'6.000000'-3,"21.000000"14.000000"-7 ,21.000000 12.000000-8,20.000000 13.000000-6,11.000000 21.000000 5,0.000000 29.000000 18,-1.000000 28.000000 18,1.000000 28.000000 18,-4.000000 26.000000 7,-8.000000 23.000000-6,-8.000000 24.000000-4,-7.000000 23.000000-6,-10.000000 16.000000-3,-10.000000 7.000000-1,-10.000000 8.000000-1,-10.000000 8.000000-1,-5.000000-7.000000-1,3.000000-20.000000 1,3.000000-21.000000 1,2.000000-21.000000 1,5.000000-22.000000-1,4.000000-23.000000-6,5.000000-23.000000-5,6.000000-24.000000-5,5.000000-20.000000-7,5.000000-18.000000-6,5.000000-19.000000-8,6.000000-17.000000-8,6.000000-19.000000-6,7.000000-18.000000-5,9.000000-18.000000-5,7.000000-18.000000-6,3.000000-9.000000-1,-3.000000 0.000000 2,-3.000000 0.000000 2,-2.000000 0.000000 3</inkml:trace>
</inkml:ink>
</file>

<file path=ppt/ink/ink8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2"/>
    </inkml:context>
    <inkml:brush xml:id="br0">
      <inkml:brushProperty name="width" value="0.0168627016246319" units="cm"/>
      <inkml:brushProperty name="height" value="0.0168627016246319" units="cm"/>
      <inkml:brushProperty name="color" value="#000000"/>
      <inkml:brushProperty name="ignorePressure" value="0"/>
    </inkml:brush>
  </inkml:definitions>
  <inkml:trace contextRef="#ctx0" brushRef="#br0">50527.000000 58521.000000 869,'-13.000000'-70.000000'54,"16.000000"26.000000"-16 ,15.000000 26.000000-15,15.000000 26.000000-14,14.000000 14.000000-10,10.000000 2.000000-3,10.000000 3.000000-3,11.000000 3.000000-4,10.000000 1.000000 1,10.000000 0.000000 3,10.000000 0.000000 4,11.000000 0.000000 3,3.000000 2.000000 4,-6.000000 2.000000 1,-4.000000 2.000000 3,-6.000000 3.000000 2,-8.000000 4.000000 0,-10.000000 5.000000-3,-11.000000 6.000000-3,-9.000000 4.000000-3,-19.000000 6.000000-1,-26.000000 5.000000 0,-25.000000 5.000000 0,-27.000000 5.000000 0,-30.000000 8.000000-1,-37.000000 10.000000 1,-36.000000 11.000000 0,-36.000000 10.000000 0,-13.000000 1.000000-1,10.000000-8.000000-2,11.000000-7.000000-3,10.000000-8.000000-3,18.000000-10.000000-7,26.000000-14.000000-13,26.000000-12.000000-12,25.000000-13.000000-13</inkml:trace>
</inkml:ink>
</file>

<file path=ppt/ink/ink8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3"/>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16470.000000 60590.000000 333,'115.000000'46.000000'167,"36.000000"34.000000"-1 ,36.000000 33.000000 1,37.000000 35.000000 0</inkml:trace>
</inkml:ink>
</file>

<file path=ppt/ink/ink8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3"/>
    </inkml:context>
    <inkml:brush xml:id="br0">
      <inkml:brushProperty name="width" value="0.021253814920783" units="cm"/>
      <inkml:brushProperty name="height" value="0.021253814920783" units="cm"/>
      <inkml:brushProperty name="color" value="#000000"/>
      <inkml:brushProperty name="ignorePressure" value="0"/>
    </inkml:brush>
  </inkml:definitions>
  <inkml:trace contextRef="#ctx0" brushRef="#br0">15063.000000 59473.000000 690,'59.000000'190.000000'78,"-5.000000"8.000000"-18 ,-4.000000 7.000000-20,-7.000000 9.000000-19,-10.000000 5.000000-12,-19.000000 6.000000-3,-18.000000 6.000000-3,-18.000000 4.000000-3,-15.000000 0.000000-1,-14.000000-4.000000 3,-12.000000-6.000000 4,-13.000000-6.000000 2,-5.000000-10.000000 2,6.000000-19.000000 2,6.000000-18.000000 1,4.000000-18.000000 1,8.000000-23.000000-1,10.000000-24.000000-4,11.000000-27.000000-4,10.000000-26.000000-3,12.000000-24.000000-8,13.000000-24.000000-9,12.000000-23.000000-9,14.000000-23.000000-8,4.000000-9.000000-5,-6.000000 5.000000 3,-5.000000 5.000000 1,-5.000000 6.000000 2,-3.000000-1.000000 0,0.000000-5.000000-3,1.000000-5.000000-3,-1.000000-5.000000-3</inkml:trace>
</inkml:ink>
</file>

<file path=ppt/ink/ink8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3"/>
    </inkml:context>
    <inkml:brush xml:id="br0">
      <inkml:brushProperty name="width" value="0.0185405202209949" units="cm"/>
      <inkml:brushProperty name="height" value="0.0185405202209949" units="cm"/>
      <inkml:brushProperty name="color" value="#000000"/>
      <inkml:brushProperty name="ignorePressure" value="0"/>
    </inkml:brush>
  </inkml:definitions>
  <inkml:trace contextRef="#ctx0" brushRef="#br0">15394.000000 59307.000000 791,'-30.000000'0.000000'100,"23.000000"0.000000"-38 ,24.000000 0.000000-40,23.000000 0.000000-39,24.000000 0.000000-19,22.000000 0.000000 4,24.000000 0.000000 3,23.000000 0.000000 4,14.000000 0.000000 1,1.000000 0.000000 1,4.000000 0.000000 2,1.000000 0.000000 0,-3.000000 4.000000 3,-10.000000 8.000000 6,-11.000000 7.000000 4,-10.000000 8.000000 7,-14.000000 8.000000 2,-18.000000 8.000000 2,-19.000000 7.000000 2,-17.000000 8.000000 0,-21.000000 11.000000 6,-24.000000 12.000000 6,-23.000000 14.000000 9,-23.000000 12.000000 7,-25.000000 13.000000 2,-25.000000 14.000000-3,-26.000000 12.000000-2,-27.000000 13.000000-3,-13.000000 2.000000-4,-3.000000-7.000000-4,-3.000000-8.000000-6,-2.000000-7.000000-4,6.000000-15.000000-7,16.000000-21.000000-5,15.000000-20.000000-8,16.000000-21.000000-6,16.000000-15.000000-9,19.000000-11.000000-11,18.000000-10.000000-12,18.000000-11.000000-11</inkml:trace>
</inkml:ink>
</file>

<file path=ppt/ink/ink8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29"/>
    </inkml:context>
    <inkml:brush xml:id="br0">
      <inkml:brushProperty name="width" value="0.0315829291939735" units="cm"/>
      <inkml:brushProperty name="height" value="0.0315829291939735" units="cm"/>
      <inkml:brushProperty name="color" value="#000000"/>
      <inkml:brushProperty name="ignorePressure" value="0"/>
    </inkml:brush>
  </inkml:definitions>
  <inkml:trace contextRef="#ctx0" brushRef="#br0">5960.000000 53220.000000 464,'-19.000000'18.000000'4,"5.000000"-4.000000"0 ,3.000000-3.000000 2,5.000000-4.000000 0,4.000000-3.000000 7,8.000000-1.000000 11,8.000000-1.000000 11,8.000000-2.000000 12,3.000000 0.000000 2,0.000000-2.000000-7,0.000000-1.000000-8,0.000000-1.000000-7,1.000000-1.000000-6,5.000000-1.000000-3,3.000000 1.000000-4,5.000000 1.000000-2,4.000000-1.000000-3,9.000000 0.000000 0,6.000000-1.000000 0,9.000000 1.000000-1,4.000000 1.000000 0,5.000000-2.000000-1,3.000000 2.000000-1,5.000000-2.000000 0,-1.000000 1.000000-2,-4.000000 1.000000 0,-3.000000-1.000000-1,-5.000000 0.000000-1,1.000000 0.000000 0,4.000000 2.000000 1,3.000000 1.000000 0,5.000000 1.000000 1,-1.000000 1.000000 0,-2.000000-2.000000-1,-2.000000-1.000000-2,-2.000000-1.000000-1,-4.000000-1.000000-1,-2.000000 2.000000-1,-2.000000 1.000000-1,-2.000000 1.000000-1,-1.000000 1.000000 0,2.000000 0.000000 2,4.000000 0.000000 2,2.000000 0.000000 2,0.000000 0.000000 0,-1.000000 0.000000 0,-1.000000 0.000000 0,-1.000000 0.000000 1,-5.000000 0.000000-1,-5.000000-2.000000 0,-7.000000-1.000000 0,-5.000000-1.000000 1,-3.000000-1.000000-1,3.000000 2.000000 1,2.000000 1.000000 0,3.000000 2.000000 0,2.000000-1.000000 0,5.000000-1.000000-3,3.000000-1.000000-2,5.000000-2.000000-1,0.000000 0.000000-1,-1.000000-2.000000 1,-1.000000-1.000000 1,-1.000000-1.000000 1,-2.000000-1.000000 0,-1.000000 2.000000 1,-1.000000 1.000000-1,-1.000000 2.000000 1,2.000000-1.000000 0,9.000000-1.000000 0,6.000000-1.000000 0,9.000000-1.000000 1,3.000000-2.000000 1,0.000000-1.000000 1,0.000000-1.000000 2,0.000000-1.000000 1,0.000000-1.000000 1,-1.000000 2.000000-2,1.000000 1.000000 0,0.000000 2.000000-1,2.000000 0.000000-1,2.000000 2.000000-1,2.000000 1.000000-1,3.000000 1.000000-1,-1.000000 1.000000 0,-2.000000-2.000000-1,-2.000000-1.000000-1,-2.000000-2.000000-1,1.000000 1.000000-1,6.000000 1.000000 2,7.000000 1.000000 0,5.000000 2.000000 0,1.000000 0.000000 2,-9.000000 0.000000 1,-6.000000-1.000000 1,-9.000000 1.000000 1,1.000000 1.000000 0,8.000000-2.000000 0,6.000000 2.000000-1,8.000000-2.000000-1,1.000000 1.000000 1,-9.000000 1.000000-1,-6.000000-1.000000 2,-9.000000 0.000000-1,-6.000000 0.000000 1,-9.000000 2.000000 1,-6.000000 1.000000 0,-9.000000 1.000000 0,0.000000 1.000000 0,4.000000-2.000000 1,6.000000-1.000000-2,5.000000-1.000000 0,-1.000000-2.000000-1,-4.000000-1.000000-1,-6.000000-1.000000-3,-5.000000-1.000000-2,-5.000000-1.000000 0,-8.000000 2.000000 0,-8.000000 1.000000 1,-7.000000 1.000000 1,-5.000000 1.000000 0,-1.000000 1.000000 0,-1.000000-1.000000-1,-2.000000 0.000000 0,0.000000 0.000000-2,-2.000000 2.000000-1,-1.000000 1.000000-3,-1.000000 1.000000-2,-2.000000 1.000000-7,-1.000000-2.000000-10,-1.000000-1.000000-12,-1.000000-1.000000-11</inkml:trace>
</inkml:ink>
</file>

<file path=ppt/ink/ink8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0"/>
    </inkml:context>
    <inkml:brush xml:id="br0">
      <inkml:brushProperty name="width" value="0.0276637934148312" units="cm"/>
      <inkml:brushProperty name="height" value="0.0276637934148312" units="cm"/>
      <inkml:brushProperty name="color" value="#000000"/>
      <inkml:brushProperty name="ignorePressure" value="0"/>
    </inkml:brush>
  </inkml:definitions>
  <inkml:trace contextRef="#ctx0" brushRef="#br0">16400.000000 52920.000000 530,'-15.000000'0.000000'30,"10.000000"0.000000"9 ,10.000000 0.000000 11,10.000000 0.000000 9,5.000000 0.000000-2,2.000000 0.000000-10,1.000000 0.000000-13,1.000000 0.000000-11,2.000000 0.000000-8,1.000000 2.000000-1,1.000000 1.000000-3,2.000000 1.000000-3,1.000000 1.000000-1,2.000000-2.000000-3,4.000000-1.000000-1,1.000000-1.000000-3,4.000000-1.000000 0,2.000000 0.000000 0,2.000000 0.000000 0,2.000000 0.000000-1,2.000000 0.000000 2,-2.000000 2.000000-1,-1.000000 1.000000 0,-1.000000 2.000000 1,-2.000000-1.000000 0,-1.000000-1.000000 0,-1.000000-1.000000 0,-1.000000-2.000000-1,-3.000000 1.000000 1,-1.000000 1.000000 0,-4.000000 1.000000 0,-2.000000 2.000000 1,0.000000-1.000000 0,-2.000000-1.000000 0,2.000000-1.000000 0,-2.000000-2.000000 1,2.000000 0.000000 0,1.000000 0.000000 0,1.000000 0.000000 0,1.000000 0.000000 0,3.000000 0.000000 0,4.000000-2.000000-1,3.000000-1.000000 0,4.000000-1.000000 0,2.000000-1.000000-1,-2.000000-1.000000-1,-1.000000 1.000000 0,-1.000000 1.000000 0,-3.000000-1.000000-1,-2.000000 0.000000 0,-2.000000-1.000000-1,-3.000000 1.000000-1,-2.000000 1.000000 1,-2.000000-2.000000 1,-4.000000 2.000000 1,-1.000000-2.000000 2,-3.000000 2.000000 1,-1.000000 1.000000-2,-1.000000 1.000000 0,-1.000000 2.000000-2,-1.000000 0.000000 1,2.000000 0.000000-1,1.000000 0.000000 2,1.000000 0.000000-1,3.000000 0.000000 1,1.000000 0.000000 1,4.000000 0.000000-1,2.000000 0.000000 0,2.000000 0.000000 1,3.000000 0.000000 1,2.000000 0.000000 1,2.000000 0.000000 1,2.000000 0.000000-1,1.000000 0.000000 0,-1.000000 0.000000-1,0.000000 0.000000-2,-1.000000 0.000000 0,-1.000000 0.000000-1,-1.000000 0.000000 0,-2.000000 0.000000-1,-1.000000 0.000000 0,-5.000000 0.000000-1,-3.000000 0.000000-1,-4.000000 0.000000-1,-3.000000 0.000000 0,-1.000000 0.000000 1,-1.000000 0.000000-1,-2.000000 0.000000 2,1.000000 0.000000-1,1.000000 0.000000 1,1.000000 0.000000-1,2.000000 0.000000-1,-2.000000 0.000000 1,-4.000000 0.000000-1,-3.000000 0.000000 0,-4.000000 0.000000 0,-4.000000 1.000000-13,-2.000000 2.000000-26,-2.000000 4.000000-26,-3.000000 2.000000-26</inkml:trace>
</inkml:ink>
</file>

<file path=ppt/ink/ink8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1"/>
    </inkml:context>
    <inkml:brush xml:id="br0">
      <inkml:brushProperty name="width" value="0.0284636095166206" units="cm"/>
      <inkml:brushProperty name="height" value="0.0284636095166206" units="cm"/>
      <inkml:brushProperty name="color" value="#000000"/>
      <inkml:brushProperty name="ignorePressure" value="0"/>
    </inkml:brush>
  </inkml:definitions>
  <inkml:trace contextRef="#ctx0" brushRef="#br0">8600.000000 52700.000000 515,'-9.000000'19.000000'2,"3.000000"-1.000000"6 ,2.000000-1.000000 6,3.000000-1.000000 4,1.000000 0.000000 4,0.000000 5.000000 0,0.000000 3.000000 2,0.000000 4.000000 2,0.000000 4.000000-1,0.000000 4.000000-2,0.000000 3.000000-1,0.000000 4.000000-1,0.000000 4.000000-2,2.000000 1.000000-1,1.000000 4.000000-3,1.000000 1.000000-1,2.000000 2.000000-1,-1.000000-2.000000-1,0.000000-1.000000 1,0.000000-1.000000 1,0.000000-4.000000-1,-1.000000-4.000000 0,2.000000-6.000000-1,-1.000000-5.000000 1,0.000000-5.000000-2,2.000000-6.000000-3,1.000000-7.000000-3,2.000000-5.000000-3,1.000000-10.000000-4,5.000000-11.000000-4,3.000000-11.000000-4,5.000000-12.000000-5,2.000000-9.000000-3,3.000000-9.000000 0,2.000000-9.000000-1,3.000000-8.000000-2,1.000000-4.000000 1,2.000000 2.000000 0,1.000000 4.000000 0,2.000000 2.000000 0,-2.000000 4.000000 3,-1.000000 8.000000 3,-4.000000 8.000000 4,-2.000000 8.000000 4,-4.000000 8.000000 3,-6.000000 9.000000 1,-7.000000 11.000000 4,-5.000000 10.000000 1,-5.000000 12.000000 2,-1.000000 12.000000 1,-1.000000 12.000000 1,-2.000000 12.000000 0,0.000000 8.000000 2,0.000000 1.000000 2,0.000000 1.000000 1,0.000000 1.000000 2,2.000000-1.000000 1,2.000000-6.000000 0,2.000000-4.000000 0,2.000000-6.000000 1,4.000000-5.000000 0,4.000000-6.000000-2,3.000000-7.000000 0,5.000000-5.000000 0,1.000000-9.000000-2,0.000000-8.000000-1,0.000000-9.000000 0,0.000000-9.000000-1,0.000000-9.000000 0,2.000000-12.000000 0,1.000000-11.000000 0,1.000000-11.000000 1,1.000000-6.000000-1,-2.000000 2.000000-3,-1.000000 1.000000-2,-1.000000 2.000000-3,-4.000000 1.000000-5,-4.000000 5.000000-4,-6.000000 3.000000-5,-5.000000 4.000000-4,-2.000000 6.000000-4,-2.000000 5.000000 1,-1.000000 7.000000-1,-1.000000 6.000000 1</inkml:trace>
</inkml:ink>
</file>

<file path=ppt/ink/ink8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2"/>
    </inkml:context>
    <inkml:brush xml:id="br0">
      <inkml:brushProperty name="width" value="0.0265609472990036" units="cm"/>
      <inkml:brushProperty name="height" value="0.0265609472990036" units="cm"/>
      <inkml:brushProperty name="color" value="#000000"/>
      <inkml:brushProperty name="ignorePressure" value="0"/>
    </inkml:brush>
  </inkml:definitions>
  <inkml:trace contextRef="#ctx0" brushRef="#br0">10219.000000 52900.000000 552,'-2.000000'-40.000000'11,"-6.000000"22.000000"16 ,-4.000000 21.000000 15,-5.000000 22.000000 16,-2.000000 12.000000 2,2.000000 6.000000-11,4.000000 4.000000-9,1.000000 6.000000-12,3.000000 0.000000-6,1.000000-2.000000-3,1.000000-2.000000-4,1.000000-2.000000-3,5.000000-5.000000-3,5.000000-4.000000-2,7.000000-6.000000-2,5.000000-4.000000-2,6.000000-7.000000-2,2.000000-7.000000 0,2.000000-8.000000-1,2.000000-8.000000-2,3.000000-7.000000 2,-2.000000-9.000000 2,2.000000-9.000000 3,-2.000000-8.000000 3,0.000000-7.000000 0,-5.000000-4.000000-1,-3.000000-3.000000-4,-4.000000-4.000000-1,-4.000000 0.000000-1,-4.000000 6.000000 0,-3.000000 4.000000 1,-4.000000 6.000000 0,-4.000000 3.000000-3,-1.000000 2.000000-4,-4.000000 4.000000-4,-2.000000 2.000000-5,-2.000000 3.000000-7,-5.000000 5.000000-8,-3.000000 6.000000-10,-5.000000 5.000000-8,1.000000 3.000000-3,4.000000 2.000000 2,3.000000 4.000000 2,5.000000 2.000000 2,1.000000 1.000000 3,2.000000 0.000000 3,1.000000-1.000000 4,1.000000 1.000000 4</inkml:trace>
</inkml:ink>
</file>

<file path=ppt/ink/ink8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2"/>
    </inkml:context>
    <inkml:brush xml:id="br0">
      <inkml:brushProperty name="width" value="0.0252086855471134" units="cm"/>
      <inkml:brushProperty name="height" value="0.0252086855471134" units="cm"/>
      <inkml:brushProperty name="color" value="#000000"/>
      <inkml:brushProperty name="ignorePressure" value="0"/>
    </inkml:brush>
  </inkml:definitions>
  <inkml:trace contextRef="#ctx0" brushRef="#br0">10460.000000 52820.000000 581,'18.000000'-9.000000'12,"-2.000000"2.000000"3 ,-2.000000 4.000000 5,-3.000000 2.000000 3,1.000000-1.000000 3,1.000000-1.000000 0,4.000000-4.000000 2,2.000000-2.000000 1,2.000000 0.000000-1,3.000000 1.000000-1,2.000000 1.000000-1,3.000000 2.000000-2,1.000000 1.000000-3,-1.000000 3.000000-2,1.000000 2.000000-3,1.000000 3.000000-4,-3.000000 4.000000-2,-4.000000 9.000000-2,-3.000000 6.000000-3,-5.000000 8.000000-2,-3.000000 8.000000-2,-5.000000 5.000000-2,-6.000000 7.000000-3,-4.000000 6.000000-2,-6.000000 2.000000 0,-5.000000-1.000000 0,-4.000000-1.000000 2,-5.000000-1.000000 0,-2.000000-7.000000 2,5.000000-11.000000 2,3.000000-11.000000 2,5.000000-12.000000 2,2.000000-7.000000 3,2.000000-5.000000 4,4.000000-6.000000 2,2.000000-5.000000 4,5.000000-8.000000-3,12.000000-15.000000-9,9.000000-13.000000-10,9.000000-15.000000-9,10.000000-5.000000-10,5.000000 1.000000-9,7.000000 1.000000-10,6.000000 1.000000-11,-3.000000 7.000000-3,-11.000000 11.000000 0,-11.000000 11.000000 1,-12.000000 11.000000 2</inkml:trace>
</inkml:ink>
</file>

<file path=ppt/ink/ink8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3"/>
    </inkml:context>
    <inkml:brush xml:id="br0">
      <inkml:brushProperty name="width" value="0.0282402001321316" units="cm"/>
      <inkml:brushProperty name="height" value="0.0282402001321316" units="cm"/>
      <inkml:brushProperty name="color" value="#000000"/>
      <inkml:brushProperty name="ignorePressure" value="0"/>
    </inkml:brush>
  </inkml:definitions>
  <inkml:trace contextRef="#ctx0" brushRef="#br0">11739.000000 52900.000000 519,'-19.000000'0.000000'2,"1.000000"0.000000"3 ,1.000000 0.000000 5,1.000000 0.000000 3,2.000000-2.000000 6,1.000000-1.000000 6,1.000000-4.000000 6,1.000000-2.000000 7,1.000000-1.000000 0,-2.000000-2.000000-5,-1.000000-1.000000-6,-2.000000-2.000000-6,1.000000 1.000000-4,-2.000000 1.000000-5,2.000000 1.000000-3,-1.000000 1.000000-4,-1.000000 6.000000-4,-1.000000 8.000000-4,-1.000000 9.000000-3,-2.000000 8.000000-4,2.000000 9.000000-3,2.000000 8.000000-2,2.000000 6.000000-1,3.000000 9.000000-2,2.000000 1.000000 0,5.000000-1.000000 3,3.000000-4.000000 3,4.000000-1.000000 3,6.000000-6.000000 2,5.000000-8.000000 2,7.000000-6.000000 3,5.000000-8.000000 1,6.000000-10.000000 2,4.000000-11.000000-1,3.000000-11.000000 1,4.000000-12.000000-1,2.000000-8.000000-2,-2.000000-9.000000-5,-1.000000-6.000000-4,-1.000000-9.000000-4,-3.000000-4.000000-3,-1.000000-5.000000-3,-4.000000-3.000000-3,-1.000000-5.000000-2,-5.000000 0.000000-1,-4.000000 1.000000 3,-6.000000 1.000000 3,-4.000000 2.000000 3,-4.000000 3.000000 3,-1.000000 9.000000 7,-1.000000 6.000000 7,-1.000000 9.000000 5,-3.000000 7.000000 6,-2.000000 9.000000 7,-2.000000 9.000000 5,-2.000000 8.000000 6,-3.000000 9.000000 4,-1.000000 5.000000 4,-1.000000 7.000000 4,-1.000000 6.000000 4,-2.000000 7.000000 0,2.000000 9.000000-3,-1.000000 9.000000-2,-1.000000 9.000000-4,1.000000 8.000000-2,-2.000000 9.000000-2,-1.000000 9.000000-1,-2.000000 8.000000-2,2.000000 8.000000-4,1.000000 5.000000-9,4.000000 4.000000-7,2.000000 5.000000-9,1.000000-6.000000-18,2.000000-19.000000-29,1.000000-19.000000-28,1.000000-18.000000-29</inkml:trace>
</inkml:ink>
</file>

<file path=ppt/ink/ink8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3"/>
    </inkml:context>
    <inkml:brush xml:id="br0">
      <inkml:brushProperty name="width" value="0.0249265395104885" units="cm"/>
      <inkml:brushProperty name="height" value="0.0249265395104885" units="cm"/>
      <inkml:brushProperty name="color" value="#000000"/>
      <inkml:brushProperty name="ignorePressure" value="0"/>
    </inkml:brush>
  </inkml:definitions>
  <inkml:trace contextRef="#ctx0" brushRef="#br0">17360.000000 52400.000000 588,'-10.000000'89.000000'99,"-1.000000"1.000000"-23 ,1.000000 0.000000-23,0.000000 0.000000-23,2.000000-2.000000-13,2.000000-6.000000-3,2.000000-4.000000-3,3.000000-6.000000-3,1.000000-8.000000-3,0.000000-13.000000-2,0.000000-12.000000-4,0.000000-13.000000-1,1.000000-9.000000-3,3.000000-6.000000 0,2.000000-7.000000-2,2.000000-5.000000-2,4.000000-8.000000 0,1.000000-5.000000 1,4.000000-7.000000-1,2.000000-5.000000 0,1.000000-7.000000-1,2.000000-4.000000-1,1.000000-6.000000-2,1.000000-5.000000-1,1.000000-2.000000-1,0.000000 0.000000-1,0.000000 0.000000 0,0.000000 0.000000 0,0.000000 4.000000 1,-2.000000 5.000000 0,-1.000000 7.000000 1,-1.000000 5.000000 1,-4.000000 10.000000 0,-5.000000 11.000000 1,-4.000000 11.000000 0,-5.000000 12.000000 0,-3.000000 10.000000 4,0.000000 9.000000 6,0.000000 11.000000 6,0.000000 10.000000 6,0.000000 4.000000 5,0.000000-5.000000 2,0.000000-3.000000 2,0.000000-4.000000 2,1.000000-6.000000 1,3.000000-8.000000 1,2.000000-6.000000 1,2.000000-8.000000 1,4.000000-7.000000 0,4.000000-5.000000 0,3.000000-4.000000 0,4.000000-6.000000-1,4.000000-6.000000 0,1.000000-12.000000-1,4.000000-8.000000-3,2.000000-12.000000-1,1.000000-7.000000-5,2.000000-9.000000-7,1.000000-6.000000-6,2.000000-8.000000-8,-4.000000 1.000000-7,-7.000000 12.000000-6,-8.000000 11.000000-6,-7.000000 11.000000-6,-4.000000 8.000000-8,0.000000 1.000000-11,-1.000000 4.000000-11,2.000000 1.000000-10</inkml:trace>
</inkml:ink>
</file>

<file path=ppt/ink/ink8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4"/>
    </inkml:context>
    <inkml:brush xml:id="br0">
      <inkml:brushProperty name="width" value="0.0238251518458128" units="cm"/>
      <inkml:brushProperty name="height" value="0.0238251518458128" units="cm"/>
      <inkml:brushProperty name="color" value="#000000"/>
      <inkml:brushProperty name="ignorePressure" value="0"/>
    </inkml:brush>
  </inkml:definitions>
  <inkml:trace contextRef="#ctx0" brushRef="#br0">18360.000000 52840.000000 615,'0.000000'56.000000'136,"0.000000"-7.000000"-33 ,0.000000-8.000000-32,0.000000-7.000000-33,1.000000-6.000000-20,5.000000-1.000000-8,3.000000-4.000000-8,4.000000-1.000000-8,3.000000-6.000000-4,1.000000-5.000000 1,1.000000-7.000000 0,2.000000-5.000000 1,-1.000000-8.000000 0,2.000000-5.000000-1,-2.000000-7.000000 1,1.000000-6.000000 0,-2.000000-3.000000 0,-6.000000-2.000000-1,-4.000000-1.000000 0,-5.000000-1.000000 0,-5.000000 0.000000 0,-1.000000 2.000000 0,-4.000000 4.000000 2,-1.000000 1.000000 1,-4.000000 4.000000-2,-4.000000 4.000000-5,-3.000000 3.000000-6,-5.000000 4.000000-5,0.000000 4.000000-2,1.000000 4.000000-1,1.000000 3.000000 1,2.000000 5.000000-1,1.000000 2.000000 1,5.000000 3.000000 2,3.000000 2.000000 3,5.000000 3.000000 2,1.000000-1.000000 3,2.000000-1.000000 6,1.000000-4.000000 4,1.000000-2.000000 5,4.000000-1.000000 4,5.000000 1.000000 3,4.000000-1.000000 4,6.000000 0.000000 4,4.000000-1.000000 1,6.000000-1.000000 2,4.000000-1.000000 1,6.000000-2.000000 1,3.000000 0.000000 1,3.000000-2.000000-1,2.000000-1.000000 1,3.000000-1.000000-1,0.000000 0.000000-1,-1.000000 3.000000-3,-1.000000 2.000000-2,-2.000000 3.000000-3,-5.000000 4.000000-3,-9.000000 9.000000-1,-11.000000 6.000000-1,-11.000000 8.000000-3,-7.000000 7.000000-1,-6.000000 4.000000-2,-7.000000 6.000000-1,-6.000000 4.000000-1,-4.000000 2.000000 0,-5.000000-5.000000 5,-3.000000-3.000000 5,-4.000000-4.000000 4,1.000000-6.000000 4,9.000000-7.000000 2,6.000000-8.000000 4,9.000000-7.000000 2,4.000000-10.000000 0,5.000000-11.000000 0,3.000000-11.000000-2,5.000000-11.000000-2,6.000000-10.000000-9,10.000000-7.000000-15,10.000000-8.000000-17,10.000000-7.000000-17,1.000000 0.000000-6,-5.000000 9.000000 3,-7.000000 9.000000 4,-5.000000 8.000000 4,-6.000000 7.000000-1,-1.000000 4.000000-4,-4.000000 3.000000-4,-1.000000 5.000000-3</inkml:trace>
</inkml:ink>
</file>

<file path=ppt/ink/ink8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4"/>
    </inkml:context>
    <inkml:brush xml:id="br0">
      <inkml:brushProperty name="width" value="0.0236507225781679" units="cm"/>
      <inkml:brushProperty name="height" value="0.0236507225781679" units="cm"/>
      <inkml:brushProperty name="color" value="#000000"/>
      <inkml:brushProperty name="ignorePressure" value="0"/>
    </inkml:brush>
  </inkml:definitions>
  <inkml:trace contextRef="#ctx0" brushRef="#br0">19400.000000 52959.000000 620,'-27.000000'-10.000000'26,"6.000000"-2.000000"-2 ,7.000000-1.000000-3,6.000000-2.000000-3,2.000000-1.000000-1,-1.000000-2.000000 3,-1.000000-4.000000 2,-1.000000-2.000000 3,-1.000000 0.000000-1,0.000000 1.000000-4,0.000000 1.000000-3,0.000000 2.000000-3,-1.000000 4.000000-4,-1.000000 9.000000-5,-1.000000 9.000000-4,-1.000000 8.000000-4,-2.000000 11.000000-4,-1.000000 11.000000-4,-1.000000 11.000000-3,-2.000000 11.000000-3,2.000000 8.000000-1,4.000000 2.000000 0,3.000000 2.000000 1,4.000000 3.000000 1,4.000000-4.000000 1,4.000000-8.000000 3,3.000000-9.000000 1,5.000000-8.000000 3,4.000000-11.000000 1,6.000000-11.000000 3,7.000000-11.000000 1,5.000000-11.000000 2,5.000000-13.000000 1,1.000000-12.000000-2,1.000000-12.000000-2,1.000000-13.000000-1,0.000000-7.000000-4,-3.000000-5.000000-4,-2.000000-3.000000-4,-2.000000-4.000000-5,-3.000000-3.000000-1,-1.000000-1.000000 1,-1.000000-1.000000 3,-2.000000-2.000000 1,-1.000000 3.000000 3,-5.000000 4.000000 5,-3.000000 6.000000 4,-4.000000 5.000000 5,-3.000000 6.000000 5,-1.000000 9.000000 4,-1.000000 9.000000 5,-2.000000 8.000000 5,-1.000000 13.000000 8,-5.000000 14.000000 10,-3.000000 16.000000 12,-4.000000 15.000000 11,-4.000000 11.000000 0,-1.000000 9.000000-12,-4.000000 9.000000-12,-2.000000 8.000000-11,0.000000 10.000000-6,1.000000 8.000000-2,1.000000 9.000000 0,2.000000 8.000000-1,1.000000-4.000000-1,5.000000-19.000000-3,3.000000-19.000000-2,4.000000-19.000000-1,2.000000-9.000000-17,0.000000 1.000000-28,0.000000-1.000000-28,0.000000 0.000000-29</inkml:trace>
</inkml:ink>
</file>

<file path=ppt/ink/ink8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6"/>
    </inkml:context>
    <inkml:brush xml:id="br0">
      <inkml:brushProperty name="width" value="0.024126585572958" units="cm"/>
      <inkml:brushProperty name="height" value="0.024126585572958" units="cm"/>
      <inkml:brushProperty name="color" value="#000000"/>
      <inkml:brushProperty name="ignorePressure" value="0"/>
    </inkml:brush>
  </inkml:definitions>
  <inkml:trace contextRef="#ctx0" brushRef="#br0">24839.000000 52879.000000 607,'-13.000000'0.000000'28,"12.000000"0.000000"6 ,12.000000 0.000000 8,13.000000 0.000000 6,7.000000 0.000000 0,5.000000-2.000000-7,3.000000-1.000000-7,5.000000-1.000000-8,1.000000-1.000000-5,2.000000-1.000000-3,1.000000 1.000000-2,2.000000 1.000000-4,0.000000-1.000000-2,2.000000 2.000000-3,1.000000 1.000000-2,2.000000 2.000000-3,0.000000 0.000000-2,-1.000000 0.000000-2,2.000000 0.000000-2,-1.000000 0.000000-2,-3.000000 0.000000-2,-5.000000 2.000000 0,-4.000000 1.000000-1,-5.000000 2.000000 0,-9.000000-1.000000-3,-11.000000 1.000000-6,-11.000000 1.000000-5,-11.000000-1.000000-6,-7.000000-1.000000-3,-1.000000-1.000000-2,-1.000000-1.000000-1,-1.000000-2.000000-1,-1.000000 0.000000-1,2.000000-2.000000-1,1.000000-1.000000-1,2.000000-1.000000-1</inkml:trace>
</inkml:ink>
</file>

<file path=ppt/ink/ink8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7"/>
    </inkml:context>
    <inkml:brush xml:id="br0">
      <inkml:brushProperty name="width" value="0.0244833696633577" units="cm"/>
      <inkml:brushProperty name="height" value="0.0244833696633577" units="cm"/>
      <inkml:brushProperty name="color" value="#000000"/>
      <inkml:brushProperty name="ignorePressure" value="0"/>
    </inkml:brush>
  </inkml:definitions>
  <inkml:trace contextRef="#ctx0" brushRef="#br0">24900.000000 53040.000000 599,'-8.000000'-9.000000'-10,"5.000000"3.000000"13 ,6.000000 2.000000 13,5.000000 3.000000 12,2.000000 1.000000 5,2.000000 0.000000-3,1.000000 0.000000-4,2.000000 0.000000-4,0.000000 2.000000-1,0.000000 6.000000-1,0.000000 4.000000 0,0.000000 5.000000 0,0.000000 5.000000-1,2.000000 4.000000-2,1.000000 3.000000-3,2.000000 5.000000 0,0.000000 2.000000-3,0.000000 3.000000 1,-1.000000 2.000000-2,2.000000 2.000000 1,-2.000000 2.000000-1,-1.000000-2.000000 0,-1.000000-1.000000 1,-1.000000-1.000000 1,-2.000000-3.000000-2,-1.000000-4.000000-4,-1.000000-3.000000-5,-1.000000-5.000000-4,-1.000000-6.000000-1,2.000000-12.000000 1,1.000000-11.000000 3,2.000000-11.000000 3,-1.000000-9.000000-1,2.000000-4.000000 1,-1.000000-6.000000-1,-1.000000-4.000000 0,3.000000-4.000000-1,2.000000 2.000000-1,2.000000-1.000000-1,2.000000-1.000000-1,2.000000 1.000000-1,0.000000-2.000000 1,0.000000-1.000000-1,0.000000-1.000000 1,0.000000 0.000000-2,0.000000 2.000000-1,0.000000 4.000000-2,0.000000 1.000000-2,-1.000000 4.000000-1,-5.000000 4.000000-2,-3.000000 3.000000 0,-5.000000 5.000000 0</inkml:trace>
</inkml:ink>
</file>

<file path=ppt/ink/ink8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8"/>
    </inkml:context>
    <inkml:brush xml:id="br0">
      <inkml:brushProperty name="width" value="0.0203382708132267" units="cm"/>
      <inkml:brushProperty name="height" value="0.0203382708132267" units="cm"/>
      <inkml:brushProperty name="color" value="#000000"/>
      <inkml:brushProperty name="ignorePressure" value="0"/>
    </inkml:brush>
  </inkml:definitions>
  <inkml:trace contextRef="#ctx0" brushRef="#br0">26580.000000 52900.000000 721,'-9.000000'-11.000000'-3,"2.000000"1.000000"5 ,4.000000 0.000000 5,2.000000 0.000000 5,-1.000000 1.000000 3,-1.000000 1.000000 4,-4.000000 1.000000 4,-2.000000 1.000000 2,-2.000000 2.000000 1,-3.000000-2.000000-2,-2.000000 2.000000-3,-2.000000-2.000000-3,-2.000000 3.000000-1,-1.000000 4.000000 0,1.000000 3.000000 0,1.000000 5.000000 1,-1.000000 2.000000-4,0.000000 3.000000-7,-1.000000 2.000000-8,1.000000 2.000000-6,2.000000 3.000000-5,4.000000 1.000000-4,3.000000 1.000000-3,4.000000 2.000000-3,4.000000-1.000000-1,2.000000-1.000000 4,2.000000-1.000000 4,2.000000-2.000000 2,5.000000 0.000000 5,4.000000-2.000000 2,6.000000-1.000000 4,5.000000-2.000000 4,2.000000 0.000000 2,2.000000-2.000000 1,1.000000-1.000000 2,1.000000-2.000000 2,0.000000 1.000000 0,-5.000000 1.000000 1,-3.000000 1.000000 1,-4.000000 1.000000 0,-4.000000 2.000000 1,-4.000000-2.000000-1,-3.000000 2.000000 1,-4.000000-1.000000 0,-6.000000 0.000000-1,-5.000000 2.000000-4,-7.000000 1.000000-3,-5.000000 1.000000-3,-5.000000 0.000000-3,-1.000000-2.000000-1,-1.000000-4.000000-2,-1.000000-1.000000-1,0.000000-4.000000-3,5.000000-2.000000-6,3.000000-2.000000-5,5.000000-2.000000-6,2.000000-4.000000-5,3.000000-1.000000-8,2.000000-4.000000-8,2.000000-1.000000-7</inkml:trace>
</inkml:ink>
</file>

<file path=ppt/ink/ink8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8"/>
    </inkml:context>
    <inkml:brush xml:id="br0">
      <inkml:brushProperty name="width" value="0.0243992265313864" units="cm"/>
      <inkml:brushProperty name="height" value="0.0243992265313864" units="cm"/>
      <inkml:brushProperty name="color" value="#000000"/>
      <inkml:brushProperty name="ignorePressure" value="0"/>
    </inkml:brush>
  </inkml:definitions>
  <inkml:trace contextRef="#ctx0" brushRef="#br0">26939.000000 52440.000000 601,'0.000000'69.000000'147,"0.000000"1.000000"-36 ,0.000000 1.000000-36,0.000000-1.000000-36,0.000000 1.000000-22,-2.000000 2.000000-8,-1.000000 4.000000-9,-1.000000 2.000000-7,-3.000000-3.000000-5,-4.000000-5.000000 0,-3.000000-7.000000-1,-4.000000-5.000000 0,1.000000-15.000000 0,8.000000-19.000000-1,8.000000-19.000000-1,8.000000-21.000000-1,5.000000-14.000000-1,5.000000-8.000000-1,6.000000-6.000000 0,4.000000-8.000000-2,3.000000-4.000000 1,-2.000000 2.000000 3,-1.000000 1.000000 1,-1.000000 1.000000 2,-1.000000 5.000000 3,0.000000 7.000000 1,0.000000 8.000000 2,0.000000 8.000000 3,-2.000000 5.000000 0,-4.000000 5.000000 2,-3.000000 6.000000 1,-5.000000 5.000000 1,-2.000000 6.000000 2,-2.000000 9.000000 3,-4.000000 9.000000 2,-2.000000 9.000000 2,-1.000000 4.000000 1,-2.000000 2.000000-2,-1.000000 1.000000 0,-1.000000 2.000000-2,-1.000000-1.000000-4,2.000000-1.000000-9,1.000000-1.000000-7,1.000000-1.000000-7,1.000000-4.000000-4,0.000000-5.000000 0,0.000000-4.000000 1,0.000000-5.000000 1,0.000000-5.000000 0,0.000000-2.000000-1,0.000000-2.000000 0,0.000000-3.000000-2</inkml:trace>
</inkml:ink>
</file>

<file path=ppt/ink/ink8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9"/>
    </inkml:context>
    <inkml:brush xml:id="br0">
      <inkml:brushProperty name="width" value="0.022286381572485" units="cm"/>
      <inkml:brushProperty name="height" value="0.022286381572485" units="cm"/>
      <inkml:brushProperty name="color" value="#000000"/>
      <inkml:brushProperty name="ignorePressure" value="0"/>
    </inkml:brush>
  </inkml:definitions>
  <inkml:trace contextRef="#ctx0" brushRef="#br0">27580.000000 52959.000000 658,'8.000000'-25.000000'42,"-2.000000"11.000000"-1 ,-2.000000 9.000000-1,-2.000000 10.000000-1,-4.000000 8.000000-3,-2.000000 6.000000-5,-2.000000 7.000000-5,-2.000000 5.000000-5,-1.000000 4.000000-5,2.000000 0.000000-2,4.000000 1.000000-2,2.000000-1.000000-2,2.000000-2.000000-4,3.000000-4.000000-1,2.000000-3.000000-3,3.000000-5.000000-2,2.000000-3.000000-2,2.000000-5.000000-3,4.000000-6.000000-2,1.000000-4.000000-3,3.000000-7.000000-1,1.000000-5.000000 1,1.000000-7.000000 1,2.000000-5.000000 1,-2.000000-6.000000 0,-4.000000-1.000000 2,-3.000000-4.000000 0,-4.000000-2.000000 1,-4.000000 1.000000 0,-2.000000 4.000000-2,-2.000000 3.000000-2,-3.000000 5.000000-1,-3.000000 2.000000-3,-6.000000 5.000000-5,-4.000000 3.000000-4,-5.000000 5.000000-5,-2.000000 1.000000-4,2.000000 2.000000-2,4.000000 1.000000-2,1.000000 1.000000-4,3.000000 2.000000 3,1.000000 1.000000 4,1.000000 1.000000 7,1.000000 2.000000 5</inkml:trace>
</inkml:ink>
</file>

<file path=ppt/ink/ink8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39"/>
    </inkml:context>
    <inkml:brush xml:id="br0">
      <inkml:brushProperty name="width" value="0.0227691512554884" units="cm"/>
      <inkml:brushProperty name="height" value="0.0227691512554884" units="cm"/>
      <inkml:brushProperty name="color" value="#000000"/>
      <inkml:brushProperty name="ignorePressure" value="0"/>
    </inkml:brush>
  </inkml:definitions>
  <inkml:trace contextRef="#ctx0" brushRef="#br0">27939.000000 52959.000000 644,'27.000000'-6.000000'0,"-8.000000"7.000000"0 ,-8.000000 8.000000 0,-7.000000 7.000000 0,-5.000000 5.000000 6,-1.000000 1.000000 14,-1.000000 1.000000 13,-2.000000 2.000000 12,0.000000 1.000000 7,1.000000 3.000000-3,-1.000000 2.000000-3,-1.000000 3.000000-2,2.000000-1.000000-8,1.000000-4.000000-16,1.000000-3.000000-16,2.000000-4.000000-14,0.000000-4.000000-9,2.000000-2.000000-1,1.000000-2.000000-1,1.000000-3.000000-2,3.000000-4.000000 0,2.000000-6.000000-2,2.000000-7.000000 0,3.000000-5.000000-1,2.000000-7.000000 2,2.000000-5.000000 3,4.000000-4.000000 4,1.000000-5.000000 2,2.000000-2.000000 4,-2.000000 2.000000 4,-1.000000 4.000000 2,-1.000000 1.000000 4,-2.000000 5.000000 2,-1.000000 4.000000 3,-1.000000 6.000000 1,-1.000000 5.000000 3,-2.000000 5.000000 0,-1.000000 9.000000-2,-1.000000 6.000000-2,-1.000000 8.000000-2,-2.000000 4.000000 0,1.000000 0.000000 2,0.000000 0.000000 1,0.000000 0.000000 2,1.000000-1.000000 2,1.000000-5.000000 1,1.000000-3.000000 1,1.000000-5.000000 1,1.000000-2.000000 0,0.000000-5.000000 0,1.000000-3.000000-2,-1.000000-4.000000 0,0.000000-6.000000-4,2.000000-7.000000-5,1.000000-8.000000-5,1.000000-8.000000-5,0.000000-1.000000-3,-2.000000 4.000000-2,-4.000000 3.000000 0,-1.000000 5.000000-2,-3.000000 2.000000-5,-1.000000 3.000000-9,-1.000000 2.000000-9,-1.000000 3.000000-10</inkml:trace>
</inkml:ink>
</file>

<file path=ppt/ink/ink8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5"/>
    </inkml:context>
    <inkml:brush xml:id="br0">
      <inkml:brushProperty name="width" value="0.027041045948863" units="cm"/>
      <inkml:brushProperty name="height" value="0.027041045948863" units="cm"/>
      <inkml:brushProperty name="color" value="#000000"/>
      <inkml:brushProperty name="ignorePressure" value="0"/>
    </inkml:brush>
  </inkml:definitions>
  <inkml:trace contextRef="#ctx0" brushRef="#br0">37324.000000 52338.000000 542,'16.000000'-12.000000'49,"6.000000"3.000000"-5 ,4.000000 4.000000-7,6.000000 3.000000-5,6.000000 2.000000-5,7.000000 0.000000-2,7.000000 0.000000-4,6.000000 0.000000-3,8.000000 0.000000-2,9.000000 0.000000-1,9.000000 0.000000-1,8.000000 0.000000-1,4.000000 0.000000-3,1.000000 0.000000-1,-1.000000 0.000000-3,1.000000 0.000000-3,1.000000 0.000000-1,3.000000 0.000000-1,4.000000 0.000000 0,4.000000 0.000000-1,2.000000 0.000000-1,2.000000 0.000000 1,1.000000 0.000000-1,2.000000 0.000000 2,0.000000-1.000000-1,-1.000000-1.000000 3,-2.000000-3.000000 1,-2.000000-1.000000 1,2.000000-1.000000 1,8.000000-3.000000-2,6.000000-1.000000 0,8.000000-2.000000-2,-1.000000-1.000000 0,-7.000000 0.000000-2,-6.000000 1.000000 0,-8.000000-1.000000 0,-5.000000 0.000000-2,-6.000000 0.000000-2,-4.000000 1.000000 0,-6.000000-1.000000-3,1.000000 1.000000 1,7.000000 2.000000-1,6.000000 1.000000 1,8.000000 2.000000 0,-1.000000 2.000000 0,-9.000000 2.000000 0,-9.000000 2.000000 2,-8.000000 1.000000-1,-6.000000 0.000000 2,-3.000000-2.000000 0,-4.000000-1.000000 1,-4.000000-2.000000 1,1.000000 0.000000 0,3.000000 2.000000 1,3.000000 1.000000-1,4.000000 2.000000 1,2.000000 1.000000 0,0.000000 0.000000 0,-1.000000 0.000000 0,1.000000 0.000000 0,-1.000000-1.000000-1,-2.000000-1.000000-2,-2.000000-3.000000 0,-1.000000-1.000000-3,-2.000000-1.000000 1,1.000000-3.000000 1,0.000000-1.000000 2,0.000000-2.000000 1,3.000000-2.000000 1,7.000000-1.000000 1,7.000000-2.000000-1,7.000000-2.000000 1,3.000000 1.000000-1,0.000000 4.000000 1,1.000000 3.000000 0,-1.000000 3.000000-1,0.000000 1.000000 1,1.000000-1.000000-1,-1.000000-2.000000-1,0.000000-2.000000 1,4.000000 0.000000-1,7.000000 2.000000 1,6.000000 1.000000 1,7.000000 2.000000 0,3.000000 2.000000 1,-5.000000-1.000000 0,-2.000000 0.000000 1,-5.000000 0.000000 0,1.000000 1.000000 0,3.000000 2.000000 1,4.000000 1.000000 2,3.000000 2.000000 1,3.000000-1.000000 0,1.000000-3.000000-1,2.000000-3.000000 0,2.000000-4.000000 0,4.000000-3.000000-1,4.000000-1.000000 0,6.000000-2.000000 0,4.000000-2.000000 0,5.000000-1.000000 1,1.000000 0.000000 0,1.000000 1.000000 1,3.000000-1.000000 2,0.000000 2.000000-1,0.000000 4.000000 0,1.000000 3.000000-2,-1.000000 3.000000 0,-1.000000 1.000000-1,-1.000000-1.000000 0,-2.000000-2.000000 1,-2.000000-2.000000-1,1.000000 0.000000 0,4.000000 2.000000-2,3.000000 1.000000-1,3.000000 2.000000-2,-3.000000 1.000000 1,-10.000000 1.000000 0,-11.000000-1.000000 2,-10.000000 0.000000 0,-4.000000 1.000000 1,1.000000 1.000000-2,3.000000 3.000000 0,0.000000 1.000000-1,-4.000000 1.000000-1,-12.000000 0.000000 0,-13.000000 0.000000 0,-11.000000 0.000000 0,-4.000000-1.000000 0,5.000000-1.000000-2,6.000000-3.000000-1,4.000000-1.000000-1,0.000000-1.000000-2,-7.000000-3.000000-1,-7.000000-1.000000-1,-7.000000-2.000000-2,-8.000000-1.000000-4,-11.000000 0.000000-6,-11.000000 1.000000-8,-9.000000-1.000000-5</inkml:trace>
</inkml:ink>
</file>

<file path=ppt/ink/ink8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6"/>
    </inkml:context>
    <inkml:brush xml:id="br0">
      <inkml:brushProperty name="width" value="0.0210333690047264" units="cm"/>
      <inkml:brushProperty name="height" value="0.0210333690047264" units="cm"/>
      <inkml:brushProperty name="color" value="#000000"/>
      <inkml:brushProperty name="ignorePressure" value="0"/>
    </inkml:brush>
  </inkml:definitions>
  <inkml:trace contextRef="#ctx0" brushRef="#br0">40932.000000 51566.000000 697,'26.000000'28.000000'93,"-3.000000"-1.000000"-17 ,-4.000000 1.000000-18,-4.000000 0.000000-18,1.000000 0.000000-15,2.000000 2.000000-15,5.000000 2.000000-13,3.000000 1.000000-14,-1.000000 1.000000-8,-2.000000-2.000000 0,-4.000000-2.000000-1,-4.000000-2.000000-1,-1.000000-2.000000-4,0.000000-3.000000-8,0.000000-4.000000-8,-1.000000-4.000000-8</inkml:trace>
</inkml:ink>
</file>

<file path=ppt/ink/ink8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6"/>
    </inkml:context>
    <inkml:brush xml:id="br0">
      <inkml:brushProperty name="width" value="0.0231170579791069" units="cm"/>
      <inkml:brushProperty name="height" value="0.0231170579791069" units="cm"/>
      <inkml:brushProperty name="color" value="#000000"/>
      <inkml:brushProperty name="ignorePressure" value="0"/>
    </inkml:brush>
  </inkml:definitions>
  <inkml:trace contextRef="#ctx0" brushRef="#br0">41015.000000 52172.000000 634,'-12.000000'16.000000'24,"3.000000"3.000000"12 ,4.000000 3.000000 12,3.000000 4.000000 12,2.000000 3.000000 1,-3.000000 4.000000-12,-1.000000 3.000000-11,-2.000000 4.000000-12,0.000000 3.000000-10,1.000000 3.000000-8,3.000000 4.000000-10,1.000000 4.000000-7,2.000000 0.000000-4,1.000000-2.000000 2,3.000000-1.000000 3,1.000000-2.000000 2,1.000000-5.000000-10,-1.000000-9.000000-22,1.000000-8.000000-21,0.000000-9.000000-23</inkml:trace>
</inkml:ink>
</file>

<file path=ppt/ink/ink8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7"/>
    </inkml:context>
    <inkml:brush xml:id="br0">
      <inkml:brushProperty name="width" value="0.0221490394324064" units="cm"/>
      <inkml:brushProperty name="height" value="0.0221490394324064" units="cm"/>
      <inkml:brushProperty name="color" value="#000000"/>
      <inkml:brushProperty name="ignorePressure" value="0"/>
    </inkml:brush>
  </inkml:definitions>
  <inkml:trace contextRef="#ctx0" brushRef="#br0">41621.000000 52007.000000 662,'14.000000'-21.000000'73,"0.000000"11.000000"-9 ,-1.000000 13.000000-10,1.000000 11.000000-8,-2.000000 11.000000-10,-3.000000 9.000000-8,-4.000000 8.000000-8,-3.000000 9.000000-10,-3.000000 5.000000-5,-2.000000 1.000000-4,-1.000000 3.000000-3,-2.000000 1.000000-4,-1.000000-3.000000-3,0.000000-6.000000-4,0.000000-7.000000-3,0.000000-7.000000-4,4.000000-15.000000-5,6.000000-22.000000-5,8.000000-23.000000-6,6.000000-22.000000-6,5.000000-12.000000 1,4.000000-1.000000 6,3.000000-3.000000 6,4.000000-1.000000 6,2.000000 2.000000 7,-1.000000 5.000000 5,0.000000 5.000000 6,1.000000 5.000000 5,-2.000000 6.000000 7,-1.000000 7.000000 6,-2.000000 7.000000 7,-1.000000 7.000000 6,-3.000000 9.000000 3,-4.000000 12.000000-1,-3.000000 12.000000-2,-4.000000 13.000000 0,-3.000000 8.000000-1,-3.000000 5.000000 2,-4.000000 5.000000 2,-3.000000 6.000000 1,-2.000000 2.000000-3,0.000000 0.000000-7,0.000000 0.000000-7,0.000000 0.000000-7,1.000000-3.000000-7,1.000000-7.000000-8,3.000000-7.000000-8,1.000000-7.000000-7,1.000000-6.000000-11,3.000000-2.000000-11,1.000000-4.000000-13,2.000000-4.000000-11</inkml:trace>
</inkml:ink>
</file>

<file path=ppt/ink/ink8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7"/>
    </inkml:context>
    <inkml:brush xml:id="br0">
      <inkml:brushProperty name="width" value="0.0248760357499123" units="cm"/>
      <inkml:brushProperty name="height" value="0.0248760357499123" units="cm"/>
      <inkml:brushProperty name="color" value="#000000"/>
      <inkml:brushProperty name="ignorePressure" value="0"/>
    </inkml:brush>
  </inkml:definitions>
  <inkml:trace contextRef="#ctx0" brushRef="#br0">42861.000000 51952.000000 589,'52.000000'-13.000000'147,"-5.000000"2.000000"-36 ,-4.000000 1.000000-36,-6.000000 3.000000-36,-2.000000 0.000000-21,2.000000 0.000000-5,2.000000 0.000000-6,1.000000 0.000000-6,0.000000 1.000000-8,-4.000000 2.000000-9,-3.000000 1.000000-9,-4.000000 2.000000-9,-3.000000 2.000000-8,-4.000000 2.000000-5,-3.000000 1.000000-6,-3.000000 2.000000-5</inkml:trace>
</inkml:ink>
</file>

<file path=ppt/ink/ink8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7"/>
    </inkml:context>
    <inkml:brush xml:id="br0">
      <inkml:brushProperty name="width" value="0.0257364884018898" units="cm"/>
      <inkml:brushProperty name="height" value="0.0257364884018898" units="cm"/>
      <inkml:brushProperty name="color" value="#000000"/>
      <inkml:brushProperty name="ignorePressure" value="0"/>
    </inkml:brush>
  </inkml:definitions>
  <inkml:trace contextRef="#ctx0" brushRef="#br0">43191.000000 51621.000000 569,'-13.000000'-5.000000'23,"2.000000"17.000000"8 ,2.000000 18.000000 9,1.000000 16.000000 10,0.000000 14.000000 1,-1.000000 11.000000-7,-3.000000 10.000000-7,0.000000 10.000000-8,-1.000000 5.000000-3,5.000000-3.000000-2,3.000000 0.000000-2,3.000000-3.000000-1,4.000000-7.000000-3,3.000000-11.000000-8,3.000000-13.000000-5,5.000000-11.000000-8,5.000000-14.000000-6,8.000000-13.000000-9,10.000000-14.000000-9,7.000000-14.000000-8,8.000000-14.000000-6,5.000000-13.000000-6,5.000000-15.000000-6,6.000000-13.000000-4,-5.000000-1.000000 0,-11.000000 9.000000 8,-12.000000 11.000000 7,-12.000000 11.000000 6</inkml:trace>
</inkml:ink>
</file>

<file path=ppt/ink/ink8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7"/>
    </inkml:context>
    <inkml:brush xml:id="br0">
      <inkml:brushProperty name="width" value="0.0221900921314955" units="cm"/>
      <inkml:brushProperty name="height" value="0.0221900921314955" units="cm"/>
      <inkml:brushProperty name="color" value="#000000"/>
      <inkml:brushProperty name="ignorePressure" value="0"/>
    </inkml:brush>
  </inkml:definitions>
  <inkml:trace contextRef="#ctx0" brushRef="#br0">43715.000000 51897.000000 660,'-19.000000'23.000000'60,"17.000000"-8.000000"-8 ,17.000000-9.000000-9,18.000000-9.000000-8,8.000000-3.000000-6,-3.000000 2.000000-6,-1.000000 1.000000-4,-1.000000 2.000000-6,-3.000000 3.000000-3,-1.000000 3.000000-2,-2.000000 4.000000-1,-1.000000 3.000000-3,-5.000000 7.000000-2,-7.000000 10.000000-4,-7.000000 11.000000-4,-6.000000 10.000000-4,-6.000000 4.000000-1,-3.000000-2.000000 4,-4.000000-1.000000 2,-3.000000-2.000000 4,-1.000000-4.000000 3,2.000000-7.000000 3,1.000000-7.000000 3,3.000000-7.000000 4,1.000000-8.000000 1,1.000000-11.000000-1,3.000000-10.000000-2,1.000000-11.000000-1,6.000000-12.000000-3,11.000000-13.000000-8,9.000000-14.000000-5,12.000000-14.000000-7,2.000000-2.000000-5,-3.000000 8.000000-4,-3.000000 9.000000-4,-4.000000 8.000000-3,-3.000000 7.000000-6,-3.000000 6.000000-7,-5.000000 4.000000-9,-2.000000 6.000000-7</inkml:trace>
</inkml:ink>
</file>

<file path=ppt/ink/ink8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8"/>
    </inkml:context>
    <inkml:brush xml:id="br0">
      <inkml:brushProperty name="width" value="0.022398067638278" units="cm"/>
      <inkml:brushProperty name="height" value="0.022398067638278" units="cm"/>
      <inkml:brushProperty name="color" value="#000000"/>
      <inkml:brushProperty name="ignorePressure" value="0"/>
    </inkml:brush>
  </inkml:definitions>
  <inkml:trace contextRef="#ctx0" brushRef="#br0">44871.000000 52007.000000 654,'-25.000000'-26.000000'95,"6.000000"4.000000"-20 ,4.000000 3.000000-20,6.000000 3.000000-19,0.000000 3.000000-11,-3.000000-1.000000-4,-4.000000 0.000000-4,-3.000000 0.000000-3,-3.000000 6.000000-6,-4.000000 9.000000-10,-3.000000 12.000000-7,-4.000000 9.000000-10,-1.000000 11.000000-3,-1.000000 10.000000-1,1.000000 10.000000 2,0.000000 11.000000-1,3.000000 4.000000 2,10.000000-2.000000 3,8.000000-1.000000 2,9.000000-3.000000 2,6.000000-4.000000 3,6.000000-9.000000 4,5.000000-8.000000 2,5.000000-10.000000 4,7.000000-9.000000 3,9.000000-13.000000 1,8.000000-11.000000 3,9.000000-13.000000 1,4.000000-10.000000-1,0.000000-8.000000-4,0.000000-10.000000-5,0.000000-7.000000-5,-3.000000-6.000000-5,-4.000000-2.000000-4,-6.000000-1.000000-5,-5.000000-2.000000-5,-6.000000 2.000000-2,-7.000000 7.000000-1,-7.000000 8.000000 1,-6.000000 6.000000-1,-5.000000 6.000000 2,-2.000000 5.000000 3,-2.000000 6.000000 4,-1.000000 4.000000 3,-2.000000 5.000000 3,-5.000000 4.000000 3,-2.000000 3.000000 3,-4.000000 3.000000 3,-1.000000 2.000000 7,2.000000 0.000000 8,1.000000 0.000000 9,2.000000 0.000000 9,2.000000 1.000000 3,2.000000 1.000000-1,2.000000 3.000000-2,1.000000 1.000000-1,-1.000000 0.000000 0,-3.000000 1.000000 2,-4.000000 0.000000 3,-3.000000 0.000000 2,-2.000000 0.000000-8,1.000000 0.000000-20,-1.000000 0.000000-21,0.000000 0.000000-19</inkml:trace>
</inkml:ink>
</file>

<file path=ppt/ink/ink8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8"/>
    </inkml:context>
    <inkml:brush xml:id="br0">
      <inkml:brushProperty name="width" value="0.0257608070969582" units="cm"/>
      <inkml:brushProperty name="height" value="0.0257608070969582" units="cm"/>
      <inkml:brushProperty name="color" value="#000000"/>
      <inkml:brushProperty name="ignorePressure" value="0"/>
    </inkml:brush>
  </inkml:definitions>
  <inkml:trace contextRef="#ctx0" brushRef="#br0">45918.000000 51924.000000 569,'-26.000000'0.000000'7,"4.000000"-3.000000"2 ,3.000000-1.000000 4,4.000000-2.000000 3,1.000000-2.000000 3,0.000000-2.000000 5,0.000000-1.000000 4,0.000000-2.000000 5,1.000000 0.000000-1,-1.000000-1.000000-5,0.000000 0.000000-5,0.000000 0.000000-5,0.000000 1.000000-4,-3.000000 2.000000-2,-1.000000 2.000000-2,-2.000000 1.000000-2,-2.000000 6.000000-4,-4.000000 11.000000-5,-3.000000 10.000000-5,-4.000000 10.000000-5,-1.000000 11.000000-3,-1.000000 13.000000-4,1.000000 12.000000-2,0.000000 11.000000-3,2.000000 5.000000-1,5.000000-3.000000 2,6.000000-4.000000 0,4.000000-4.000000 1,9.000000-7.000000 4,13.000000-12.000000 7,11.000000-12.000000 7,12.000000-13.000000 6,9.000000-14.000000 3,2.000000-17.000000 1,4.000000-17.000000-1,4.000000-18.000000 1,2.000000-12.000000-2,2.000000-10.000000-1,1.000000-7.000000-2,2.000000-10.000000-2,-1.000000-5.000000-3,-6.000000-4.000000-2,-5.000000-3.000000-4,-5.000000-4.000000-3,-4.000000 0.000000-1,-4.000000 1.000000 1,-3.000000 2.000000 1,-3.000000 1.000000 0,-4.000000 6.000000 2,-4.000000 9.000000 1,-3.000000 8.000000 2,-3.000000 8.000000 1,-4.000000 11.000000 2,-3.000000 12.000000 2,-4.000000 12.000000 1,-3.000000 12.000000 1,-2.000000 9.000000 6,0.000000 5.000000 10,0.000000 5.000000 9,0.000000 5.000000 11,-1.000000 6.000000 4,-1.000000 7.000000-1,-2.000000 7.000000 0,-2.000000 7.000000-1,-1.000000 8.000000-2,0.000000 8.000000-2,1.000000 9.000000-4,-1.000000 8.000000-2,-1.000000 8.000000-4,-1.000000 4.000000-3,-2.000000 6.000000-3,-2.000000 5.000000-4,1.000000 2.000000-4,3.000000 1.000000-6,4.000000-1.000000-5,4.000000 0.000000-6,2.000000-4.000000-9,1.000000-8.000000-12,3.000000-9.000000-13,1.000000-9.000000-11,2.000000-11.000000-2,1.000000-13.000000 11,3.000000-15.000000 10,1.000000-13.000000 10,2.000000-7.000000 1,1.000000 0.000000-7,2.000000-1.000000-7,2.000000 1.000000-7</inkml:trace>
</inkml:ink>
</file>

<file path=ppt/ink/ink8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9"/>
    </inkml:context>
    <inkml:brush xml:id="br0">
      <inkml:brushProperty name="width" value="0.0233425367623568" units="cm"/>
      <inkml:brushProperty name="height" value="0.0233425367623568" units="cm"/>
      <inkml:brushProperty name="color" value="#000000"/>
      <inkml:brushProperty name="ignorePressure" value="0"/>
    </inkml:brush>
  </inkml:definitions>
  <inkml:trace contextRef="#ctx0" brushRef="#br0">46304.000000 51924.000000 628,'-25.000000'27.000000'20,"5.000000"-2.000000"5 ,5.000000-2.000000 4,6.000000-1.000000 5,3.000000 0.000000 3,2.000000 4.000000 1,1.000000 3.000000 3,2.000000 4.000000 2,1.000000 1.000000-4,0.000000 1.000000-9,0.000000-1.000000-10,0.000000 1.000000-8,4.000000-1.000000-9,6.000000 1.000000-5,7.000000-1.000000-7,7.000000 0.000000-6,4.000000-3.000000-4,-1.000000-10.000000-1,1.000000-8.000000-1,-1.000000-9.000000-2,2.000000-5.000000-1,1.000000-5.000000-1,2.000000-2.000000 0,1.000000-4.000000-1,0.000000-6.000000 0,-4.000000-9.000000 1,-3.000000-8.000000 1,-3.000000-9.000000 0,-4.000000-5.000000 2,-1.000000-2.000000 1,-1.000000-2.000000 1,-3.000000-1.000000 2,-1.000000 0.000000 3,-1.000000 2.000000 6,-3.000000 1.000000 6,-1.000000 2.000000 6,-1.000000 5.000000 8,0.000000 8.000000 11,-1.000000 10.000000 10,1.000000 8.000000 11,-2.000000 8.000000 3,-6.000000 9.000000-4,-5.000000 9.000000-3,-5.000000 8.000000-5,-2.000000 9.000000-4,1.000000 9.000000-3,3.000000 8.000000-5,1.000000 9.000000-5,2.000000 4.000000-7,2.000000 0.000000-10,1.000000 0.000000-12,2.000000 0.000000-10,2.000000-5.000000-12,2.000000-10.000000-13,1.000000-11.000000-13,2.000000-10.000000-13</inkml:trace>
</inkml:ink>
</file>

<file path=ppt/ink/ink8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49"/>
    </inkml:context>
    <inkml:brush xml:id="br0">
      <inkml:brushProperty name="width" value="0.023213304579258" units="cm"/>
      <inkml:brushProperty name="height" value="0.023213304579258" units="cm"/>
      <inkml:brushProperty name="color" value="#000000"/>
      <inkml:brushProperty name="ignorePressure" value="0"/>
    </inkml:brush>
  </inkml:definitions>
  <inkml:trace contextRef="#ctx0" brushRef="#br0">47323.000000 51787.000000 631,'0.000000'-26.000000'3,"0.000000"3.000000"7 ,0.000000 5.000000 5,0.000000 2.000000 7,-3.000000 4.000000 4,-4.000000 3.000000 3,-6.000000 4.000000 3,-5.000000 4.000000 3,-4.000000 7.000000-2,-1.000000 12.000000-9,-2.000000 12.000000-8,-2.000000 12.000000-8,1.000000 8.000000-5,1.000000 3.000000 1,1.000000 4.000000 0,3.000000 3.000000 0,3.000000 1.000000-3,5.000000-5.000000-5,5.000000-2.000000-5,6.000000-4.000000-5,5.000000-6.000000-7,7.000000-6.000000-9,8.000000-7.000000-9,6.000000-7.000000-8,6.000000-6.000000-3,5.000000-5.000000 6,6.000000-5.000000 5,4.000000-5.000000 6,3.000000-6.000000 5,1.000000-5.000000 7,-1.000000-5.000000 6,0.000000-5.000000 6,-2.000000-4.000000 3,-3.000000-4.000000 2,-3.000000-3.000000 1,-4.000000-4.000000 1,-3.000000-2.000000 3,-4.000000-2.000000 6,-3.000000-2.000000 4,-4.000000-1.000000 6,-1.000000-2.000000 8,0.000000 1.000000 9,-1.000000 0.000000 10,1.000000-1.000000 10,-2.000000 2.000000 1,-4.000000 1.000000-9,-2.000000 2.000000-8,-5.000000 2.000000-8,-2.000000 1.000000-7,-2.000000 3.000000-5,-1.000000 0.000000-4,-2.000000 3.000000-4,-3.000000 3.000000-3,-3.000000 5.000000 0,-4.000000 6.000000 1,-3.000000 4.000000-1,-4.000000 8.000000-1,-6.000000 8.000000-3,-4.000000 8.000000-2,-6.000000 9.000000-4,-2.000000 9.000000 1,-1.000000 9.000000 2,1.000000 8.000000 3,-1.000000 8.000000 3,3.000000 5.000000 1,6.000000-3.000000 2,4.000000-1.000000 0,6.000000-2.000000 2,6.000000-3.000000-3,9.000000-3.000000-5,9.000000-4.000000-4,9.000000-3.000000-6,11.000000-5.000000-4,16.000000-7.000000-3,15.000000-7.000000-4,16.000000-6.000000-3,2.000000-7.000000-9,-13.000000-5.000000-14,-11.000000-5.000000-15,-13.000000-6.000000-14</inkml:trace>
</inkml:ink>
</file>

<file path=ppt/ink/ink9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0"/>
    </inkml:context>
    <inkml:brush xml:id="br0">
      <inkml:brushProperty name="width" value="0.0286105573177338" units="cm"/>
      <inkml:brushProperty name="height" value="0.0286105573177338" units="cm"/>
      <inkml:brushProperty name="color" value="#000000"/>
      <inkml:brushProperty name="ignorePressure" value="0"/>
    </inkml:brush>
  </inkml:definitions>
  <inkml:trace contextRef="#ctx0" brushRef="#br0">52557.000000 52062.000000 512,'-21.000000'0.000000'9,"14.000000"0.000000"20 ,14.000000 0.000000 17,14.000000 0.000000 20,9.000000 0.000000 3,5.000000 0.000000-12,6.000000 0.000000-12,4.000000 0.000000-11,7.000000 1.000000-8,6.000000 2.000000-5,8.000000 1.000000-3,6.000000 2.000000-4,9.000000 0.000000-3,10.000000-2.000000-1,11.000000-1.000000-1,10.000000-2.000000-2,6.000000-1.000000 0,1.000000 0.000000-2,3.000000 0.000000-2,1.000000 0.000000-2,-2.000000-1.000000-1,-5.000000-2.000000-1,-5.000000-1.000000-2,-5.000000-2.000000-2,-3.000000-1.000000-1,-3.000000 0.000000-2,-1.000000 0.000000-2,-1.000000 0.000000-1,-4.000000 0.000000 0,-6.000000 1.000000 2,-4.000000-1.000000 2,-6.000000 0.000000 2,-6.000000 1.000000 1,-6.000000 2.000000 1,-8.000000 1.000000 1,-6.000000 2.000000 0,-5.000000 1.000000 2,-1.000000 0.000000-1,-2.000000 0.000000 0,-2.000000 0.000000 1,-1.000000-1.000000-1,1.000000-1.000000 0,-1.000000-3.000000 1,0.000000-1.000000-1,1.000000 0.000000 1,-1.000000 2.000000 0,0.000000 1.000000 0,1.000000 3.000000 1,-1.000000-1.000000 0,0.000000-2.000000-1,0.000000-1.000000 0,1.000000-2.000000-1,-1.000000 0.000000 0,0.000000 1.000000 0,1.000000 3.000000 0,-1.000000 1.000000 0,0.000000 0.000000 1,-3.000000-1.000000-1,-1.000000-3.000000 1,-1.000000-1.000000 0,-2.000000 0.000000-1,0.000000 2.000000 1,1.000000 1.000000-1,-1.000000 2.000000 0,2.000000 1.000000 0,1.000000 0.000000 1,1.000000 0.000000 1,3.000000 0.000000 0,1.000000 0.000000 0,2.000000 0.000000-1,2.000000 0.000000 0,1.000000 0.000000-1,2.000000 0.000000-1,2.000000 0.000000 1,1.000000 0.000000-1,2.000000 0.000000 1,3.000000 0.000000 0,4.000000 0.000000 0,2.000000 0.000000 0,4.000000 0.000000-1,1.000000 0.000000 2,-1.000000 0.000000 0,-3.000000 0.000000 1,-1.000000 0.000000 2,-1.000000 1.000000 1,0.000000 2.000000 1,0.000000 1.000000 2,0.000000 2.000000 1,3.000000 1.000000 0,4.000000 0.000000-1,6.000000 0.000000-2,5.000000 0.000000 0,8.000000-1.000000-1,10.000000-2.000000 1,11.000000-1.000000 1,9.000000-2.000000 1,4.000000-1.000000 0,-6.000000 0.000000-1,-5.000000 0.000000-1,-5.000000 0.000000-1,-2.000000-2.000000-1,2.000000-3.000000-2,1.000000-4.000000-3,3.000000-3.000000-2,-4.000000-1.000000-5,-9.000000 2.000000-9,-8.000000 1.000000-9,-9.000000 3.000000-9,-11.000000 1.000000-3,-14.000000 1.000000 4,-14.000000 3.000000 3,-14.000000 1.000000 4,-6.000000 1.000000-3,0.000000 0.000000-10,-1.000000 0.000000-9,1.000000 0.000000-9</inkml:trace>
</inkml:ink>
</file>

<file path=ppt/ink/ink9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2"/>
    </inkml:context>
    <inkml:brush xml:id="br0">
      <inkml:brushProperty name="width" value="0.0270243957638741" units="cm"/>
      <inkml:brushProperty name="height" value="0.0270243957638741" units="cm"/>
      <inkml:brushProperty name="color" value="#000000"/>
      <inkml:brushProperty name="ignorePressure" value="0"/>
    </inkml:brush>
  </inkml:definitions>
  <inkml:trace contextRef="#ctx0" brushRef="#br0">62638.000000 51511.000000 542,'-38.000000'-26.000000'0,"4.000000"4.000000"0 ,6.000000 3.000000 0,4.000000 4.000000 0,5.000000 3.000000 0,1.000000 3.000000 0,1.000000 4.000000 0,3.000000 3.000000 0,5.000000 2.000000 9,11.000000 0.000000 19,10.000000 0.000000 17,10.000000 0.000000 18,7.000000 1.000000 4,4.000000 1.000000-12,3.000000 3.000000-11,4.000000 1.000000-11,5.000000 1.000000-9,6.000000 0.000000-3,8.000000-1.000000-3,6.000000 1.000000-4,4.000000 0.000000-3,0.000000 0.000000-2,0.000000 0.000000-1,0.000000 0.000000-2,-2.000000-1.000000-4,-3.000000-2.000000-2,-4.000000-1.000000-5,-3.000000-2.000000-3,-7.000000-1.000000-4,-7.000000 0.000000-2,-10.000000 0.000000-4,-8.000000 0.000000-2,-9.000000 0.000000-9,-8.000000 0.000000-12,-9.000000 0.000000-13,-8.000000 0.000000-13,-4.000000 1.000000-1,2.000000 1.000000 9,1.000000 2.000000 10,3.000000 2.000000 9</inkml:trace>
</inkml:ink>
</file>

<file path=ppt/ink/ink9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2"/>
    </inkml:context>
    <inkml:brush xml:id="br0">
      <inkml:brushProperty name="width" value="0.023482421413064" units="cm"/>
      <inkml:brushProperty name="height" value="0.023482421413064" units="cm"/>
      <inkml:brushProperty name="color" value="#000000"/>
      <inkml:brushProperty name="ignorePressure" value="0"/>
    </inkml:brush>
  </inkml:definitions>
  <inkml:trace contextRef="#ctx0" brushRef="#br0">62638.000000 51621.000000 624,'2.000000'30.000000'85,"3.000000"2.000000"-19 ,4.000000 5.000000-16,3.000000 2.000000-19,2.000000 3.000000-10,-1.000000 2.000000 0,1.000000 2.000000-3,0.000000 1.000000-1,-1.000000 2.000000-1,-2.000000 2.000000-4,-1.000000 2.000000-2,-3.000000 1.000000-2,1.000000-1.000000-2,2.000000-3.000000-2,1.000000-3.000000-1,2.000000-4.000000-2,0.000000-5.000000-1,-2.000000-4.000000 0,-2.000000-6.000000-2,-1.000000-4.000000-1,1.000000-8.000000 1,6.000000-8.000000 0,5.000000-9.000000 2,5.000000-9.000000 0,2.000000-7.000000 2,-3.000000-7.000000 0,0.000000-7.000000 2,-3.000000-7.000000 0,1.000000-5.000000 0,1.000000-3.000000-5,2.000000-4.000000-4,2.000000-4.000000-3,0.000000-2.000000-4,1.000000-1.000000-5,-1.000000-3.000000-4,1.000000-1.000000-3,-1.000000 1.000000-6,-3.000000 3.000000-5,0.000000 4.000000-7,-3.000000 3.000000-5,-2.000000 6.000000-1,-3.000000 9.000000 3,-4.000000 8.000000 3,-4.000000 9.000000 3</inkml:trace>
</inkml:ink>
</file>

<file path=ppt/ink/ink9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2"/>
    </inkml:context>
    <inkml:brush xml:id="br0">
      <inkml:brushProperty name="width" value="0.0210924725979567" units="cm"/>
      <inkml:brushProperty name="height" value="0.0210924725979567" units="cm"/>
      <inkml:brushProperty name="color" value="#000000"/>
      <inkml:brushProperty name="ignorePressure" value="0"/>
    </inkml:brush>
  </inkml:definitions>
  <inkml:trace contextRef="#ctx0" brushRef="#br0">64264.000000 51980.000000 695,'-39.000000'-63.000000'0,"5.000000"12.000000"0 ,6.000000 12.000000 0,5.000000 12.000000 0,1.000000 8.000000 6,-1.000000 1.000000 14,-2.000000 1.000000 12,-2.000000 3.000000 13,-1.000000 3.000000 1,-2.000000 8.000000-9,-2.000000 6.000000-12,-2.000000 8.000000-9,2.000000 6.000000-8,2.000000 7.000000-5,4.000000 7.000000-4,4.000000 7.000000-6,4.000000 3.000000-2,5.000000 0.000000 0,5.000000 1.000000-2,6.000000-1.000000-1,2.000000-2.000000 0,0.000000-6.000000 1,0.000000-4.000000 0,0.000000-6.000000 1,3.000000-2.000000 1,8.000000-1.000000 4,6.000000 1.000000 4,7.000000 0.000000 2,3.000000-2.000000 4,1.000000-4.000000 3,0.000000-3.000000 2,-1.000000-3.000000 3,0.000000-2.000000 1,-2.000000 3.000000-1,-2.000000 1.000000-2,-2.000000 2.000000-1,-2.000000 1.000000 1,-3.000000 0.000000 1,-4.000000-1.000000 0,-3.000000 1.000000 2,-5.000000 0.000000-1,-5.000000 0.000000-2,-5.000000-1.000000-2,-5.000000 1.000000-3,-5.000000-1.000000-4,-3.000000-2.000000-8,-3.000000-1.000000-7,-4.000000-2.000000-8,-1.000000-5.000000-3,2.000000-6.000000-1,2.000000-8.000000-1,2.000000-6.000000-1,1.000000-3.000000-4,2.000000 2.000000-7,1.000000 2.000000-7,3.000000 1.000000-7</inkml:trace>
</inkml:ink>
</file>

<file path=ppt/ink/ink9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3"/>
    </inkml:context>
    <inkml:brush xml:id="br0">
      <inkml:brushProperty name="width" value="0.0239248499274254" units="cm"/>
      <inkml:brushProperty name="height" value="0.0239248499274254" units="cm"/>
      <inkml:brushProperty name="color" value="#000000"/>
      <inkml:brushProperty name="ignorePressure" value="0"/>
    </inkml:brush>
  </inkml:definitions>
  <inkml:trace contextRef="#ctx0" brushRef="#br0">64374.000000 51374.000000 613,'27.000000'-13.000000'3,"1.000000"1.000000"7 ,-1.000000 3.000000 8,1.000000 1.000000 6,-2.000000 2.000000 5,-4.000000 2.000000 2,-3.000000 1.000000 3,-3.000000 2.000000 3,-3.000000 6.000000-2,1.000000 8.000000-3,0.000000 8.000000-4,0.000000 9.000000-3,-3.000000 11.000000-5,-5.000000 11.000000-3,-5.000000 13.000000-5,-6.000000 11.000000-4,-5.000000 9.000000-2,-7.000000 3.000000-1,-7.000000 3.000000 1,-7.000000 4.000000-2,-2.000000-3.000000-2,4.000000-5.000000-4,3.000000-8.000000-6,4.000000-7.000000-4,3.000000-9.000000-3,3.000000-12.000000-2,4.000000-13.000000-1,4.000000-11.000000-1,4.000000-12.000000-3,8.000000-13.000000-3,6.000000-11.000000-4,7.000000-13.000000-3,6.000000-9.000000-2,6.000000-7.000000 1,4.000000-6.000000 0,6.000000-8.000000 2,2.000000-2.000000 4,-3.000000 1.000000 7,-1.000000 3.000000 7,-1.000000 0.000000 8,-4.000000 6.000000 5,-2.000000 6.000000 3,-5.000000 7.000000 3,-2.000000 7.000000 4,-4.000000 7.000000 4,-4.000000 6.000000 7,-3.000000 8.000000 5,-3.000000 6.000000 6,-4.000000 8.000000 2,-3.000000 9.000000 0,-4.000000 9.000000-1,-3.000000 8.000000-2,-2.000000 5.000000-5,0.000000 2.000000-12,0.000000 1.000000-11,0.000000 3.000000-11,1.000000-4.000000-13,2.000000-6.000000-10,1.000000-7.000000-13,2.000000-7.000000-11,1.000000-4.000000-2,0.000000-2.000000 8,0.000000-1.000000 8,0.000000-3.000000 8</inkml:trace>
</inkml:ink>
</file>

<file path=ppt/ink/ink9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3"/>
    </inkml:context>
    <inkml:brush xml:id="br0">
      <inkml:brushProperty name="width" value="0.0216854754835367" units="cm"/>
      <inkml:brushProperty name="height" value="0.0216854754835367" units="cm"/>
      <inkml:brushProperty name="color" value="#000000"/>
      <inkml:brushProperty name="ignorePressure" value="0"/>
    </inkml:brush>
  </inkml:definitions>
  <inkml:trace contextRef="#ctx0" brushRef="#br0">65090.000000 51952.000000 676,'0.000000'77.000000'123,"0.000000"-13.000000"-30 ,0.000000-11.000000-32,0.000000-13.000000-31,3.000000-8.000000-19,4.000000-5.000000-6,6.000000-6.000000-5,5.000000-4.000000-5,5.000000-6.000000-6,2.000000-5.000000-3,5.000000-5.000000-4,2.000000-6.000000-4,1.000000-5.000000-1,-4.000000-7.000000 0,-3.000000-7.000000 0,-3.000000-7.000000 1,-4.000000-4.000000 3,-4.000000 1.000000 4,-3.000000-1.000000 4,-3.000000 1.000000 4,-6.000000 2.000000 0,-6.000000 5.000000-3,-8.000000 6.000000-4,-6.000000 5.000000-3,-3.000000 3.000000-2,-1.000000 5.000000 1,0.000000 3.000000 0,1.000000 3.000000 2,0.000000 3.000000-2,2.000000 1.000000-1,1.000000 3.000000-2,3.000000 1.000000-3</inkml:trace>
</inkml:ink>
</file>

<file path=ppt/ink/ink9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3"/>
    </inkml:context>
    <inkml:brush xml:id="br0">
      <inkml:brushProperty name="width" value="0.0205331277102232" units="cm"/>
      <inkml:brushProperty name="height" value="0.0205331277102232" units="cm"/>
      <inkml:brushProperty name="color" value="#000000"/>
      <inkml:brushProperty name="ignorePressure" value="0"/>
    </inkml:brush>
  </inkml:definitions>
  <inkml:trace contextRef="#ctx0" brushRef="#br0">65668.000000 51897.000000 714,'0.000000'39.000000'5,"0.000000"-6.000000"9 ,0.000000-4.000000 10,0.000000-6.000000 10,0.000000-1.000000 3,0.000000 4.000000-2,0.000000 3.000000-2,0.000000 4.000000-2,0.000000 1.000000-6,0.000000-3.000000-10,0.000000 0.000000-10,0.000000-3.000000-9,2.000000-3.000000-6,3.000000-5.000000-2,4.000000-6.000000-2,3.000000-4.000000-2,3.000000-5.000000-1,1.000000-3.000000-2,2.000000-4.000000 1,2.000000-3.000000-2,0.000000-5.000000 1,-2.000000-8.000000 4,-2.000000-6.000000 2,-1.000000-7.000000 2,-1.000000-2.000000 4,3.000000 1.000000 4,1.000000 2.000000 2,2.000000 1.000000 5,-1.000000 4.000000 1,-1.000000 5.000000 2,-1.000000 6.000000 2,-3.000000 4.000000 1,0.000000 8.000000 0,0.000000 8.000000-2,0.000000 8.000000-2,0.000000 10.000000-3,-2.000000 3.000000 1,0.000000 1.000000 1,-3.000000-1.000000 2,-1.000000 1.000000 1,0.000000-2.000000 2,1.000000-4.000000 1,2.000000-3.000000 2,2.000000-3.000000 2,1.000000-6.000000 0,0.000000-7.000000-2,-1.000000-6.000000 0,1.000000-7.000000-2,0.000000-8.000000 0,0.000000-6.000000-1,0.000000-7.000000-1,-1.000000-7.000000 1,0.000000 0.000000-15,-2.000000 4.000000-25,-1.000000 6.000000-26,-2.000000 4.000000-27</inkml:trace>
</inkml:ink>
</file>

<file path=ppt/ink/ink9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6"/>
    </inkml:context>
    <inkml:brush xml:id="br0">
      <inkml:brushProperty name="width" value="0.0253366157412529" units="cm"/>
      <inkml:brushProperty name="height" value="0.0253366157412529" units="cm"/>
      <inkml:brushProperty name="color" value="#000000"/>
      <inkml:brushProperty name="ignorePressure" value="0"/>
    </inkml:brush>
  </inkml:definitions>
  <inkml:trace contextRef="#ctx0" brushRef="#br0">79613.000000 52508.000000 578,'-24.000000'-12.000000'1,"1.000000"5.000000"2 ,2.000000 2.000000 1,1.000000 3.000000 2,6.000000 2.000000 6,9.000000 0.000000 9,10.000000 0.000000 11,9.000000 0.000000 10,7.000000 1.000000 1,2.000000 1.000000-6,4.000000 2.000000-8,3.000000 2.000000-6,5.000000 0.000000-5,6.000000 1.000000-1,6.000000-1.000000-2,7.000000 0.000000-3,8.000000 0.000000 0,12.000000-2.000000 0,10.000000-2.000000-1,11.000000-1.000000 1,11.000000-1.000000-2,9.000000 0.000000-1,10.000000 0.000000-2,9.000000 0.000000-1,7.000000-3.000000-2,2.000000-4.000000-1,4.000000-5.000000-1,3.000000-4.000000-1,0.000000-3.000000-1,-3.000000 0.000000 1,-4.000000 0.000000 1,-2.000000 0.000000-1,-5.000000 1.000000 1,-4.000000 1.000000 0,-5.000000 2.000000 0,-5.000000 2.000000-1,-2.000000 1.000000 0,-3.000000 2.000000-1,-1.000000 1.000000-1,-1.000000 2.000000-1,-4.000000 1.000000-1,-5.000000 0.000000-1,-4.000000-1.000000 0,-5.000000 1.000000-2,0.000000 0.000000 0,5.000000 2.000000-1,5.000000 2.000000 1,4.000000 1.000000-1,-2.000000 1.000000 0,-7.000000 0.000000 2,-8.000000 0.000000 0,-8.000000 0.000000 1,-5.000000 1.000000 1,-1.000000 1.000000 1,-2.000000 2.000000 1,-1.000000 2.000000 1,2.000000 1.000000 1,9.000000 2.000000-1,8.000000 1.000000 0,7.000000 2.000000 0,3.000000 0.000000 1,-4.000000 1.000000-1,-2.000000 0.000000 1,-4.000000-1.000000 0,-1.000000 1.000000 1,-1.000000 0.000000 0,1.000000-1.000000 1,0.000000 1.000000 1,4.000000-1.000000-1,10.000000-2.000000 1,9.000000-1.000000-2,10.000000-2.000000 1,2.000000-3.000000-2,-7.000000-2.000000-1,-7.000000-4.000000-1,-5.000000-2.000000-1,-1.000000-3.000000 0,7.000000-2.000000 0,6.000000-1.000000 0,7.000000-2.000000 0,0.000000 0.000000 1,-5.000000 2.000000 0,-4.000000 1.000000 2,-5.000000 2.000000 1,-2.000000 1.000000 0,-1.000000 2.000000 0,1.000000 2.000000 0,0.000000 1.000000 0,-1.000000 2.000000-1,1.000000 1.000000-1,-1.000000 2.000000 0,1.000000 2.000000-1,-3.000000 0.000000 0,-4.000000 1.000000 0,-5.000000-1.000000 0,-5.000000 0.000000 0,0.000000 0.000000 1,5.000000-2.000000 1,4.000000-2.000000 2,5.000000-1.000000 0,1.000000-1.000000 1,-3.000000 0.000000 0,-3.000000 0.000000-1,-3.000000 0.000000 1,-2.000000 0.000000-1,0.000000 0.000000 2,0.000000 0.000000 2,0.000000 0.000000 0,1.000000 1.000000 0,4.000000 1.000000-3,3.000000 2.000000-2,3.000000 1.000000-4,-2.000000 2.000000-2,-9.000000-1.000000-1,-7.000000 0.000000-2,-8.000000 1.000000-1,-5.000000 0.000000-3,-1.000000 1.000000-2,-2.000000 3.000000-3,-1.000000 1.000000-3,-2.000000-1.000000-2,-2.000000 0.000000 1,-1.000000-3.000000-1,-2.000000-1.000000 0,-7.000000 0.000000-6,-12.000000 2.000000-13,-13.000000 1.000000-12,-13.000000 2.000000-12</inkml:trace>
</inkml:ink>
</file>

<file path=ppt/ink/ink9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6"/>
    </inkml:context>
    <inkml:brush xml:id="br0">
      <inkml:brushProperty name="width" value="0.0258489064872265" units="cm"/>
      <inkml:brushProperty name="height" value="0.0258489064872265" units="cm"/>
      <inkml:brushProperty name="color" value="#000000"/>
      <inkml:brushProperty name="ignorePressure" value="0"/>
    </inkml:brush>
  </inkml:definitions>
  <inkml:trace contextRef="#ctx0" brushRef="#br0">94385.000000 52937.000000 567,'-19.000000'11.000000'7,"13.000000"-3.000000"13 ,12.000000-4.000000 13,13.000000-2.000000 14,11.000000-4.000000 2,9.000000-2.000000-7,10.000000-4.000000-8,10.000000-3.000000-7,5.000000 0.000000-6,4.000000 3.000000-3,3.000000 3.000000-3,3.000000 4.000000-2,4.000000 1.000000-2,2.000000 0.000000-1,4.000000 0.000000-1,3.000000 0.000000-1,5.000000 0.000000 0,8.000000 3.000000 1,8.000000 1.000000 2,8.000000 1.000000 0,3.000000 1.000000 1,-4.000000-2.000000-4,-3.000000-2.000000-2,-3.000000-1.000000-3,-7.000000 0.000000-3,-9.000000 1.000000-1,-9.000000 2.000000-2,-10.000000 1.000000-3,-3.000000 3.000000-1,0.000000 3.000000 0,3.000000 4.000000-2,1.000000 2.000000 0,0.000000 0.000000-5,1.000000-3.000000-8,0.000000-2.000000-7,0.000000-5.000000-9,-3.000000-1.000000-4,-4.000000-2.000000 0,-5.000000-2.000000-1,-5.000000-1.000000-1,-7.000000-2.000000 1,-10.000000-1.000000 3,-8.000000-2.000000 3,-11.000000-2.000000 3</inkml:trace>
</inkml:ink>
</file>

<file path=ppt/ink/ink9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7"/>
    </inkml:context>
    <inkml:brush xml:id="br0">
      <inkml:brushProperty name="width" value="0.0234874319285154" units="cm"/>
      <inkml:brushProperty name="height" value="0.0234874319285154" units="cm"/>
      <inkml:brushProperty name="color" value="#000000"/>
      <inkml:brushProperty name="ignorePressure" value="0"/>
    </inkml:brush>
  </inkml:definitions>
  <inkml:trace contextRef="#ctx0" brushRef="#br0">99309.000000 52785.000000 624,'-41.000000'0.000000'17,"22.000000"0.000000"12 ,19.000000 0.000000 10,22.000000 0.000000 12,10.000000 0.000000 1,2.000000 0.000000-8,2.000000 0.000000-9,1.000000 0.000000-7,1.000000 0.000000-6,-1.000000 0.000000-3,1.000000 0.000000-2,0.000000 0.000000-3,-1.000000 0.000000-6,-1.000000 0.000000-8,-2.000000 0.000000-8,-2.000000 0.000000-9,-2.000000 0.000000-7,-3.000000 0.000000-4,-3.000000 0.000000-4,-4.000000 0.000000-5</inkml:trace>
</inkml:ink>
</file>

<file path=ppt/ink/ink9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7"/>
    </inkml:context>
    <inkml:brush xml:id="br0">
      <inkml:brushProperty name="width" value="0.0241246186196804" units="cm"/>
      <inkml:brushProperty name="height" value="0.0241246186196804" units="cm"/>
      <inkml:brushProperty name="color" value="#000000"/>
      <inkml:brushProperty name="ignorePressure" value="0"/>
    </inkml:brush>
  </inkml:definitions>
  <inkml:trace contextRef="#ctx0" brushRef="#br0">99334.000000 52861.000000 607,'-12.000000'12.000000'3,"2.000000"-2.000000"5 ,1.000000-1.000000 4,2.000000-2.000000 6,2.000000 1.000000 3,1.000000 3.000000 0,1.000000 3.000000 2,2.000000 3.000000 1,3.000000 5.000000-1,3.000000 4.000000-1,3.000000 5.000000-3,3.000000 4.000000-1,2.000000 6.000000-2,2.000000 6.000000-1,2.000000 7.000000-1,1.000000 6.000000-1,0.000000 2.000000-1,-1.000000-4.000000-1,-3.000000-3.000000 0,0.000000-3.000000 0,-1.000000-4.000000-2,-1.000000-7.000000-4,1.000000-7.000000-2,-1.000000-5.000000-4,1.000000-6.000000-2,0.000000-5.000000 0,-1.000000-5.000000 1,1.000000-4.000000-1,0.000000-7.000000 1,2.000000-7.000000 4,2.000000-9.000000 2,1.000000-7.000000 2,2.000000-11.000000 2,1.000000-15.000000 0,2.000000-14.000000 0,1.000000-14.000000-1,2.000000-7.000000 1,2.000000 0.000000 0,1.000000 0.000000-1,2.000000 0.000000 1,0.000000 4.000000-10,-2.000000 8.000000-22,-1.000000 7.000000-23,-2.000000 9.000000-20,-3.000000 9.000000-8,-2.000000 11.000000 8,-4.000000 11.000000 7,-3.000000 11.000000 8</inkml:trace>
</inkml:ink>
</file>

<file path=ppt/ink/ink9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8"/>
    </inkml:context>
    <inkml:brush xml:id="br0">
      <inkml:brushProperty name="width" value="0.0219246279448271" units="cm"/>
      <inkml:brushProperty name="height" value="0.0219246279448271" units="cm"/>
      <inkml:brushProperty name="color" value="#000000"/>
      <inkml:brushProperty name="ignorePressure" value="0"/>
    </inkml:brush>
  </inkml:definitions>
  <inkml:trace contextRef="#ctx0" brushRef="#br0">100723.000000 53038.000000 668,'-24.000000'-13.000000'45,"4.000000"1.000000"-6 ,2.000000-1.000000-3,4.000000 0.000000-5,1.000000 1.000000-1,-2.000000-1.000000 1,-2.000000 0.000000 3,-1.000000 1.000000 1,-1.000000 1.000000-5,0.000000 3.000000-13,0.000000 3.000000-14,0.000000 4.000000-11,-1.000000 4.000000-11,-1.000000 6.000000-8,-2.000000 7.000000-7,-1.000000 6.000000-8,0.000000 4.000000-1,4.000000 2.000000 7,2.000000 1.000000 7,4.000000 2.000000 7,3.000000 1.000000 3,3.000000 2.000000-1,3.000000 1.000000 0,4.000000 3.000000-1,4.000000-2.000000 4,6.000000-3.000000 8,7.000000-3.000000 8,6.000000-3.000000 9,5.000000-3.000000 5,3.000000-1.000000 5,3.000000-2.000000 4,3.000000-1.000000 4,0.000000-1.000000 1,-5.000000 0.000000-1,-5.000000 0.000000-2,-5.000000 0.000000-2,-4.000000 0.000000 0,-2.000000 0.000000 0,-4.000000 0.000000 0,-3.000000 0.000000 1,-5.000000 0.000000-2,-6.000000 0.000000-1,-7.000000-1.000000-3,-6.000000 1.000000-3,-5.000000-1.000000-5,-5.000000-4.000000-10,-5.000000-3.000000-10,-4.000000-3.000000-10,-1.000000-4.000000-5,5.000000-5.000000 1,5.000000-4.000000 1,5.000000-6.000000 0,4.000000-2.000000-4,2.000000-2.000000-9,4.000000-2.000000-10,4.000000-1.000000-9</inkml:trace>
</inkml:ink>
</file>

<file path=ppt/ink/ink9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8"/>
    </inkml:context>
    <inkml:brush xml:id="br0">
      <inkml:brushProperty name="width" value="0.0233950410038233" units="cm"/>
      <inkml:brushProperty name="height" value="0.0233950410038233" units="cm"/>
      <inkml:brushProperty name="color" value="#000000"/>
      <inkml:brushProperty name="ignorePressure" value="0"/>
    </inkml:brush>
  </inkml:definitions>
  <inkml:trace contextRef="#ctx0" brushRef="#br0">100824.000000 52659.000000 626,'12.000000'-11.000000'51,"1.000000"3.000000"-3 ,0.000000 3.000000-4,-1.000000 4.000000-4,2.000000 2.000000-3,1.000000 1.000000-6,1.000000 2.000000-4,2.000000 1.000000-6,0.000000 6.000000-3,-1.000000 10.000000-3,-2.000000 9.000000-3,-2.000000 9.000000-2,-2.000000 10.000000-3,-6.000000 10.000000-1,-4.000000 9.000000-2,-5.000000 9.000000-1,-5.000000 7.000000-4,-7.000000 2.000000-4,-6.000000 4.000000-4,-7.000000 3.000000-5,0.000000-4.000000-2,5.000000-13.000000 1,4.000000-13.000000 0,5.000000-13.000000 0,9.000000-20.000000 0,15.000000-28.000000-2,14.000000-29.000000 0,14.000000-28.000000-2,8.000000-15.000000 0,2.000000 1.000000 2,1.000000-1.000000 2,1.000000 1.000000 1,0.000000 4.000000 1,-3.000000 10.000000 2,-3.000000 9.000000 1,-4.000000 10.000000 1,-3.000000 8.000000 3,-6.000000 9.000000 5,-4.000000 7.000000 6,-4.000000 8.000000 6,-6.000000 11.000000 3,-7.000000 14.000000 2,-6.000000 15.000000 2,-6.000000 13.000000 2,-4.000000 9.000000-1,-2.000000 1.000000-2,-1.000000 2.000000-2,-2.000000 1.000000-3,1.000000-2.000000-3,3.000000-6.000000-6,4.000000-7.000000-5,2.000000-6.000000-7,6.000000-7.000000-7,8.000000-8.000000-10,7.000000-8.000000-9,9.000000-7.000000-10,2.000000-6.000000-1,-3.000000-1.000000 8,-3.000000-2.000000 7,-4.000000-1.000000 8,-2.000000-2.000000 4,-1.000000-4.000000-1,-2.000000-3.000000 0,-2.000000-3.000000 0</inkml:trace>
</inkml:ink>
</file>

<file path=ppt/ink/ink9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9"/>
    </inkml:context>
    <inkml:brush xml:id="br0">
      <inkml:brushProperty name="width" value="0.0207166206091642" units="cm"/>
      <inkml:brushProperty name="height" value="0.0207166206091642" units="cm"/>
      <inkml:brushProperty name="color" value="#000000"/>
      <inkml:brushProperty name="ignorePressure" value="0"/>
    </inkml:brush>
  </inkml:definitions>
  <inkml:trace contextRef="#ctx0" brushRef="#br0">101758.000000 53189.000000 707,'-34.000000'35.000000'41,"8.000000"-7.000000"0 ,8.000000-6.000000 1,8.000000-6.000000 0,4.000000-2.000000-3,2.000000 4.000000-8,2.000000 2.000000-7,1.000000 4.000000-7,1.000000 3.000000-6,0.000000 3.000000-6,0.000000 3.000000-7,0.000000 3.000000-4,1.000000 1.000000-4,1.000000-1.000000 0,2.000000-2.000000-1,2.000000-2.000000 0,1.000000-3.000000 1,5.000000-7.000000 0,2.000000-7.000000 0,3.000000-5.000000 1,3.000000-8.000000 1,1.000000-7.000000 0,2.000000-9.000000 1,1.000000-7.000000 0,2.000000-8.000000 1,-1.000000-8.000000 1,0.000000-8.000000 2,0.000000-8.000000 2,-1.000000-3.000000 1,-3.000000 1.000000 0,-4.000000 3.000000 2,-3.000000 0.000000 0,-4.000000 3.000000 1,-4.000000 4.000000 0,-5.000000 2.000000 2,-5.000000 4.000000 0,-6.000000 5.000000-1,-5.000000 8.000000-2,-8.000000 7.000000-2,-5.000000 9.000000-3,-3.000000 9.000000-5,-1.000000 8.000000-6,0.000000 11.000000-6,1.000000 9.000000-7,2.000000 2.000000-4,7.000000-5.000000-5,7.000000-4.000000-3,5.000000-5.000000-4</inkml:trace>
</inkml:ink>
</file>

<file path=ppt/ink/ink9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5:59"/>
    </inkml:context>
    <inkml:brush xml:id="br0">
      <inkml:brushProperty name="width" value="0.0226737465709448" units="cm"/>
      <inkml:brushProperty name="height" value="0.0226737465709448" units="cm"/>
      <inkml:brushProperty name="color" value="#000000"/>
      <inkml:brushProperty name="ignorePressure" value="0"/>
    </inkml:brush>
  </inkml:definitions>
  <inkml:trace contextRef="#ctx0" brushRef="#br0">102187.000000 53088.000000 646,'-12.000000'23.000000'38,"-1.000000"-5.000000"0 ,0.000000-4.000000 0,1.000000-6.000000 1,1.000000 2.000000-2,3.000000 6.000000-5,3.000000 6.000000-4,3.000000 6.000000-6,2.000000 6.000000-5,0.000000 5.000000-6,0.000000 4.000000-5,0.000000 5.000000-5,1.000000 1.000000-4,2.000000-3.000000 0,1.000000-3.000000-1,1.000000-4.000000-1,3.000000-3.000000 0,3.000000-6.000000-2,3.000000-4.000000 0,4.000000-4.000000 0,1.000000-7.000000-3,3.000000-5.000000-1,0.000000-7.000000-3,3.000000-6.000000-1,1.000000-7.000000-1,2.000000-8.000000 2,1.000000-9.000000 1,2.000000-6.000000 2,1.000000-8.000000 0,2.000000-4.000000-1,1.000000-4.000000 0,2.000000-6.000000 0,-1.000000 2.000000 0,-5.000000 8.000000 2,-5.000000 8.000000 2,-5.000000 8.000000 1,-3.000000 8.000000 1,-1.000000 7.000000 1,-2.000000 9.000000 2,-2.000000 7.000000 0,-2.000000 9.000000 2,-3.000000 10.000000 2,-3.000000 9.000000 3,-4.000000 9.000000 3,0.000000 6.000000 2,2.000000 2.000000 5,1.000000 1.000000 3,1.000000 2.000000 3,2.000000-5.000000 2,2.000000-12.000000-1,1.000000-10.000000-1,2.000000-11.000000-1,2.000000-11.000000 0,4.000000-11.000000-1,2.000000-12.000000-2,4.000000-10.000000 0,1.000000-11.000000-1,0.000000-12.000000 2,0.000000-10.000000 0,1.000000-12.000000 2,-3.000000 2.000000-17,-5.000000 14.000000-31,-5.000000 15.000000-32,-4.000000 14.000000-32</inkml:trace>
</inkml:ink>
</file>

<file path=ppt/ink/ink9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8:37"/>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61050.000000 35450.000000 333,'114.000000'45.000000'167,"38.000000"35.000000"-1 ,35.000000 34.000000 1,37.000000 34.000000 0</inkml:trace>
</inkml:ink>
</file>

<file path=ppt/ink/ink9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8:3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56750.000000 31200.000000 999,'-24.000000'-24.000000'-5,"4.000000"4.000000"-10 ,3.000000 3.000000-10,3.000000 3.000000-10,1.000000 3.000000-2,1.000000 3.000000 5,-1.000000 3.000000 7,1.000000 4.000000 6</inkml:trace>
</inkml:ink>
</file>

<file path=ppt/ink/ink9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3"/>
    </inkml:context>
    <inkml:brush xml:id="br0">
      <inkml:brushProperty name="width" value="0.0255734957754612" units="cm"/>
      <inkml:brushProperty name="height" value="0.0255734957754612" units="cm"/>
      <inkml:brushProperty name="color" value="#000000"/>
      <inkml:brushProperty name="ignorePressure" value="0"/>
    </inkml:brush>
  </inkml:definitions>
  <inkml:trace contextRef="#ctx0" brushRef="#br0">44600.000000 6750.000000 573,'-22.000000'-46.000000'-4,"6.000000"10.000000"7 ,7.000000 10.000000 9,6.000000 9.000000 7,3.000000 12.000000 10,0.000000 16.000000 11,0.000000 15.000000 11,0.000000 17.000000 12,0.000000 8.000000-1,0.000000 4.000000-12,0.000000 3.000000-13,0.000000 3.000000-13,0.000000 3.000000-8,0.000000 3.000000-4,0.000000 3.000000-4,0.000000 4.000000-5,-4.000000 1.000000-2,-5.000000 0.000000-1,-7.000000 0.000000 0,-5.000000 0.000000 0,-3.000000-2.000000-3,4.000000-3.000000-2,3.000000-3.000000-3,3.000000-2.000000-3,3.000000-8.000000 0,3.000000-8.000000 1,3.000000-10.000000 1,4.000000-9.000000 1,5.000000-9.000000 3,10.000000-5.000000 3,10.000000-7.000000 3,9.000000-5.000000 2,6.000000-6.000000 3,3.000000-3.000000-1,3.000000-3.000000 0,4.000000-2.000000 0,2.000000-5.000000 1,4.000000-2.000000-1,3.000000-3.000000 0,3.000000-3.000000-1,1.000000-1.000000 0,1.000000 4.000000-3,-1.000000 3.000000-1,1.000000 3.000000-3,-1.000000-1.000000-4,1.000000-2.000000-7,-1.000000-3.000000-6,1.000000-3.000000-7,-6.000000 1.000000-6,-8.000000 6.000000-7,-10.000000 7.000000-5,-9.000000 6.000000-7</inkml:trace>
</inkml:ink>
</file>

<file path=ppt/ink/ink9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3"/>
    </inkml:context>
    <inkml:brush xml:id="br0">
      <inkml:brushProperty name="width" value="0.0238217115402222" units="cm"/>
      <inkml:brushProperty name="height" value="0.0238217115402222" units="cm"/>
      <inkml:brushProperty name="color" value="#000000"/>
      <inkml:brushProperty name="ignorePressure" value="0"/>
    </inkml:brush>
  </inkml:definitions>
  <inkml:trace contextRef="#ctx0" brushRef="#br0">45750.000000 7600.000000 615,'-40.000000'21.000000'25,"23.000000"-5.000000"10 ,22.000000-7.000000 11,22.000000-5.000000 10,10.000000-8.000000-2,1.000000-5.000000-13,-1.000000-7.000000-14,1.000000-5.000000-14,-1.000000-4.000000-9,1.000000 0.000000-2,-1.000000 0.000000-2,1.000000 0.000000-4,-3.000000-2.000000-1,-2.000000-3.000000-1,-3.000000-3.000000-2,-3.000000-2.000000-1,-4.000000-5.000000 0,-3.000000-2.000000-1,-3.000000-3.000000 1,-2.000000-3.000000 0,-6.000000 1.000000 0,-6.000000 6.000000 1,-6.000000 7.000000 0,-6.000000 6.000000 2,-7.000000 4.000000 0,-6.000000 4.000000 3,-6.000000 3.000000 2,-6.000000 3.000000 2,-6.000000 6.000000 4,-2.000000 9.000000 4,-3.000000 10.000000 4,-3.000000 10.000000 5,-1.000000 8.000000 1,4.000000 10.000000 0,3.000000 10.000000 0,3.000000 9.000000-1,3.000000 4.000000-2,3.000000 1.000000-2,3.000000-1.000000-2,4.000000 1.000000-3,4.000000-3.000000-2,6.000000-2.000000-1,7.000000-3.000000-2,6.000000-3.000000-1,7.000000-4.000000-10,10.000000-3.000000-16,10.000000-3.000000-16,9.000000-2.000000-16,6.000000-8.000000-7,3.000000-8.000000 5,3.000000-10.000000 4,4.000000-9.000000 5,-3.000000-5.000000 5,-5.000000 0.000000 7,-7.000000 0.000000 6,-5.000000 0.000000 8</inkml:trace>
</inkml:ink>
</file>

<file path=ppt/ink/ink9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3"/>
    </inkml:context>
    <inkml:brush xml:id="br0">
      <inkml:brushProperty name="width" value="0.0247054807841778" units="cm"/>
      <inkml:brushProperty name="height" value="0.0247054807841778" units="cm"/>
      <inkml:brushProperty name="color" value="#000000"/>
      <inkml:brushProperty name="ignorePressure" value="0"/>
    </inkml:brush>
  </inkml:definitions>
  <inkml:trace contextRef="#ctx0" brushRef="#br0">46950.000000 7250.000000 593,'45.000000'-115.000000'3,"-9.000000"23.000000"7 ,-10.000000 22.000000 6,-8.000000 22.000000 6,-11.000000 15.000000 5,-8.000000 9.000000 3,-10.000000 10.000000 2,-9.000000 10.000000 3,-10.000000 7.000000 0,-9.000000 6.000000-3,-10.000000 7.000000-4,-8.000000 6.000000-3,-4.000000 7.000000-2,3.000000 10.000000-3,3.000000 10.000000-2,4.000000 9.000000-1,4.000000 2.000000-4,6.000000-2.000000-2,7.000000-3.000000-5,6.000000-3.000000-2,6.000000-4.000000-5,6.000000-3.000000-4,7.000000-3.000000-4,6.000000-2.000000-4,7.000000-3.000000-3,10.000000 1.000000 0,10.000000-1.000000-2,9.000000 1.000000-2,7.000000-3.000000 2,7.000000-2.000000 3,6.000000-3.000000 4,7.000000-3.000000 2,2.000000-4.000000 3,1.000000-3.000000 1,-1.000000-3.000000 0,1.000000-2.000000 1,-10.000000 2.000000 4,-19.000000 9.000000 5,-18.000000 10.000000 6,-19.000000 10.000000 5,-15.000000-3.000000-3,-8.000000-11.000000-12,-10.000000-14.000000-12,-9.000000-11.000000-12,-2.000000-7.000000-7,6.000000 0.000000-2,7.000000 0.000000-1,6.000000 0.000000-3,3.000000 0.000000-1,0.000000 0.000000 0,0.000000 0.000000 0,0.000000 0.000000 0</inkml:trace>
</inkml:ink>
</file>

<file path=ppt/ink/ink9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4"/>
    </inkml:context>
    <inkml:brush xml:id="br0">
      <inkml:brushProperty name="width" value="0.0222369860857725" units="cm"/>
      <inkml:brushProperty name="height" value="0.0222369860857725" units="cm"/>
      <inkml:brushProperty name="color" value="#000000"/>
      <inkml:brushProperty name="ignorePressure" value="0"/>
    </inkml:brush>
  </inkml:definitions>
  <inkml:trace contextRef="#ctx0" brushRef="#br0">47750.000000 7300.000000 659,'43.000000'-47.000000'4,"-11.000000"6.000000"8 ,-14.000000 7.000000 8,-11.000000 6.000000 8,-11.000000 6.000000 5,-5.000000 6.000000 4,-7.000000 7.000000 4,-5.000000 6.000000 3,-4.000000 6.000000-3,0.000000 6.000000-10,0.000000 7.000000-11,0.000000 6.000000-10,0.000000 4.000000-6,0.000000 4.000000 0,0.000000 3.000000 0,0.000000 3.000000 0,3.000000 1.000000-2,6.000000 1.000000-1,7.000000-1.000000-1,6.000000 1.000000-2,3.000000-3.000000-4,0.000000-2.000000-4,0.000000-3.000000-6,0.000000-3.000000-5,1.000000-2.000000-4,4.000000 0.000000-2,3.000000 0.000000-2,3.000000 0.000000-3,3.000000 0.000000 4,3.000000 0.000000 11,3.000000 0.000000 11,4.000000 0.000000 10,1.000000 0.000000 8,0.000000 0.000000 7,0.000000 0.000000 5,0.000000 0.000000 6,-4.000000 1.000000 0,-5.000000 4.000000-2,-7.000000 3.000000-5,-5.000000 3.000000-3,-8.000000-2.000000-11,-5.000000-6.000000-18,-7.000000-6.000000-18,-5.000000-6.000000-18</inkml:trace>
</inkml:ink>
</file>

<file path=ppt/ink/ink9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4"/>
    </inkml:context>
    <inkml:brush xml:id="br0">
      <inkml:brushProperty name="width" value="0.0245462264865637" units="cm"/>
      <inkml:brushProperty name="height" value="0.0245462264865637" units="cm"/>
      <inkml:brushProperty name="color" value="#000000"/>
      <inkml:brushProperty name="ignorePressure" value="0"/>
    </inkml:brush>
  </inkml:definitions>
  <inkml:trace contextRef="#ctx0" brushRef="#br0">48500.000000 7150.000000 597,'-69.000000'23.000000'54,"13.000000"-3.000000"-4 ,12.000000-3.000000-4,13.000000-2.000000-5,7.000000 0.000000-4,4.000000 7.000000-4,3.000000 6.000000-6,3.000000 7.000000-4,3.000000 5.000000-3,3.000000 7.000000-4,3.000000 6.000000-3,4.000000 7.000000-3,2.000000-1.000000-2,4.000000-6.000000-2,3.000000-6.000000 0,3.000000-6.000000-1,4.000000-6.000000-1,7.000000-2.000000-2,6.000000-3.000000-1,7.000000-3.000000-1,2.000000-6.000000-1,1.000000-5.000000-2,-1.000000-7.000000-2,1.000000-5.000000-1,2.000000-11.000000-2,7.000000-11.000000-1,6.000000-14.000000-2,7.000000-11.000000-1,-4.000000-7.000000-1,-12.000000 0.000000 0,-13.000000 0.000000-1,-12.000000 0.000000 0,-9.000000 1.000000-1,-2.000000 4.000000-1,-3.000000 3.000000-2,-3.000000 3.000000-2,-7.000000 3.000000-1,-9.000000 3.000000-5,-10.000000 3.000000-3,-8.000000 4.000000-4,-4.000000 2.000000-2,3.000000 4.000000-1,3.000000 3.000000-1,4.000000 3.000000-1</inkml:trace>
</inkml:ink>
</file>

<file path=ppt/ink/ink9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4"/>
    </inkml:context>
    <inkml:brush xml:id="br0">
      <inkml:brushProperty name="width" value="0.025506878271699" units="cm"/>
      <inkml:brushProperty name="height" value="0.025506878271699" units="cm"/>
      <inkml:brushProperty name="color" value="#000000"/>
      <inkml:brushProperty name="ignorePressure" value="0"/>
    </inkml:brush>
  </inkml:definitions>
  <inkml:trace contextRef="#ctx0" brushRef="#br0">49150.000000 7250.000000 575,'21.000000'51.000000'157,"-5.000000"4.000000"-40 ,-7.000000 3.000000-40,-5.000000 3.000000-41,-6.000000-1.000000-21,-3.000000-2.000000-4,-3.000000-3.000000-4,-2.000000-3.000000-2,6.000000-13.000000-12,20.000000-22.000000-18,18.000000-22.000000-18,20.000000-21.000000-19,8.000000-15.000000-3,1.000000-6.000000 13,-1.000000-6.000000 12,1.000000-6.000000 13,-3.000000-1.000000 10,-2.000000 7.000000 9,-3.000000 6.000000 9,-3.000000 7.000000 9,-6.000000 7.000000 4,-5.000000 9.000000 2,-7.000000 10.000000 0,-5.000000 10.000000 1,-8.000000 10.000000 4,-5.000000 13.000000 5,-7.000000 12.000000 6,-5.000000 13.000000 5,-4.000000 6.000000-3,0.000000 0.000000-13,0.000000 0.000000-13,0.000000 0.000000-13,0.000000 0.000000-13,0.000000 0.000000-10,0.000000 0.000000-12,0.000000 0.000000-11,3.000000-7.000000-3,6.000000-11.000000 2,7.000000-14.000000 4,6.000000-11.000000 3</inkml:trace>
</inkml:ink>
</file>

<file path=ppt/ink/ink9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4"/>
    </inkml:context>
    <inkml:brush xml:id="br0">
      <inkml:brushProperty name="width" value="0.0233398787677288" units="cm"/>
      <inkml:brushProperty name="height" value="0.0233398787677288" units="cm"/>
      <inkml:brushProperty name="color" value="#000000"/>
      <inkml:brushProperty name="ignorePressure" value="0"/>
    </inkml:brush>
  </inkml:definitions>
  <inkml:trace contextRef="#ctx0" brushRef="#br0">50850.000000 6950.000000 628,'-93.000000'0.000000'52,"17.000000"0.000000"-20 ,15.000000 0.000000-19,16.000000 0.000000-20,7.000000 4.000000-4,1.000000 10.000000 9,-1.000000 10.000000 10,1.000000 9.000000 10,4.000000 6.000000 8,9.000000 3.000000 4,10.000000 3.000000 5,10.000000 4.000000 4,4.000000-1.000000-1,0.000000-3.000000-7,0.000000-3.000000-8,0.000000-2.000000-7,4.000000-3.000000-4,10.000000 1.000000-4,10.000000-1.000000-1,9.000000 1.000000-4,4.000000-3.000000-2,1.000000-2.000000-5,-1.000000-3.000000-4,1.000000-3.000000-4,1.000000-2.000000 0,3.000000 0.000000 3,3.000000 0.000000 4,4.000000 0.000000 2,-4.000000 1.000000 4,-9.000000 4.000000 1,-10.000000 3.000000 1,-8.000000 3.000000 3,-12.000000 1.000000-2,-12.000000 1.000000-4,-13.000000-1.000000-4,-12.000000 1.000000-5,-7.000000-4.000000-8,1.000000-6.000000-11,-1.000000-6.000000-10,1.000000-6.000000-11,-1.000000-4.000000-5,1.000000 1.000000 3,-1.000000-1.000000 1,1.000000 1.000000 2</inkml:trace>
</inkml:ink>
</file>

<file path=ppt/ink/ink9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5"/>
    </inkml:context>
    <inkml:brush xml:id="br0">
      <inkml:brushProperty name="width" value="0.0347804576158524" units="cm"/>
      <inkml:brushProperty name="height" value="0.0347804576158524" units="cm"/>
      <inkml:brushProperty name="color" value="#000000"/>
      <inkml:brushProperty name="ignorePressure" value="0"/>
    </inkml:brush>
  </inkml:definitions>
  <inkml:trace contextRef="#ctx0" brushRef="#br0">43800.000000 8450.000000 421,'-41.000000'-2.000000'12,"19.000000"-3.000000"12 ,19.000000-3.000000 14,19.000000-2.000000 13,12.000000-3.000000 4,6.000000 1.000000-7,7.000000-1.000000-7,6.000000 1.000000-5,3.000000-1.000000-5,0.000000 1.000000-2,0.000000-1.000000-1,0.000000 1.000000-2,3.000000 1.000000-3,6.000000 3.000000-2,7.000000 3.000000-4,6.000000 4.000000-3,6.000000 1.000000-2,6.000000 0.000000-1,7.000000 0.000000-1,6.000000 0.000000 0,1.000000 0.000000-1,-3.000000 0.000000-1,-3.000000 0.000000-1,-2.000000 0.000000 0,-3.000000 1.000000-2,1.000000 4.000000-1,-1.000000 3.000000-3,1.000000 3.000000-1,-4.000000 1.000000-2,-6.000000 1.000000-1,-6.000000-1.000000 0,-6.000000 1.000000-2,-2.000000-1.000000 0,3.000000 1.000000 1,3.000000-1.000000 1,4.000000 1.000000 1,4.000000-3.000000 1,6.000000-2.000000-1,7.000000-3.000000 1,6.000000-3.000000 1,7.000000-2.000000-1,10.000000 0.000000 1,10.000000 0.000000-1,9.000000 0.000000 1,2.000000-2.000000-1,-2.000000-3.000000 0,-3.000000-3.000000 0,-3.000000-2.000000 0,-6.000000-3.000000-1,-5.000000 1.000000 1,-7.000000-1.000000-2,-5.000000 1.000000 1,-8.000000-1.000000-1,-5.000000 1.000000 0,-7.000000-1.000000 1,-5.000000 1.000000 0,-6.000000 1.000000 0,-3.000000 3.000000 1,-3.000000 3.000000 1,-2.000000 4.000000-1,-3.000000 1.000000 2,1.000000 0.000000-1,-1.000000 0.000000 1,1.000000 0.000000-1,2.000000 1.000000 1,7.000000 4.000000 0,6.000000 3.000000 0,7.000000 3.000000 0,0.000000-1.000000-1,-2.000000-2.000000 0,-3.000000-3.000000-1,-3.000000-3.000000 0,-2.000000-2.000000-1,0.000000 0.000000 0,0.000000 0.000000 1,0.000000 0.000000 0,0.000000 0.000000 0,0.000000 0.000000 0,0.000000 0.000000 0,0.000000 0.000000-1,-4.000000 0.000000 0,-5.000000 0.000000 1,-7.000000 0.000000 0,-5.000000 0.000000 1,-4.000000 0.000000 0,0.000000 0.000000 0,0.000000 0.000000 0,0.000000 0.000000 1,0.000000 0.000000 1,0.000000 0.000000-1,0.000000 0.000000 0,0.000000 0.000000 1,-2.000000 0.000000-1,-3.000000 0.000000 0,-3.000000 0.000000 0,-2.000000 0.000000 0,-1.000000 0.000000-1,3.000000 0.000000 1,3.000000 0.000000-1,4.000000 0.000000 1,1.000000 0.000000-1,0.000000 0.000000 2,0.000000 0.000000 0,0.000000 0.000000 1,-2.000000-2.000000 0,-3.000000-3.000000-1,-3.000000-3.000000 1,-2.000000-2.000000-1,-3.000000-1.000000 0,1.000000 3.000000 0,-1.000000 3.000000 0,1.000000 4.000000 0,-1.000000 1.000000-1,1.000000 0.000000 1,-1.000000 0.000000-1,1.000000 0.000000 1,-1.000000 0.000000-1,1.000000 0.000000 0,-1.000000 0.000000 0,1.000000 0.000000 0</inkml:trace>
</inkml:ink>
</file>

<file path=ppt/ink/ink9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31"/>
    </inkml:context>
    <inkml:brush xml:id="br0">
      <inkml:brushProperty name="width" value="0.0269834939390421" units="cm"/>
      <inkml:brushProperty name="height" value="0.0269834939390421" units="cm"/>
      <inkml:brushProperty name="color" value="#6ADCAB"/>
      <inkml:brushProperty name="ignorePressure" value="0"/>
    </inkml:brush>
  </inkml:definitions>
  <inkml:trace contextRef="#ctx0" brushRef="#br0">71950.000000 43550.000000 543,'-47.000000'-24.000000'53,"6.000000"4.000000"-6 ,7.000000 3.000000-8,6.000000 3.000000-7,-4.000000 3.000000-4,-11.000000 3.000000-2,-14.000000 3.000000-3,-11.000000 4.000000-1,-25.000000 4.000000-1,-33.000000 6.000000 1,-35.000000 7.000000 1,-34.000000 6.000000 2,-30.000000 15.000000-2,-25.000000 26.000000-2,-25.000000 24.000000-2,-25.000000 26.000000-3,-19.000000 15.000000-5,-12.000000 6.000000-5,-13.000000 7.000000-7,-12.000000 6.000000-5,6.000000-4.000000-2,25.000000-11.000000 2,25.000000-14.000000 2,25.000000-11.000000 3,14.000000-12.000000 0,3.000000-9.000000 0,3.000000-10.000000 0,4.000000-8.000000 0,21.000000-12.000000 0,41.000000-12.000000 2,40.000000-13.000000 2,42.000000-12.000000 2,33.000000-10.000000-5,29.000000-6.000000-10,28.000000-6.000000-12,28.000000-6.000000-11,17.000000-9.000000-6,6.000000-8.000000-2,7.000000-10.000000-2,6.000000-9.000000-1,3.000000-4.000000-1,0.000000 4.000000-2,0.000000 3.000000 0,0.000000 3.000000-2</inkml:trace>
</inkml:ink>
</file>

<file path=ppt/ink/ink9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31"/>
    </inkml:context>
    <inkml:brush xml:id="br0">
      <inkml:brushProperty name="width" value="0.0287170894443989" units="cm"/>
      <inkml:brushProperty name="height" value="0.0287170894443989" units="cm"/>
      <inkml:brushProperty name="color" value="#6ADCAB"/>
      <inkml:brushProperty name="ignorePressure" value="0"/>
    </inkml:brush>
  </inkml:definitions>
  <inkml:trace contextRef="#ctx0" brushRef="#br0">66250.000000 43100.000000 510,'-179.000000'-130.000000'54,"45.000000"41.000000"-2 ,43.000000 40.000000 1,45.000000 42.000000-2,14.000000 28.000000-4,-11.000000 20.000000-9,-14.000000 18.000000-9,-11.000000 20.000000-9,-15.000000 21.000000-5,-16.000000 25.000000-2,-15.000000 25.000000-2,-15.000000 25.000000-2,-18.000000 15.000000-1,-19.000000 7.000000-3,-18.000000 6.000000-2,-19.000000 7.000000-3,1.000000-6.000000-1,22.000000-15.000000-2,22.000000-15.000000-2,23.000000-16.000000-1,24.000000-21.000000 0,28.000000-24.000000 1,28.000000-26.000000 1,29.000000-24.000000 1,18.000000-20.000000 0,9.000000-11.000000 1,10.000000-14.000000-1,10.000000-11.000000 0,11.000000-1.000000 0,17.000000 13.000000 2,15.000000 12.000000-1,16.000000 13.000000 2,16.000000 9.000000 1,20.000000 6.000000 2,18.000000 7.000000 2,20.000000 6.000000 2,10.000000 1.000000 2,3.000000-3.000000 1,3.000000-3.000000 1,4.000000-2.000000 1,-4.000000-3.000000 0,-9.000000 1.000000 0,-10.000000-1.000000 1,-8.000000 1.000000-1,-8.000000-1.000000-2,-2.000000 1.000000-2,-3.000000-1.000000-3,-3.000000 1.000000-4,-6.000000-6.000000-1,-5.000000-8.000000-4,-7.000000-10.000000-1,-5.000000-9.000000-4,-6.000000-9.000000-5,-3.000000-5.000000-8,-3.000000-7.000000-9,-2.000000-5.000000-8,-11.000000-6.000000-10,-15.000000-3.000000-8,-15.000000-3.000000-10,-16.000000-2.000000-8</inkml:trace>
</inkml:ink>
</file>

<file path=ppt/ink/ink9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39"/>
    </inkml:context>
    <inkml:brush xml:id="br0">
      <inkml:brushProperty name="width" value="0.0200315248221159" units="cm"/>
      <inkml:brushProperty name="height" value="0.0200315248221159" units="cm"/>
      <inkml:brushProperty name="color" value="#6ADCAB"/>
      <inkml:brushProperty name="ignorePressure" value="0"/>
    </inkml:brush>
  </inkml:definitions>
  <inkml:trace contextRef="#ctx0" brushRef="#br0">62700.000000 11800.000000 732,'-25.000000'-93.000000'0,"0.000000"17.000000"0 ,0.000000 15.000000 1,0.000000 16.000000 1,1.000000 10.000000 2,4.000000 7.000000 5,3.000000 6.000000 5,3.000000 7.000000 5,-8.000000 8.000000 1,-19.000000 14.000000-5,-18.000000 11.000000-4,-19.000000 14.000000-5,-18.000000 8.000000-2,-15.000000 7.000000-1,-15.000000 6.000000 1,-16.000000 7.000000-1,-13.000000 7.000000 0,-9.000000 9.000000 3,-10.000000 10.000000 1,-8.000000 10.000000 2,-9.000000 5.000000 2,-6.000000 4.000000 0,-6.000000 3.000000 1,-6.000000 3.000000 2,2.000000-1.000000-1,14.000000-2.000000-1,11.000000-3.000000 0,14.000000-3.000000-2,19.000000-10.000000-1,29.000000-16.000000 0,28.000000-15.000000-1,28.000000-15.000000-2,23.000000-14.000000-6,19.000000-8.000000-11,19.000000-10.000000-11,19.000000-9.000000-12,10.000000-5.000000-5,4.000000 0.000000-1,3.000000 0.000000 0,3.000000 0.000000 0,-1.000000-2.000000 3,-2.000000-3.000000 4,-3.000000-3.000000 4,-3.000000-2.000000 5,-2.000000-3.000000 4,0.000000 1.000000 3,0.000000-1.000000 2,0.000000 1.000000 3</inkml:trace>
</inkml:ink>
</file>

<file path=ppt/ink/ink9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40"/>
    </inkml:context>
    <inkml:brush xml:id="br0">
      <inkml:brushProperty name="width" value="0.0172609128057957" units="cm"/>
      <inkml:brushProperty name="height" value="0.0172609128057957" units="cm"/>
      <inkml:brushProperty name="color" value="#6ADCAB"/>
      <inkml:brushProperty name="ignorePressure" value="0"/>
    </inkml:brush>
  </inkml:definitions>
  <inkml:trace contextRef="#ctx0" brushRef="#br0">60550.000000 11550.000000 849,'-46.000000'-107.000000'-6,"10.000000"39.000000"5 ,10.000000 36.000000 4,9.000000 39.000000 5,-4.000000 24.000000 0,-15.000000 13.000000-3,-15.000000 12.000000-3,-16.000000 13.000000-4,-16.000000 10.000000 0,-16.000000 10.000000 2,-15.000000 10.000000 3,-15.000000 9.000000 3,-11.000000 10.000000 0,-2.000000 14.000000 0,-3.000000 11.000000 0,-3.000000 14.000000 0,4.000000 3.000000-1,13.000000-2.000000 2,12.000000-3.000000 0,13.000000-3.000000 1,13.000000-12.000000 1,17.000000-18.000000-1,15.000000-19.000000-1,16.000000-18.000000 1,15.000000-18.000000-1,16.000000-16.000000 0,15.000000-15.000000 0,17.000000-15.000000 1,10.000000-9.000000-2,6.000000 1.000000-2,7.000000-1.000000-2,6.000000 1.000000-3,6.000000-3.000000 0,6.000000-2.000000 1,7.000000-3.000000 1,6.000000-3.000000 0,4.000000-2.000000 0,4.000000 0.000000 0,3.000000 0.000000 0,3.000000 0.000000-2,7.000000 0.000000-1,14.000000 0.000000-3,11.000000 0.000000-3,14.000000 0.000000-4,-7.000000 1.000000-1,-25.000000 4.000000 2,-25.000000 3.000000 2,-25.000000 3.000000 0,-10.000000 1.000000-4,7.000000 1.000000-12,6.000000-1.000000-12,7.000000 1.000000-12</inkml:trace>
</inkml:ink>
</file>

<file path=ppt/ink/ink9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46"/>
    </inkml:context>
    <inkml:brush xml:id="br0">
      <inkml:brushProperty name="width" value="0.0286049265414476" units="cm"/>
      <inkml:brushProperty name="height" value="0.0286049265414476" units="cm"/>
      <inkml:brushProperty name="color" value="#6ADCAB"/>
      <inkml:brushProperty name="ignorePressure" value="0"/>
    </inkml:brush>
  </inkml:definitions>
  <inkml:trace contextRef="#ctx0" brushRef="#br0">61500.000000 9300.000000 512,'-46.000000'-24.000000'2,"10.000000"4.000000"4 ,10.000000 3.000000 4,9.000000 3.000000 5,6.000000 10.000000 7,3.000000 20.000000 13,3.000000 18.000000 12,4.000000 20.000000 12,1.000000 14.000000 2,0.000000 14.000000-10,0.000000 11.000000-11,0.000000 14.000000-9,0.000000 7.000000-7,0.000000 3.000000-3,0.000000 3.000000-3,0.000000 4.000000-2,-2.000000-1.000000-3,-3.000000-3.000000-4,-3.000000-3.000000-3,-2.000000-2.000000-5,-1.000000-9.000000-3,3.000000-12.000000-5,3.000000-13.000000-5,4.000000-12.000000-5,4.000000-15.000000-6,6.000000-15.000000-7,7.000000-15.000000-8,6.000000-16.000000-7,1.000000-13.000000-7,-3.000000-9.000000-4,-3.000000-10.000000-5,-2.000000-8.000000-4</inkml:trace>
</inkml:ink>
</file>

<file path=ppt/ink/ink9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49:47"/>
    </inkml:context>
    <inkml:brush xml:id="br0">
      <inkml:brushProperty name="width" value="0.0327120497822762" units="cm"/>
      <inkml:brushProperty name="height" value="0.0327120497822762" units="cm"/>
      <inkml:brushProperty name="color" value="#6ADCAB"/>
      <inkml:brushProperty name="ignorePressure" value="0"/>
    </inkml:brush>
  </inkml:definitions>
  <inkml:trace contextRef="#ctx0" brushRef="#br0">69100.000000 41400.000000 448,'-24.000000'-24.000000'11,"4.000000"4.000000"3 ,3.000000 3.000000 1,3.000000 3.000000 2,6.000000 3.000000 8,9.000000 3.000000 14,10.000000 3.000000 13,10.000000 4.000000 13,8.000000 1.000000 1,10.000000 0.000000-11,10.000000 0.000000-12,9.000000 0.000000-12,4.000000 4.000000-7,1.000000 10.000000-3,-1.000000 10.000000-3,1.000000 9.000000-4,-3.000000 6.000000-2,-2.000000 3.000000-2,-3.000000 3.000000-2,-3.000000 4.000000-3,-7.000000 4.000000-1,-9.000000 6.000000-2,-10.000000 7.000000-2,-8.000000 6.000000-1,-14.000000 13.000000-2,-15.000000 23.000000-4,-15.000000 22.000000-2,-16.000000 22.000000-3,-8.000000 1.000000-1,0.000000-19.000000 2,0.000000-18.000000 2,0.000000-19.000000 1,3.000000-19.000000 4,6.000000-19.000000 2,7.000000-18.000000 4,6.000000-19.000000 4,10.000000-15.000000 1,17.000000-8.000000-1,15.000000-10.000000 1,16.000000-9.000000-1,16.000000-12.000000-6,20.000000-11.000000-11,18.000000-14.000000-10,20.000000-11.000000-12,5.000000-3.000000-4,-6.000000 10.000000 2,-6.000000 10.000000 2,-6.000000 9.000000 3,-6.000000 4.000000-5,-2.000000 1.000000-10,-3.000000-1.000000-11,-3.000000 1.000000-10</inkml:trace>
</inkml:ink>
</file>

<file path=ppt/ink/ink9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7:56"/>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1750.000000 30650.000000,'1361.000000'18.000000,"0.000000"1.000000,0.000000 0.000000,0.000000 0.000000,1.000000-1.000000,-1.000000 1.000000,0.000000 0.000000,1.000000 0.000000,-1.000000-1.000000,0.000000 1.000000,0.000000 0.000000,0.000000 0.000000,1.000000-1.000000,-1.000000 1.000000,0.000000 0.000000,1.000000 0.000000,-1.000000-1.000000,0.000000 1.000000,0.000000 0.000000,1.000000 0.000000,-1.000000-1.000000,0.000000 1.000000,0.000000 0.000000,0.000000 0.000000,1.000000-1.000000,-1.000000 1.000000,0.000000 0.000000,1.000000 0.000000,-1.000000-1.000000,0.000000 1.000000,0.000000 0.000000,0.000000 0.000000,1.000000-1.000000,-1.000000 1.000000,0.000000 0.000000,1.000000 0.000000,-1.000000-1.000000,0.000000 1.000000,0.000000 0.000000,1.000000 0.000000</inkml:trace>
</inkml:ink>
</file>

<file path=ppt/ink/ink9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7:5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57250.000000 850.000000,'-13.000000'761.000000,"1.000000"0.000000,-1.000000 0.000000,1.000000 1.000000,-1.000000-1.000000,1.000000 0.000000,-1.000000 0.000000,1.000000 1.000000,-1.000000-1.000000,1.000000 0.000000,-1.000000 0.000000,1.000000 1.000000,-1.000000-1.000000,1.000000 0.000000,-1.000000 0.000000,1.000000 1.000000,-1.000000-1.000000,1.000000 0.000000,-1.000000 0.000000,1.000000 1.000000,-1.000000-1.000000,1.000000 0.000000,-1.000000 0.000000,1.000000 1.000000,-1.000000-1.000000,1.000000 0.000000,-1.000000 0.000000,1.000000 1.000000,-1.000000-1.000000,1.000000 0.000000,-1.000000 0.000000,1.000000 1.000000,-1.000000-1.000000,1.000000 0.000000,-1.000000 0.000000,1.000000 1.000000,-1.000000-1.000000,1.000000 0.000000,-1.000000 0.000000,1.000000 1.000000</inkml:trace>
</inkml:ink>
</file>

<file path=ppt/ink/ink9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0"/>
    </inkml:context>
    <inkml:brush xml:id="br0">
      <inkml:brushProperty name="width" value="0.0295450817793608" units="cm"/>
      <inkml:brushProperty name="height" value="0.0295450817793608" units="cm"/>
      <inkml:brushProperty name="color" value="#000000"/>
      <inkml:brushProperty name="ignorePressure" value="0"/>
    </inkml:brush>
  </inkml:definitions>
  <inkml:trace contextRef="#ctx0" brushRef="#br0">20200.000000 13000.000000 496,'-19.000000'-18.000000'17,"13.000000"17.000000"6 ,12.000000 15.000000 6,13.000000 16.000000 5,10.000000 15.000000 1,10.000000 16.000000-2,10.000000 15.000000-3,9.000000 17.000000-1,6.000000 16.000000-4,3.000000 19.000000-1,3.000000 19.000000-3,4.000000 19.000000-2,2.000000 10.000000-3,4.000000 4.000000-1,3.000000 3.000000-2,3.000000 3.000000-1,-2.000000-4.000000-2,-6.000000-8.000000 0,-6.000000-10.000000 1,-6.000000-9.000000-1,-9.000000-20.000000 0,-8.000000-27.000000-1,-10.000000-28.000000 0,-9.000000-28.000000-1,-4.000000-35.000000 0,4.000000-41.000000 1,3.000000-40.000000 1,3.000000-40.000000 1,3.000000-29.000000-2,3.000000-16.000000-5,3.000000-15.000000-4,4.000000-15.000000-4,10.000000-21.000000-12,19.000000-25.000000-16,19.000000-25.000000-17,19.000000-25.000000-17,-2.000000 17.000000-2,-22.000000 59.000000 12,-22.000000 60.000000 14,-21.000000 60.000000 13,-12.000000 30.000000 3,1.000000 4.000000-4,-1.000000 3.000000-6,1.000000 3.000000-4</inkml:trace>
</inkml:ink>
</file>

<file path=ppt/ink/ink9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1"/>
    </inkml:context>
    <inkml:brush xml:id="br0">
      <inkml:brushProperty name="width" value="0.0177329778671265" units="cm"/>
      <inkml:brushProperty name="height" value="0.0177329778671265" units="cm"/>
      <inkml:brushProperty name="color" value="#000000"/>
      <inkml:brushProperty name="ignorePressure" value="0"/>
    </inkml:brush>
  </inkml:definitions>
  <inkml:trace contextRef="#ctx0" brushRef="#br0">24150.000000 12450.000000 827,'93.000000'50.000000'98,"-11.000000"0.000000"-40 ,-14.000000 0.000000-41,-11.000000 0.000000-42,-12.000000-2.000000-22,-9.000000-3.000000 0,-10.000000-3.000000-2,-8.000000-2.000000-2</inkml:trace>
</inkml:ink>
</file>

<file path=ppt/ink/ink9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1"/>
    </inkml:context>
    <inkml:brush xml:id="br0">
      <inkml:brushProperty name="width" value="0.0250870250165462" units="cm"/>
      <inkml:brushProperty name="height" value="0.0250870250165462" units="cm"/>
      <inkml:brushProperty name="color" value="#000000"/>
      <inkml:brushProperty name="ignorePressure" value="0"/>
    </inkml:brush>
  </inkml:definitions>
  <inkml:trace contextRef="#ctx0" brushRef="#br0">24300.000000 13650.000000 584,'-44.000000'48.000000'17,"13.000000"-3.000000"8 ,12.000000-3.000000 6,13.000000-2.000000 8,4.000000 2.000000 4,-3.000000 9.000000 1,-3.000000 10.000000 1,-2.000000 10.000000 0,-3.000000 8.000000-3,1.000000 10.000000-8,-1.000000 10.000000-8,1.000000 9.000000-9,-1.000000 6.000000-9,1.000000 3.000000-11,-1.000000 3.000000-11,1.000000 4.000000-10,1.000000-10.000000-3,3.000000-22.000000 6,3.000000-22.000000 6,4.000000-21.000000 6,1.000000-14.000000-7,0.000000-2.000000-21,0.000000-3.000000-19,0.000000-3.000000-20</inkml:trace>
</inkml:ink>
</file>

<file path=ppt/ink/ink9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1"/>
    </inkml:context>
    <inkml:brush xml:id="br0">
      <inkml:brushProperty name="width" value="0.0283691715449095" units="cm"/>
      <inkml:brushProperty name="height" value="0.0283691715449095" units="cm"/>
      <inkml:brushProperty name="color" value="#000000"/>
      <inkml:brushProperty name="ignorePressure" value="0"/>
    </inkml:brush>
  </inkml:definitions>
  <inkml:trace contextRef="#ctx0" brushRef="#br0">26050.000000 14250.000000 516,'-2.000000'-49.000000'27,"-3.000000"4.000000"5 ,-3.000000 3.000000 6,-2.000000 3.000000 4,-3.000000 1.000000 1,1.000000 1.000000-5,-1.000000-1.000000-5,1.000000 1.000000-5,-3.000000-1.000000-5,-2.000000 1.000000-4,-3.000000-1.000000-5,-3.000000 1.000000-6,-6.000000 4.000000-3,-5.000000 9.000000-3,-7.000000 10.000000-3,-5.000000 10.000000-4,-8.000000 14.000000-3,-5.000000 23.000000-3,-7.000000 22.000000-3,-5.000000 22.000000-4,0.000000 19.000000-1,10.000000 20.000000 3,10.000000 18.000000 1,9.000000 20.000000 3,10.000000 2.000000 1,14.000000-12.000000 4,11.000000-13.000000 3,14.000000-12.000000 3,10.000000-16.000000 2,9.000000-19.000000 2,10.000000-18.000000 1,10.000000-19.000000 1,13.000000-27.000000 1,19.000000-34.000000 0,19.000000-35.000000 0,19.000000-33.000000 0,2.000000-29.000000-2,-11.000000-22.000000-6,-14.000000-22.000000-6,-11.000000-21.000000-4,-11.000000-12.000000-3,-5.000000 1.000000 0,-7.000000-1.000000-1,-5.000000 1.000000 1,-8.000000 1.000000 1,-5.000000 3.000000 1,-7.000000 3.000000 2,-5.000000 4.000000 2,-6.000000 15.000000 2,-3.000000 28.000000 4,-3.000000 28.000000 3,-2.000000 29.000000 3,-9.000000 33.000000 8,-12.000000 42.000000 12,-13.000000 40.000000 11,-12.000000 41.000000 11,-5.000000 29.000000 3,3.000000 19.000000-7,3.000000 19.000000-7,4.000000 19.000000-7,2.000000 7.000000-4,4.000000-3.000000-2,3.000000-3.000000-1,3.000000-2.000000-2,1.000000-6.000000-3,1.000000-6.000000-7,-1.000000-6.000000-6,1.000000-6.000000-7,2.000000-9.000000-7,7.000000-8.000000-8,6.000000-10.000000-10,7.000000-9.000000-8,7.000000-15.000000-6,9.000000-18.000000-3,10.000000-19.000000-4,10.000000-18.000000-2,2.000000-18.000000 0,-3.000000-16.000000 6,-3.000000-15.000000 4,-2.000000-15.000000 5,-5.000000-11.000000 5,-2.000000-2.000000 7,-3.000000-3.000000 5,-3.000000-3.000000 7,-4.000000 1.000000 5,-3.000000 6.000000 6,-3.000000 7.000000 5,-2.000000 6.000000 5,-1.000000 4.000000 5,3.000000 4.000000 5,3.000000 3.000000 3,4.000000 3.000000 5,2.000000-1.000000 4,4.000000-2.000000 4,3.000000-3.000000 4,3.000000-3.000000 4,3.000000-2.000000 0,3.000000 0.000000-4,3.000000 0.000000-4,4.000000 0.000000-5,5.000000-2.000000-2,10.000000-3.000000-3,10.000000-3.000000-3,9.000000-2.000000-2,2.000000-6.000000-1,-2.000000-6.000000-2,-3.000000-6.000000-2,-3.000000-6.000000 0,-7.000000-6.000000-2,-9.000000-2.000000-2,-10.000000-3.000000-2,-8.000000-3.000000-2,-11.000000 1.000000-2,-8.000000 6.000000-1,-10.000000 7.000000 0,-9.000000 6.000000-2,-13.000000 9.000000-2,-16.000000 13.000000 0,-15.000000 12.000000-3,-15.000000 13.000000-1,-12.000000 10.000000-1,-6.000000 10.000000-1,-6.000000 10.000000 0,-6.000000 9.000000 0,-2.000000 12.000000 0,3.000000 16.000000 1,3.000000 15.000000 0,4.000000 17.000000 1,7.000000 5.000000 1,13.000000-3.000000 4,12.000000-3.000000 3,13.000000-2.000000 3,13.000000-5.000000 0,17.000000-2.000000-5,15.000000-3.000000-3,16.000000-3.000000-4,20.000000-7.000000-7,25.000000-9.000000-8,25.000000-10.000000-8,25.000000-8.000000-8,6.000000-12.000000-3,-12.000000-12.000000 3,-13.000000-13.000000 1,-12.000000-12.000000 3,-13.000000-7.000000 1,-12.000000 1.000000 0,-13.000000-1.000000-1,-12.000000 1.000000 0</inkml:trace>
</inkml:ink>
</file>

<file path=ppt/ink/ink9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2"/>
    </inkml:context>
    <inkml:brush xml:id="br0">
      <inkml:brushProperty name="width" value="0.0285374764353037" units="cm"/>
      <inkml:brushProperty name="height" value="0.0285374764353037" units="cm"/>
      <inkml:brushProperty name="color" value="#000000"/>
      <inkml:brushProperty name="ignorePressure" value="0"/>
    </inkml:brush>
  </inkml:definitions>
  <inkml:trace contextRef="#ctx0" brushRef="#br0">29200.000000 14250.000000 513,'23.000000'-15.000000'24,"-3.000000"23.000000"15 ,-3.000000 22.000000 16,-2.000000 22.000000 16,-3.000000 13.000000 1,1.000000 7.000000-13,-1.000000 6.000000-13,1.000000 7.000000-13,4.000000 0.000000-10,9.000000-2.000000-4,10.000000-3.000000-5,10.000000-3.000000-5,8.000000-9.000000-3,10.000000-11.000000-1,10.000000-14.000000 0,9.000000-11.000000-2,4.000000-18.000000-1,1.000000-22.000000-1,-1.000000-22.000000 0,1.000000-21.000000-2,-4.000000-20.000000-1,-6.000000-15.000000 1,-6.000000-15.000000-1,-6.000000-16.000000 1,-10.000000-5.000000-1,-12.000000 6.000000-1,-13.000000 7.000000 0,-12.000000 6.000000 0,-15.000000 7.000000-2,-15.000000 10.000000 1,-15.000000 10.000000 0,-16.000000 9.000000-1,-15.000000 10.000000-1,-11.000000 14.000000-5,-14.000000 11.000000-3,-11.000000 14.000000-4,-7.000000 11.000000-7,0.000000 14.000000-8,0.000000 11.000000-8,0.000000 14.000000-8,7.000000 3.000000-5,17.000000-2.000000 0,15.000000-3.000000 0,16.000000-3.000000 0</inkml:trace>
</inkml:ink>
</file>

<file path=ppt/ink/ink9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3"/>
    </inkml:context>
    <inkml:brush xml:id="br0">
      <inkml:brushProperty name="width" value="0.0231257081031799" units="cm"/>
      <inkml:brushProperty name="height" value="0.0231257081031799" units="cm"/>
      <inkml:brushProperty name="color" value="#000000"/>
      <inkml:brushProperty name="ignorePressure" value="0"/>
    </inkml:brush>
  </inkml:definitions>
  <inkml:trace contextRef="#ctx0" brushRef="#br0">52250.000000 27350.000000 634,'-35.000000'1.000000'14,"32.000000"4.000000"17 ,31.000000 3.000000 18,32.000000 3.000000 16,11.000000 1.000000 1,-5.000000 1.000000-13,-7.000000-1.000000-15,-5.000000 1.000000-15,-6.000000-3.000000-9,-3.000000-2.000000-5,-3.000000-3.000000-6,-2.000000-3.000000-4,-5.000000-2.000000-6,-2.000000 0.000000-7,-3.000000 0.000000-6,-3.000000 0.000000-7,-4.000000 1.000000-9,-3.000000 4.000000-12,-3.000000 3.000000-12,-2.000000 3.000000-12</inkml:trace>
</inkml:ink>
</file>

<file path=ppt/ink/ink9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3"/>
    </inkml:context>
    <inkml:brush xml:id="br0">
      <inkml:brushProperty name="width" value="0.0231033992022276" units="cm"/>
      <inkml:brushProperty name="height" value="0.0231033992022276" units="cm"/>
      <inkml:brushProperty name="color" value="#000000"/>
      <inkml:brushProperty name="ignorePressure" value="0"/>
    </inkml:brush>
  </inkml:definitions>
  <inkml:trace contextRef="#ctx0" brushRef="#br0">52300.000000 27800.000000 634,'-44.000000'-19.000000'16,"13.000000"13.000000"12 ,12.000000 12.000000 10,13.000000 13.000000 13,7.000000 12.000000 0,4.000000 13.000000-9,3.000000 12.000000-10,3.000000 13.000000-9,-1.000000 7.000000-5,-2.000000 4.000000-3,-3.000000 3.000000-3,-3.000000 3.000000-1,-2.000000-1.000000-3,0.000000-2.000000 0,0.000000-3.000000-2,0.000000-3.000000-1,0.000000-1.000000-4,0.000000 4.000000-3,0.000000 3.000000-5,0.000000 3.000000-4,0.000000-7.000000-6,0.000000-15.000000-7,0.000000-15.000000-8,0.000000-16.000000-6,1.000000-10.000000-7,4.000000-3.000000-4,3.000000-3.000000-5,3.000000-2.000000-4</inkml:trace>
</inkml:ink>
</file>

<file path=ppt/ink/ink9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4"/>
    </inkml:context>
    <inkml:brush xml:id="br0">
      <inkml:brushProperty name="width" value="0.0251233372837305" units="cm"/>
      <inkml:brushProperty name="height" value="0.0251233372837305" units="cm"/>
      <inkml:brushProperty name="color" value="#000000"/>
      <inkml:brushProperty name="ignorePressure" value="0"/>
    </inkml:brush>
  </inkml:definitions>
  <inkml:trace contextRef="#ctx0" brushRef="#br0">54500.000000 28650.000000 583,'-44.000000'4.000000'100,"13.000000"10.000000"-19 ,12.000000 10.000000-21,13.000000 9.000000-21,6.000000 4.000000-11,0.000000 1.000000-5,0.000000-1.000000-4,0.000000 1.000000-5,0.000000 2.000000-2,0.000000 7.000000-2,0.000000 6.000000-1,0.000000 7.000000-1,0.000000 2.000000-1,0.000000 1.000000-3,0.000000-1.000000-2,0.000000 1.000000-2,0.000000-6.000000-1,0.000000-8.000000-2,0.000000-10.000000-2,0.000000-9.000000-1</inkml:trace>
</inkml:ink>
</file>

<file path=ppt/ink/ink9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04"/>
    </inkml:context>
    <inkml:brush xml:id="br0">
      <inkml:brushProperty name="width" value="0.0223074350506067" units="cm"/>
      <inkml:brushProperty name="height" value="0.0223074350506067" units="cm"/>
      <inkml:brushProperty name="color" value="#000000"/>
      <inkml:brushProperty name="ignorePressure" value="0"/>
    </inkml:brush>
  </inkml:definitions>
  <inkml:trace contextRef="#ctx0" brushRef="#br0">53800.000000 29700.000000 657,'-41.000000'0.000000'10,"19.000000"0.000000"18 ,19.000000 0.000000 15,19.000000 0.000000 18,9.000000 0.000000 1,0.000000 0.000000-13,0.000000 0.000000-13,0.000000 0.000000-14,3.000000-2.000000-9,6.000000-3.000000-3,7.000000-3.000000-4,6.000000-2.000000-3,1.000000-3.000000-4,-3.000000 1.000000 0,-3.000000-1.000000-3,-2.000000 1.000000 0,-5.000000 1.000000-2,-2.000000 3.000000 0,-3.000000 3.000000-1,-3.000000 4.000000 0,-2.000000 1.000000-1,0.000000 0.000000 0,0.000000 0.000000 0,0.000000 0.000000-1</inkml:trace>
</inkml:ink>
</file>

<file path=ppt/ink/ink9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8:20"/>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58050.000000 9550.000000,'1428.000000'-14.000000,"1.000000"0.000000,0.000000 0.000000,0.000000 1.000000,-1.000000-1.000000,1.000000 0.000000,0.000000 0.000000,0.000000 1.000000,-1.000000-1.000000,1.000000 0.000000,0.000000 0.000000,-1.000000 1.000000,1.000000-1.000000,0.000000 0.000000,0.000000 0.000000,-1.000000 1.000000,1.000000-1.000000,0.000000 0.000000,0.000000 0.000000,0.000000 1.000000,-1.000000-1.000000,1.000000 0.000000,0.000000 0.000000,0.000000 1.000000,-1.000000-1.000000,1.000000 0.000000,0.000000 0.000000,0.000000 1.000000,-1.000000-1.000000,1.000000 0.000000,0.000000 0.000000,-1.000000 1.000000,1.000000-1.000000,0.000000 0.000000,0.000000 0.000000,-1.000000 1.000000,1.000000-1.000000,0.000000 0.000000,0.000000 0.000000,0.000000 1.000000</inkml:trace>
</inkml:ink>
</file>

<file path=ppt/ink/ink9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24"/>
    </inkml:context>
    <inkml:brush xml:id="br0">
      <inkml:brushProperty name="width" value="0.0279866438359022" units="cm"/>
      <inkml:brushProperty name="height" value="0.0279866438359022" units="cm"/>
      <inkml:brushProperty name="color" value="#000000"/>
      <inkml:brushProperty name="ignorePressure" value="0"/>
    </inkml:brush>
  </inkml:definitions>
  <inkml:trace contextRef="#ctx0" brushRef="#br0">81000.000000 3900.000000 524,'-24.000000'-68.000000'38,"4.000000"17.000000"7 ,3.000000 15.000000 5,3.000000 16.000000 6,1.000000 16.000000-1,1.000000 20.000000-6,-1.000000 18.000000-6,1.000000 20.000000-6,-7.000000 24.000000-7,-12.000000 31.000000-6,-13.000000 32.000000-5,-12.000000 31.000000-6,-13.000000 23.000000-5,-12.000000 16.000000-2,-13.000000 15.000000-4,-12.000000 17.000000-2,-5.000000 3.000000-3,3.000000-5.000000-4,3.000000-7.000000-5,4.000000-5.000000-3,11.000000-22.000000-5,23.000000-33.000000-4,22.000000-35.000000-5,22.000000-34.000000-4,16.000000-30.000000-3,14.000000-25.000000-2,11.000000-25.000000-1,14.000000-25.000000-3,3.000000-16.000000 0,-2.000000-6.000000-1,-3.000000-6.000000 0,-3.000000-6.000000-1</inkml:trace>
</inkml:ink>
</file>

<file path=ppt/ink/ink9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24"/>
    </inkml:context>
    <inkml:brush xml:id="br0">
      <inkml:brushProperty name="width" value="0.0311133731156588" units="cm"/>
      <inkml:brushProperty name="height" value="0.0311133731156588" units="cm"/>
      <inkml:brushProperty name="color" value="#000000"/>
      <inkml:brushProperty name="ignorePressure" value="0"/>
    </inkml:brush>
  </inkml:definitions>
  <inkml:trace contextRef="#ctx0" brushRef="#br0">81050.000000 3850.000000 471,'3.000000'-65.000000'7,"6.000000"23.000000"13 ,7.000000 22.000000 13,6.000000 22.000000 14,6.000000 29.000000 5,6.000000 38.000000-5,7.000000 37.000000-4,6.000000 38.000000-4,6.000000 29.000000-4,6.000000 22.000000-4,7.000000 22.000000-4,6.000000 23.000000-4,4.000000 13.000000-2,4.000000 6.000000-3,3.000000 7.000000-1,3.000000 6.000000-3,-5.000000-8.000000 0,-12.000000-22.000000-3,-13.000000-22.000000 0,-12.000000-21.000000-2,-12.000000-31.000000-3,-8.000000-36.000000-2,-10.000000-39.000000-5,-9.000000-36.000000-2,-9.000000-29.000000-5,-5.000000-19.000000-4,-7.000000-18.000000-4,-5.000000-19.000000-4,-20.000000-18.000000-5,-31.000000-15.000000-4,-31.000000-15.000000-5,-31.000000-16.000000-5,-20.000000-18.000000-1,-5.000000-18.000000 1,-7.000000-19.000000 1,-5.000000-18.000000 1,0.000000-7.000000 2,10.000000 6.000000 4,10.000000 7.000000 5,9.000000 6.000000 3,15.000000 15.000000 8,22.000000 26.000000 9,22.000000 24.000000 10,23.000000 26.000000 10,17.000000 19.000000 6,17.000000 17.000000 4,15.000000 15.000000 2,16.000000 16.000000 3,15.000000 7.000000 0,16.000000 1.000000 0,15.000000-1.000000-1,17.000000 1.000000-2,14.000000-4.000000-2,17.000000-6.000000-4,15.000000-6.000000-5,16.000000-6.000000-5,1.000000-4.000000-5,-12.000000 1.000000-8,-13.000000-1.000000-7,-12.000000 1.000000-7,-10.000000-1.000000-12,-6.000000 1.000000-13,-6.000000-1.000000-16,-6.000000 1.000000-14</inkml:trace>
</inkml:ink>
</file>

<file path=ppt/ink/ink9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24"/>
    </inkml:context>
    <inkml:brush xml:id="br0">
      <inkml:brushProperty name="width" value="0.0314951241016388" units="cm"/>
      <inkml:brushProperty name="height" value="0.0314951241016388" units="cm"/>
      <inkml:brushProperty name="color" value="#000000"/>
      <inkml:brushProperty name="ignorePressure" value="0"/>
    </inkml:brush>
  </inkml:definitions>
  <inkml:trace contextRef="#ctx0" brushRef="#br0">83250.000000 4800.000000 465,'-46.000000'25.000000'67,"10.000000"0.000000"-7 ,10.000000 0.000000-6,9.000000 0.000000-5,6.000000 6.000000-7,3.000000 13.000000-5,3.000000 12.000000-6,4.000000 13.000000-5,-1.000000 13.000000-5,-3.000000 17.000000-1,-3.000000 15.000000-3,-2.000000 16.000000-3,-1.000000 13.000000 1,3.000000 14.000000 1,3.000000 11.000000 2,4.000000 14.000000 2,1.000000-4.000000-3,0.000000-19.000000-8,0.000000-18.000000-8,0.000000-19.000000-7,-2.000000-33.000000-18,-3.000000-47.000000-29,-3.000000-47.000000-29,-2.000000-46.000000-28</inkml:trace>
</inkml:ink>
</file>

<file path=ppt/ink/ink9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24"/>
    </inkml:context>
    <inkml:brush xml:id="br0">
      <inkml:brushProperty name="width" value="0.0342885255813599" units="cm"/>
      <inkml:brushProperty name="height" value="0.0342885255813599" units="cm"/>
      <inkml:brushProperty name="color" value="#000000"/>
      <inkml:brushProperty name="ignorePressure" value="0"/>
    </inkml:brush>
  </inkml:definitions>
  <inkml:trace contextRef="#ctx0" brushRef="#br0">82400.000000 3950.000000 427,'84.000000'-44.000000'62,"19.000000"13.000000"-8 ,19.000000 12.000000-9,19.000000 13.000000-7,29.000000 7.000000-8,41.000000 4.000000-5,40.000000 3.000000-6,42.000000 3.000000-5,8.000000 4.000000-4,-21.000000 7.000000-2,-22.000000 6.000000-2,-22.000000 7.000000-2,-27.000000 8.000000-1,-31.000000 14.000000 1,-31.000000 11.000000 0,-31.000000 14.000000 0,-31.000000 11.000000 1,-27.000000 14.000000 0,-28.000000 11.000000 0,-28.000000 14.000000 0,-27.000000 8.000000 3,-25.000000 7.000000 7,-25.000000 6.000000 7,-25.000000 7.000000 6,-19.000000 7.000000 3,-12.000000 9.000000-2,-13.000000 10.000000-1,-12.000000 10.000000 0,-9.000000-9.000000-7,-2.000000-24.000000-9,-3.000000-26.000000-12,-3.000000-24.000000-9,15.000000-26.000000-4,34.000000-24.000000 3,35.000000-26.000000 2,35.000000-24.000000 4,16.000000-15.000000-14,1.000000-3.000000-31,-1.000000-3.000000-30,1.000000-2.000000-31</inkml:trace>
</inkml:ink>
</file>

<file path=ppt/ink/ink9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59550.000000 2100.000000 999,'21.000000'-47.000000'-45,"-5.000000"6.000000"4 ,-7.000000 7.000000 6,-5.000000 6.000000 4,-4.000000 4.000000 5,0.000000 4.000000 6,0.000000 3.000000 5,0.000000 3.000000 7,-2.000000 1.000000 3,-3.000000 1.000000 0,-3.000000-1.000000 2,-2.000000 1.000000 1</inkml:trace>
</inkml:ink>
</file>

<file path=ppt/ink/ink9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0"/>
    </inkml:context>
    <inkml:brush xml:id="br0">
      <inkml:brushProperty name="width" value="0.0263656694442034" units="cm"/>
      <inkml:brushProperty name="height" value="0.0263656694442034" units="cm"/>
      <inkml:brushProperty name="color" value="#000000"/>
      <inkml:brushProperty name="ignorePressure" value="0"/>
    </inkml:brush>
  </inkml:definitions>
  <inkml:trace contextRef="#ctx0" brushRef="#br0">58450.000000 1850.000000 556,'1.000000'-40.000000'8,"4.000000"23.000000"8 ,3.000000 22.000000 7,3.000000 22.000000 9,-1.000000 19.000000 1,-2.000000 20.000000-5,-3.000000 18.000000-6,-3.000000 20.000000-4,-2.000000 14.000000-5,0.000000 14.000000 1,0.000000 11.000000-2,0.000000 14.000000-1,0.000000 10.000000-1,0.000000 9.000000-1,0.000000 10.000000-1,0.000000 10.000000-2,-2.000000 7.000000 0,-3.000000 6.000000 1,-3.000000 7.000000 1,-2.000000 6.000000 0,-1.000000-2.000000 1,3.000000-9.000000-1,3.000000-10.000000 1,4.000000-8.000000-1,1.000000-9.000000 0,0.000000-6.000000 0,0.000000-6.000000 0,0.000000-6.000000 0,0.000000-6.000000-1,0.000000-2.000000 0,0.000000-3.000000-1,0.000000-3.000000-2,0.000000-2.000000 1,0.000000 0.000000-1,0.000000 0.000000 1,0.000000 0.000000-1,0.000000-4.000000 1,0.000000-5.000000-1,0.000000-7.000000-1,0.000000-5.000000 1,0.000000-11.000000-1,0.000000-11.000000 0,0.000000-14.000000 0,0.000000-11.000000 0,0.000000-9.000000 0,0.000000-3.000000 0,0.000000-3.000000 0,0.000000-2.000000-1,0.000000-5.000000 0,0.000000-2.000000-1,0.000000-3.000000 0,0.000000-3.000000-1,0.000000-2.000000-1,0.000000 0.000000-2,0.000000 0.000000-2,0.000000 0.000000-2,0.000000-2.000000-3,0.000000-3.000000-5,0.000000-3.000000-6,0.000000-2.000000-4,1.000000-5.000000-3,4.000000-2.000000-2,3.000000-3.000000-2,3.000000-3.000000-1,1.000000-7.000000-1,1.000000-9.000000 4,-1.000000-10.000000 2,1.000000-8.000000 2,-1.000000-8.000000-1,1.000000-2.000000-3,-1.000000-3.000000-4,1.000000-3.000000-5</inkml:trace>
</inkml:ink>
</file>

<file path=ppt/ink/ink9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1"/>
    </inkml:context>
    <inkml:brush xml:id="br0">
      <inkml:brushProperty name="width" value="0.0232742950320244" units="cm"/>
      <inkml:brushProperty name="height" value="0.0232742950320244" units="cm"/>
      <inkml:brushProperty name="color" value="#000000"/>
      <inkml:brushProperty name="ignorePressure" value="0"/>
    </inkml:brush>
  </inkml:definitions>
  <inkml:trace contextRef="#ctx0" brushRef="#br0">58850.000000 1900.000000 630,'25.000000'-44.000000'-6,"0.000000"13.000000"9 ,0.000000 12.000000 9,0.000000 13.000000 9,3.000000 4.000000 2,6.000000-3.000000-1,7.000000-3.000000-3,6.000000-2.000000-2,10.000000-1.000000-1,17.000000 3.000000-1,15.000000 3.000000 0,16.000000 4.000000-1,16.000000 1.000000-1,20.000000 0.000000 1,18.000000 0.000000-1,20.000000 0.000000 0,10.000000 0.000000-1,3.000000 0.000000-1,3.000000 0.000000-1,4.000000 0.000000-2,-3.000000 0.000000-1,-5.000000 0.000000-1,-7.000000 0.000000-1,-5.000000 0.000000-2,-1.000000 0.000000 0,6.000000 0.000000-2,7.000000 0.000000-1,6.000000 0.000000-1,1.000000-2.000000-1,-3.000000-3.000000 2,-3.000000-3.000000 0,-2.000000-2.000000 0,-9.000000-3.000000 2,-12.000000 1.000000 0,-13.000000-1.000000 2,-12.000000 1.000000 0,-4.000000-1.000000 0,7.000000 1.000000 1,6.000000-1.000000-1,7.000000 1.000000 1,-1.000000 1.000000-2,-6.000000 3.000000-1,-6.000000 3.000000-2,-6.000000 4.000000-1,-10.000000 4.000000-1,-12.000000 6.000000 0,-13.000000 7.000000 1,-12.000000 6.000000 0,-5.000000 1.000000 1,3.000000-3.000000 0,3.000000-3.000000 0,4.000000-2.000000 2,-3.000000-3.000000-1,-5.000000 1.000000 0,-7.000000-1.000000-1,-5.000000 1.000000 0,8.000000 1.000000 0,26.000000 3.000000 0,24.000000 3.000000 1,26.000000 4.000000 0,8.000000 1.000000 0,-5.000000 0.000000 0,-7.000000 0.000000 0,-5.000000 0.000000 0,-8.000000 0.000000 2,-5.000000 0.000000 1,-7.000000 0.000000 2,-5.000000 0.000000 2,-3.000000-2.000000 0,4.000000-3.000000-3,3.000000-3.000000-1,3.000000-2.000000-3,7.000000-5.000000-1,14.000000-2.000000 1,11.000000-3.000000 0,14.000000-3.000000 1,-1.000000-1.000000-1,-12.000000 4.000000-1,-13.000000 3.000000 0,-12.000000 3.000000-2,-10.000000 1.000000-1,-6.000000 1.000000 1,-6.000000-1.000000-1,-6.000000 1.000000 1,-4.000000-3.000000 0,1.000000-2.000000 1,-1.000000-3.000000 0,1.000000-3.000000 2,-3.000000-2.000000 0,-2.000000 0.000000 0,-3.000000 0.000000-1,-3.000000 0.000000 1,-4.000000 0.000000 0,-3.000000 0.000000-1,-3.000000 0.000000 0,-2.000000 0.000000-1,-5.000000-4.000000 1,-2.000000-5.000000-1,-3.000000-7.000000 1,-3.000000-5.000000 0,-9.000000-1.000000 0,-11.000000 6.000000 0,-14.000000 7.000000 0,-11.000000 6.000000 0,-7.000000 3.000000-1,0.000000 0.000000 2,0.000000 0.000000-1,0.000000 0.000000 1,0.000000 0.000000 0,0.000000 0.000000 1,0.000000 0.000000 0,0.000000 0.000000 1,1.000000 0.000000-5,4.000000 0.000000-9,3.000000 0.000000-10,3.000000 0.000000-8,-1.000000-2.000000-11,-2.000000-3.000000-10,-3.000000-3.000000-11,-3.000000-2.000000-11</inkml:trace>
</inkml:ink>
</file>

<file path=ppt/ink/ink9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2"/>
    </inkml:context>
    <inkml:brush xml:id="br0">
      <inkml:brushProperty name="width" value="0.0254983939230442" units="cm"/>
      <inkml:brushProperty name="height" value="0.0254983939230442" units="cm"/>
      <inkml:brushProperty name="color" value="#000000"/>
      <inkml:brushProperty name="ignorePressure" value="0"/>
    </inkml:brush>
  </inkml:definitions>
  <inkml:trace contextRef="#ctx0" brushRef="#br0">72250.000000 2450.000000 575,'-22.000000'-19.000000'-17,"6.000000"13.000000"15 ,7.000000 12.000000 16,6.000000 13.000000 16,4.000000 10.000000 6,4.000000 10.000000 1,3.000000 10.000000-2,3.000000 9.000000 0,-1.000000 12.000000-1,-2.000000 16.000000-3,-3.000000 15.000000-3,-3.000000 17.000000-2,-2.000000 13.000000-3,0.000000 13.000000-3,0.000000 12.000000-2,0.000000 13.000000-4,0.000000 6.000000-2,0.000000 0.000000-1,0.000000 0.000000-2,0.000000 0.000000-2,0.000000 14.000000-2,0.000000 28.000000-1,0.000000 28.000000-2,0.000000 29.000000-2,0.000000 5.000000 0,0.000000-15.000000-2,0.000000-15.000000 1,0.000000-16.000000-1,0.000000-12.000000-1,0.000000-5.000000-2,0.000000-7.000000 0,0.000000-5.000000-2,0.000000-9.000000 0,0.000000-9.000000 3,0.000000-10.000000 2,0.000000-8.000000 2,0.000000-9.000000 2,0.000000-6.000000 0,0.000000-6.000000 1,0.000000-6.000000 2,0.000000-6.000000-1,0.000000-2.000000 1,0.000000-3.000000 0,0.000000-3.000000-1,0.000000-9.000000 0,0.000000-11.000000 1,0.000000-14.000000-1,0.000000-11.000000-1,0.000000-11.000000 0,0.000000-5.000000-2,0.000000-7.000000-1,0.000000-5.000000-1,0.000000-8.000000-2,0.000000-5.000000-1,0.000000-7.000000-2,0.000000-5.000000-2,-4.000000-8.000000-12,-5.000000-5.000000-25,-7.000000-7.000000-24,-5.000000-5.000000-24</inkml:trace>
</inkml:ink>
</file>

<file path=ppt/ink/ink9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2"/>
    </inkml:context>
    <inkml:brush xml:id="br0">
      <inkml:brushProperty name="width" value="0.0170050412416458" units="cm"/>
      <inkml:brushProperty name="height" value="0.0170050412416458" units="cm"/>
      <inkml:brushProperty name="color" value="#000000"/>
      <inkml:brushProperty name="ignorePressure" value="0"/>
    </inkml:brush>
  </inkml:definitions>
  <inkml:trace contextRef="#ctx0" brushRef="#br0">58450.000000 9000.000000 862,'23.000000'23.000000'-5,"-3.000000"-3.000000"2 ,-3.000000-3.000000 3,-2.000000-2.000000 1,-3.000000-3.000000 1,1.000000 1.000000 0,-1.000000-1.000000 0,1.000000 1.000000 0,-3.000000 1.000000 0,-2.000000 3.000000 1,-3.000000 3.000000 1,-3.000000 4.000000 2,-1.000000 1.000000 0,4.000000 0.000000 1,3.000000 0.000000 1,3.000000 0.000000 0,-1.000000 0.000000 2,-2.000000 0.000000-1,-3.000000 0.000000 1,-3.000000 0.000000 0,-2.000000 0.000000 0,0.000000 0.000000 0,0.000000 0.000000-2,0.000000 0.000000 1,0.000000 0.000000-2,0.000000 0.000000-2,0.000000 0.000000-2,0.000000 0.000000-1</inkml:trace>
</inkml:ink>
</file>

<file path=ppt/ink/ink9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3"/>
    </inkml:context>
    <inkml:brush xml:id="br0">
      <inkml:brushProperty name="width" value="0.0245202407240868" units="cm"/>
      <inkml:brushProperty name="height" value="0.0245202407240868" units="cm"/>
      <inkml:brushProperty name="color" value="#000000"/>
      <inkml:brushProperty name="ignorePressure" value="0"/>
    </inkml:brush>
  </inkml:definitions>
  <inkml:trace contextRef="#ctx0" brushRef="#br0">58700.000000 9450.000000 598,'53.000000'21.000000'69,"6.000000"-5.000000"-14 ,7.000000-7.000000-14,6.000000-5.000000-15,3.000000-4.000000-7,0.000000 0.000000-3,0.000000 0.000000-3,0.000000 0.000000-1,17.000000 0.000000-2,34.000000 0.000000-1,35.000000 0.000000-1,35.000000 0.000000 0,11.000000 1.000000-1,-8.000000 4.000000-1,-10.000000 3.000000-1,-9.000000 3.000000-1,-9.000000 3.000000-1,-5.000000 3.000000 0,-7.000000 3.000000-1,-5.000000 4.000000 0,-3.000000-3.000000-1,4.000000-5.000000 1,3.000000-7.000000-1,3.000000-5.000000 0,4.000000-4.000000 0,7.000000 0.000000 0,6.000000 0.000000-1,7.000000 0.000000 0,-1.000000-2.000000 0,-6.000000-3.000000-1,-6.000000-3.000000 0,-6.000000-2.000000-1,-4.000000-3.000000 0,1.000000 1.000000-1,-1.000000-1.000000-2,1.000000 1.000000 0,4.000000-4.000000 0,9.000000-6.000000 1,10.000000-6.000000 0,10.000000-6.000000 2,-4.000000-1.000000 1,-16.000000 7.000000 1,-15.000000 6.000000 0,-15.000000 7.000000 2,-15.000000 2.000000 0,-12.000000 1.000000 0,-13.000000-1.000000 0,-12.000000 1.000000-1,-7.000000 2.000000-1,1.000000 7.000000 1,-1.000000 6.000000 0,1.000000 7.000000-1,4.000000 0.000000 0,9.000000-2.000000 1,10.000000-3.000000 0,10.000000-3.000000-1,2.000000-1.000000 2,-3.000000 4.000000-1,-3.000000 3.000000 2,-2.000000 3.000000 0,-5.000000-1.000000 0,-2.000000-2.000000-1,-3.000000-3.000000 0,-3.000000-3.000000 0,-4.000000-2.000000-1,-3.000000 0.000000 1,-3.000000 0.000000 0,-2.000000 0.000000 0,-3.000000 0.000000 1,1.000000 0.000000-1,-1.000000 0.000000 1,1.000000 0.000000 0,2.000000 1.000000 0,7.000000 4.000000-1,6.000000 3.000000 0,7.000000 3.000000-1,4.000000-1.000000 0,3.000000-2.000000 0,3.000000-3.000000 0,4.000000-3.000000 0,-1.000000-2.000000 0,-3.000000 0.000000 1,-3.000000 0.000000 2,-2.000000 0.000000 1,-6.000000 0.000000 0,-6.000000 0.000000-1,-6.000000 0.000000 0,-6.000000 0.000000-1,-7.000000 0.000000-1,-6.000000 0.000000 0,-6.000000 0.000000-1,-6.000000 0.000000 0,-4.000000 0.000000-1,1.000000 0.000000 0,-1.000000 0.000000 1,1.000000 0.000000 0,1.000000 0.000000-1,3.000000 0.000000 0,3.000000 0.000000 0,4.000000 0.000000-1,1.000000 0.000000 1,0.000000 0.000000 0,0.000000 0.000000 0,0.000000 0.000000 2,-2.000000 0.000000-1,-3.000000 0.000000 2,-3.000000 0.000000-1,-2.000000 0.000000 1,-8.000000 0.000000 0,-8.000000 0.000000-2,-10.000000 0.000000-1,-9.000000 0.000000 0,-5.000000 1.000000-10,0.000000 4.000000-18,0.000000 3.000000-16,0.000000 3.000000-17</inkml:trace>
</inkml:ink>
</file>

<file path=ppt/ink/ink9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4"/>
    </inkml:context>
    <inkml:brush xml:id="br0">
      <inkml:brushProperty name="width" value="0.0236626751720905" units="cm"/>
      <inkml:brushProperty name="height" value="0.0236626751720905" units="cm"/>
      <inkml:brushProperty name="color" value="#000000"/>
      <inkml:brushProperty name="ignorePressure" value="0"/>
    </inkml:brush>
  </inkml:definitions>
  <inkml:trace contextRef="#ctx0" brushRef="#br0">61550.000000 4800.000000 619,'0.000000'50.000000'30,"0.000000"0.000000"-1 ,0.000000 0.000000 2,0.000000 0.000000-1,-2.000000 9.000000 0,-3.000000 19.000000-1,-3.000000 19.000000-3,-2.000000 19.000000 0,-3.000000 18.000000-3,1.000000 19.000000-1,-1.000000 19.000000-3,1.000000 19.000000-2,-3.000000 9.000000-2,-2.000000 0.000000-1,-3.000000 0.000000-2,-3.000000 0.000000-1,1.000000-13.000000-3,6.000000-24.000000-2,7.000000-26.000000-3,6.000000-24.000000-4,6.000000-35.000000-6,6.000000-44.000000-12,7.000000-43.000000-12,6.000000-44.000000-11,1.000000-32.000000-5,-3.000000-18.000000 4,-3.000000-19.000000 5,-2.000000-18.000000 2,-5.000000 4.000000 6,-2.000000 28.000000 5,-3.000000 28.000000 5,-3.000000 29.000000 5,-2.000000 11.000000 1,0.000000-2.000000-5,0.000000-3.000000-5,0.000000-3.000000-4</inkml:trace>
</inkml:ink>
</file>

<file path=ppt/ink/ink9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4"/>
    </inkml:context>
    <inkml:brush xml:id="br0">
      <inkml:brushProperty name="width" value="0.0242488924413919" units="cm"/>
      <inkml:brushProperty name="height" value="0.0242488924413919" units="cm"/>
      <inkml:brushProperty name="color" value="#000000"/>
      <inkml:brushProperty name="ignorePressure" value="0"/>
    </inkml:brush>
  </inkml:definitions>
  <inkml:trace contextRef="#ctx0" brushRef="#br0">61400.000000 5100.000000 604,'1.000000'-71.000000'-4,"4.000000"10.000000"7 ,3.000000 10.000000 6,3.000000 9.000000 6,6.000000 7.000000 5,9.000000 7.000000 1,10.000000 6.000000 1,10.000000 7.000000 2,5.000000 7.000000 0,4.000000 9.000000-1,3.000000 10.000000-1,3.000000 10.000000 0,1.000000 7.000000-1,1.000000 6.000000 0,-1.000000 7.000000-1,1.000000 6.000000 1,-3.000000 4.000000-1,-2.000000 4.000000-2,-3.000000 3.000000 0,-3.000000 3.000000-2,-9.000000-1.000000-2,-11.000000-2.000000-3,-14.000000-3.000000-3,-11.000000-3.000000-3,-18.000000 1.000000-4,-22.000000 6.000000-6,-22.000000 7.000000-6,-21.000000 6.000000-6,-12.000000-2.000000-6,1.000000-9.000000-6,-1.000000-10.000000-6,1.000000-8.000000-6,5.000000-9.000000-5,14.000000-6.000000-3,11.000000-6.000000-5,14.000000-6.000000-2</inkml:trace>
</inkml:ink>
</file>

<file path=ppt/ink/ink9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4"/>
    </inkml:context>
    <inkml:brush xml:id="br0">
      <inkml:brushProperty name="width" value="0.0218555610626936" units="cm"/>
      <inkml:brushProperty name="height" value="0.0218555610626936" units="cm"/>
      <inkml:brushProperty name="color" value="#000000"/>
      <inkml:brushProperty name="ignorePressure" value="0"/>
    </inkml:brush>
  </inkml:definitions>
  <inkml:trace contextRef="#ctx0" brushRef="#br0">62750.000000 5200.000000 671,'23.000000'23.000000'44,"-3.000000"-3.000000"1 ,-3.000000-3.000000-2,-2.000000-2.000000 0,-1.000000-3.000000-2,3.000000 1.000000-6,3.000000-1.000000-3,4.000000 1.000000-5,1.000000-1.000000-10,0.000000 1.000000-16,0.000000-1.000000-14,0.000000 1.000000-15,-2.000000 1.000000-10,-3.000000 3.000000-3,-3.000000 3.000000-3,-2.000000 4.000000-3</inkml:trace>
</inkml:ink>
</file>

<file path=ppt/ink/ink9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4"/>
    </inkml:context>
    <inkml:brush xml:id="br0">
      <inkml:brushProperty name="width" value="0.0213895719498396" units="cm"/>
      <inkml:brushProperty name="height" value="0.0213895719498396" units="cm"/>
      <inkml:brushProperty name="color" value="#000000"/>
      <inkml:brushProperty name="ignorePressure" value="0"/>
    </inkml:brush>
  </inkml:definitions>
  <inkml:trace contextRef="#ctx0" brushRef="#br0">62850.000000 5900.000000 685,'-24.000000'71.000000'57,"4.000000"-5.000000"-5 ,3.000000-7.000000-5,3.000000-5.000000-4,1.000000-3.000000-6,1.000000 4.000000-6,-1.000000 3.000000-8,1.000000 3.000000-6,1.000000 1.000000-9,3.000000 1.000000-14,3.000000-1.000000-12,4.000000 1.000000-13,2.000000-7.000000-4,4.000000-12.000000 6,3.000000-13.000000 5,3.000000-12.000000 6,1.000000-7.000000-3,1.000000 1.000000-11,-1.000000-1.000000-9,1.000000 1.000000-12</inkml:trace>
</inkml:ink>
</file>

<file path=ppt/ink/ink9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4"/>
    </inkml:context>
    <inkml:brush xml:id="br0">
      <inkml:brushProperty name="width" value="0.0223722755908966" units="cm"/>
      <inkml:brushProperty name="height" value="0.0223722755908966" units="cm"/>
      <inkml:brushProperty name="color" value="#000000"/>
      <inkml:brushProperty name="ignorePressure" value="0"/>
    </inkml:brush>
  </inkml:definitions>
  <inkml:trace contextRef="#ctx0" brushRef="#br0">63550.000000 6050.000000 655,'21.000000'-71.000000'4,"-5.000000"10.000000"9 ,-7.000000 10.000000 8,-5.000000 9.000000 8,-11.000000 17.000000 5,-11.000000 25.000000 2,-14.000000 25.000000 0,-11.000000 25.000000 2,-6.000000 15.000000-2,4.000000 7.000000-6,3.000000 6.000000-7,3.000000 7.000000-5,4.000000 2.000000-5,7.000000 1.000000-5,6.000000-1.000000-3,7.000000 1.000000-5,7.000000-6.000000-5,9.000000-8.000000-7,10.000000-10.000000-9,10.000000-9.000000-6,8.000000-12.000000-7,10.000000-11.000000-4,10.000000-14.000000-5,9.000000-11.000000-3,-1.000000-7.000000 1,-8.000000 0.000000 9,-10.000000 0.000000 8,-9.000000 0.000000 9,-5.000000-4.000000 3,0.000000-5.000000-2,0.000000-7.000000-3,0.000000-5.000000-1</inkml:trace>
</inkml:ink>
</file>

<file path=ppt/ink/ink9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5"/>
    </inkml:context>
    <inkml:brush xml:id="br0">
      <inkml:brushProperty name="width" value="0.0208776649087667" units="cm"/>
      <inkml:brushProperty name="height" value="0.0208776649087667" units="cm"/>
      <inkml:brushProperty name="color" value="#000000"/>
      <inkml:brushProperty name="ignorePressure" value="0"/>
    </inkml:brush>
  </inkml:definitions>
  <inkml:trace contextRef="#ctx0" brushRef="#br0">63900.000000 6100.000000 702,'73.000000'0.000000'117,"-3.000000"0.000000"-30 ,-3.000000 0.000000-30,-2.000000 0.000000-29,-3.000000-2.000000-19,1.000000-3.000000-10,-1.000000-3.000000-8,1.000000-2.000000-8,-4.000000-3.000000-11,-6.000000 1.000000-11,-6.000000-1.000000-12,-6.000000 1.000000-10,-7.000000-1.000000-2,-6.000000 1.000000 12,-6.000000-1.000000 9,-6.000000 1.000000 12</inkml:trace>
</inkml:ink>
</file>

<file path=ppt/ink/ink9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5"/>
    </inkml:context>
    <inkml:brush xml:id="br0">
      <inkml:brushProperty name="width" value="0.0248910505324602" units="cm"/>
      <inkml:brushProperty name="height" value="0.0248910505324602" units="cm"/>
      <inkml:brushProperty name="color" value="#000000"/>
      <inkml:brushProperty name="ignorePressure" value="0"/>
    </inkml:brush>
  </inkml:definitions>
  <inkml:trace contextRef="#ctx0" brushRef="#br0">64500.000000 5700.000000 589,'-69.000000'125.000000'138,"13.000000"0.000000"-31 ,12.000000 0.000000-30,13.000000 0.000000-30,9.000000-2.000000-21,6.000000-3.000000-13,7.000000-3.000000-11,6.000000-2.000000-11,6.000000-9.000000-9,6.000000-12.000000-3,7.000000-13.000000-3,6.000000-12.000000-4,7.000000-16.000000-4,10.000000-19.000000-3,10.000000-18.000000-5,9.000000-19.000000-3,4.000000-18.000000-1,1.000000-15.000000 4,-1.000000-15.000000 3,1.000000-16.000000 3,-4.000000-10.000000 5,-6.000000-3.000000 5,-6.000000-3.000000 6,-6.000000-2.000000 5,-6.000000 0.000000 5,-2.000000 7.000000 5,-3.000000 6.000000 4,-3.000000 7.000000 5,-4.000000 7.000000 2,-3.000000 9.000000-3,-3.000000 10.000000-1,-2.000000 10.000000-1,-5.000000 8.000000 3,-2.000000 10.000000 7,-3.000000 10.000000 9,-3.000000 9.000000 8,-2.000000 12.000000 3,0.000000 16.000000 1,0.000000 15.000000-2,0.000000 17.000000 1,0.000000 10.000000-1,0.000000 6.000000-2,0.000000 7.000000-1,0.000000 6.000000-1,0.000000-4.000000-4,0.000000-11.000000-7,0.000000-14.000000-7,0.000000-11.000000-5,3.000000-12.000000-7,6.000000-9.000000-4,7.000000-10.000000-5,6.000000-8.000000-4,4.000000-12.000000-2,4.000000-12.000000 2,3.000000-13.000000 0,3.000000-12.000000 2,-1.000000-12.000000-1,-2.000000-8.000000-2,-3.000000-10.000000-3,-3.000000-9.000000-2,-4.000000-2.000000-4,-3.000000 6.000000-3,-3.000000 7.000000-4,-2.000000 6.000000-3,-3.000000 4.000000 2,1.000000 4.000000 9,-1.000000 3.000000 8,1.000000 3.000000 9,-3.000000 7.000000 9,-2.000000 14.000000 12,-3.000000 11.000000 10,-3.000000 14.000000 12,-2.000000 11.000000 1,0.000000 14.000000-9,0.000000 11.000000-10,0.000000 14.000000-10,1.000000 0.000000-5,4.000000-8.000000-3,3.000000-10.000000-2,3.000000-9.000000-2,1.000000-5.000000-7,1.000000 0.000000-11,-1.000000 0.000000-11,1.000000 0.000000-11</inkml:trace>
</inkml:ink>
</file>

<file path=ppt/ink/ink9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5"/>
    </inkml:context>
    <inkml:brush xml:id="br0">
      <inkml:brushProperty name="width" value="0.0238448772579432" units="cm"/>
      <inkml:brushProperty name="height" value="0.0238448772579432" units="cm"/>
      <inkml:brushProperty name="color" value="#000000"/>
      <inkml:brushProperty name="ignorePressure" value="0"/>
    </inkml:brush>
  </inkml:definitions>
  <inkml:trace contextRef="#ctx0" brushRef="#br0">66450.000000 5900.000000 615,'-24.000000'23.000000'2,"4.000000"-3.000000"4 ,3.000000-3.000000 4,3.000000-2.000000 5,6.000000-3.000000 5,9.000000 1.000000 8,10.000000-1.000000 6,10.000000 1.000000 8,4.000000 2.000000 1,0.000000 7.000000-7,0.000000 6.000000-7,0.000000 7.000000-6,0.000000 5.000000-4,0.000000 7.000000-3,0.000000 6.000000-1,0.000000 7.000000-2,-4.000000 5.000000-2,-5.000000 7.000000-2,-7.000000 6.000000-2,-5.000000 7.000000-3,-8.000000 2.000000-2,-5.000000 1.000000-2,-7.000000-1.000000-2,-5.000000 1.000000-3,-4.000000-7.000000 0,0.000000-12.000000 2,0.000000-13.000000 3,0.000000-12.000000 3,7.000000-19.000000-3,17.000000-25.000000-5,15.000000-25.000000-6,16.000000-25.000000-6,15.000000-19.000000-1,16.000000-12.000000 3,15.000000-13.000000 2,17.000000-12.000000 3,-1.000000 1.000000 2,-16.000000 16.000000 2,-15.000000 15.000000 0,-15.000000 17.000000 1,-11.000000 11.000000-9,-2.000000 10.000000-18,-3.000000 10.000000-20,-3.000000 9.000000-18</inkml:trace>
</inkml:ink>
</file>

<file path=ppt/ink/ink9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6"/>
    </inkml:context>
    <inkml:brush xml:id="br0">
      <inkml:brushProperty name="width" value="0.0221555121243" units="cm"/>
      <inkml:brushProperty name="height" value="0.0221555121243" units="cm"/>
      <inkml:brushProperty name="color" value="#000000"/>
      <inkml:brushProperty name="ignorePressure" value="0"/>
    </inkml:brush>
  </inkml:definitions>
  <inkml:trace contextRef="#ctx0" brushRef="#br0">67750.000000 6750.000000 661,'4.000000'-54.000000'99,"10.000000"-5.000000"-26 ,10.000000-7.000000-24,9.000000-5.000000-24,6.000000-4.000000-13,3.000000 0.000000-1,3.000000 0.000000 0,4.000000 0.000000-1,-3.000000 4.000000-3,-5.000000 10.000000-4,-7.000000 10.000000-4,-5.000000 9.000000-5,-11.000000 6.000000-2,-11.000000 3.000000-1,-14.000000 3.000000-2,-11.000000 4.000000-1,-12.000000 11.000000 2,-9.000000 23.000000 2,-10.000000 22.000000 3,-8.000000 22.000000 3,-4.000000 18.000000 4,3.000000 16.000000 5,3.000000 15.000000 4,4.000000 17.000000 5,7.000000 0.000000 2,13.000000-11.000000-1,12.000000-14.000000-1,13.000000-11.000000-2,15.000000-4.000000-5,19.000000 6.000000-10,19.000000 7.000000-11,19.000000 6.000000-10,4.000000-8.000000-12,-9.000000-22.000000-14,-10.000000-22.000000-13,-8.000000-21.000000-14</inkml:trace>
</inkml:ink>
</file>

<file path=ppt/ink/ink9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7"/>
    </inkml:context>
    <inkml:brush xml:id="br0">
      <inkml:brushProperty name="width" value="0.0201787669211626" units="cm"/>
      <inkml:brushProperty name="height" value="0.0201787669211626" units="cm"/>
      <inkml:brushProperty name="color" value="#000000"/>
      <inkml:brushProperty name="ignorePressure" value="0"/>
    </inkml:brush>
  </inkml:definitions>
  <inkml:trace contextRef="#ctx0" brushRef="#br0">73250.000000 7900.000000 726,'0.000000'70.000000'70,"0.000000"-9.000000"-17 ,0.000000-10.000000-15,0.000000-8.000000-16,1.000000-3.000000-8,4.000000 7.000000 0,3.000000 6.000000 1,3.000000 7.000000 0,-1.000000 5.000000-1,-2.000000 7.000000-4,-3.000000 6.000000-4,-3.000000 7.000000-4,-2.000000-1.000000-2,0.000000-6.000000-3,0.000000-6.000000-2,0.000000-6.000000-3,0.000000-9.000000 0,0.000000-8.000000 2,0.000000-10.000000 3,0.000000-9.000000 1,3.000000-13.000000-8,6.000000-16.000000-18,7.000000-15.000000-18,6.000000-15.000000-19,1.000000-7.000000-3,-3.000000 3.000000 13,-3.000000 3.000000 12,-2.000000 4.000000 14</inkml:trace>
</inkml:ink>
</file>

<file path=ppt/ink/ink9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7"/>
    </inkml:context>
    <inkml:brush xml:id="br0">
      <inkml:brushProperty name="width" value="0.0214208047837019" units="cm"/>
      <inkml:brushProperty name="height" value="0.0214208047837019" units="cm"/>
      <inkml:brushProperty name="color" value="#000000"/>
      <inkml:brushProperty name="ignorePressure" value="0"/>
    </inkml:brush>
  </inkml:definitions>
  <inkml:trace contextRef="#ctx0" brushRef="#br0">73550.000000 7250.000000 684,'29.000000'-24.000000'67,"10.000000"4.000000"-14 ,10.000000 3.000000-16,9.000000 3.000000-15,7.000000 3.000000-8,7.000000 3.000000-1,6.000000 3.000000-1,7.000000 4.000000-1,7.000000-1.000000-1,9.000000-3.000000-3,10.000000-3.000000-3,10.000000-2.000000-2,8.000000-1.000000-2,10.000000 3.000000-1,10.000000 3.000000 0,9.000000 4.000000-1,4.000000 1.000000-1,1.000000 0.000000-1,-1.000000 0.000000-1,1.000000 0.000000-1,-10.000000 0.000000-1,-19.000000 0.000000 1,-18.000000 0.000000-1,-19.000000 0.000000 1,-19.000000 1.000000-1,-19.000000 4.000000 0,-18.000000 3.000000 0,-19.000000 3.000000 0,-15.000000-1.000000 1,-8.000000-2.000000 2,-10.000000-3.000000 4,-9.000000-3.000000 2,-4.000000-1.000000 1,4.000000 4.000000 0,3.000000 3.000000-1,3.000000 3.000000-1,1.000000 4.000000 0,1.000000 7.000000 2,-1.000000 6.000000 0,1.000000 7.000000 0,1.000000 2.000000 1,3.000000 1.000000 0,3.000000-1.000000 1,4.000000 1.000000-1,-1.000000 2.000000 1,-3.000000 7.000000 1,-3.000000 6.000000 2,-2.000000 7.000000 0,-1.000000 5.000000 0,3.000000 7.000000 0,3.000000 6.000000 0,4.000000 7.000000-2,1.000000 4.000000 1,0.000000 3.000000 0,0.000000 3.000000 0,0.000000 4.000000 0,1.000000 2.000000 0,4.000000 4.000000 0,3.000000 3.000000-2,3.000000 3.000000-1,-1.000000-5.000000-1,-2.000000-12.000000-2,-3.000000-13.000000-3,-3.000000-12.000000-1</inkml:trace>
</inkml:ink>
</file>

<file path=ppt/ink/ink9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8"/>
    </inkml:context>
    <inkml:brush xml:id="br0">
      <inkml:brushProperty name="width" value="0.021013829857111" units="cm"/>
      <inkml:brushProperty name="height" value="0.021013829857111" units="cm"/>
      <inkml:brushProperty name="color" value="#000000"/>
      <inkml:brushProperty name="ignorePressure" value="0"/>
    </inkml:brush>
  </inkml:definitions>
  <inkml:trace contextRef="#ctx0" brushRef="#br0">73700.000000 9050.000000 697,'-38.000000'1.000000'15,"26.000000"4.000000"9 ,24.000000 3.000000 9,26.000000 3.000000 9,15.000000-2.000000 2,6.000000-6.000000-8,7.000000-6.000000-6,6.000000-6.000000-7,4.000000-4.000000-4,4.000000 1.000000-5,3.000000-1.000000-2,3.000000 1.000000-5,3.000000-3.000000-4,3.000000-2.000000-5,3.000000-3.000000-8,4.000000-3.000000-5,-1.000000-2.000000-7,-3.000000 0.000000-8,-3.000000 0.000000-8,-2.000000 0.000000-8,-11.000000 3.000000-2,-15.000000 6.000000 6,-15.000000 7.000000 5,-16.000000 6.000000 6,-10.000000 1.000000 3,-3.000000-3.000000 4,-3.000000-3.000000 1,-2.000000-2.000000 4</inkml:trace>
</inkml:ink>
</file>

<file path=ppt/ink/ink9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8"/>
    </inkml:context>
    <inkml:brush xml:id="br0">
      <inkml:brushProperty name="width" value="0.0184866189956665" units="cm"/>
      <inkml:brushProperty name="height" value="0.0184866189956665" units="cm"/>
      <inkml:brushProperty name="color" value="#000000"/>
      <inkml:brushProperty name="ignorePressure" value="0"/>
    </inkml:brush>
  </inkml:definitions>
  <inkml:trace contextRef="#ctx0" brushRef="#br0">74350.000000 7900.000000 793,'-24.000000'51.000000'84,"4.000000"4.000000"-22 ,3.000000 3.000000-21,3.000000 3.000000-24,-2.000000 3.000000-14,-6.000000 3.000000-10,-6.000000 3.000000-9,-6.000000 4.000000-9,1.000000-4.000000-6,9.000000-9.000000-3,10.000000-10.000000-2,10.000000-8.000000-4,2.000000-9.000000 0,-3.000000-6.000000 5,-3.000000-6.000000 3,-2.000000-6.000000 5</inkml:trace>
</inkml:ink>
</file>

<file path=ppt/ink/ink9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8"/>
    </inkml:context>
    <inkml:brush xml:id="br0">
      <inkml:brushProperty name="width" value="0.02131512388587" units="cm"/>
      <inkml:brushProperty name="height" value="0.02131512388587" units="cm"/>
      <inkml:brushProperty name="color" value="#000000"/>
      <inkml:brushProperty name="ignorePressure" value="0"/>
    </inkml:brush>
  </inkml:definitions>
  <inkml:trace contextRef="#ctx0" brushRef="#br0">74400.000000 7900.000000 688,'25.000000'73.000000'86,"0.000000"-3.000000"-17 ,0.000000-3.000000-17,0.000000-2.000000-17,-2.000000-3.000000-12,-3.000000 1.000000-4,-3.000000-1.000000-5,-2.000000 1.000000-4,-3.000000-3.000000-6,1.000000-2.000000-7,-1.000000-3.000000-5,1.000000-3.000000-7,-3.000000-6.000000-6,-2.000000-5.000000-7,-3.000000-7.000000-6,-3.000000-5.000000-8,-4.000000-6.000000-1,-3.000000-3.000000 1,-3.000000-3.000000 3,-2.000000-2.000000 2,-8.000000-9.000000 3,-8.000000-12.000000 4,-10.000000-13.000000 5,-9.000000-12.000000 4,-4.000000-10.000000 4,4.000000-6.000000 3,3.000000-6.000000 5,3.000000-6.000000 3,4.000000 1.000000 3,7.000000 9.000000 0,6.000000 10.000000 1,7.000000 10.000000 1,4.000000 4.000000 4,3.000000 0.000000 6,3.000000 0.000000 7,4.000000 0.000000 7,2.000000 1.000000 5,4.000000 4.000000 1,3.000000 3.000000 3,3.000000 3.000000 2,4.000000 1.000000-7,7.000000 1.000000-14,6.000000-1.000000-14,7.000000 1.000000-16,0.000000 1.000000-7,-2.000000 3.000000-2,-3.000000 3.000000-2,-3.000000 4.000000-1</inkml:trace>
</inkml:ink>
</file>

<file path=ppt/ink/ink9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9"/>
    </inkml:context>
    <inkml:brush xml:id="br0">
      <inkml:brushProperty name="width" value="0.0201032552868128" units="cm"/>
      <inkml:brushProperty name="height" value="0.0201032552868128" units="cm"/>
      <inkml:brushProperty name="color" value="#000000"/>
      <inkml:brushProperty name="ignorePressure" value="0"/>
    </inkml:brush>
  </inkml:definitions>
  <inkml:trace contextRef="#ctx0" brushRef="#br0">75050.000000 8000.000000 729,'0.000000'46.000000'93,"0.000000"-5.000000"-22 ,0.000000-7.000000-21,0.000000-5.000000-22,0.000000-1.000000-13,0.000000 6.000000-5,0.000000 7.000000-7,0.000000 6.000000-4,1.000000 1.000000-7,4.000000-3.000000-7,3.000000-3.000000-7,3.000000-2.000000-6,-1.000000-5.000000-5,-2.000000-2.000000-3,-3.000000-3.000000-3,-3.000000-3.000000-3</inkml:trace>
</inkml:ink>
</file>

<file path=ppt/ink/ink9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39"/>
    </inkml:context>
    <inkml:brush xml:id="br0">
      <inkml:brushProperty name="width" value="0.0188556984066963" units="cm"/>
      <inkml:brushProperty name="height" value="0.0188556984066963" units="cm"/>
      <inkml:brushProperty name="color" value="#000000"/>
      <inkml:brushProperty name="ignorePressure" value="0"/>
    </inkml:brush>
  </inkml:definitions>
  <inkml:trace contextRef="#ctx0" brushRef="#br0">74750.000000 7750.000000 777,'50.000000'1.000000'27,"0.000000"4.000000"-1 ,0.000000 3.000000-1,0.000000 3.000000-1,0.000000 1.000000-2,0.000000 1.000000-3,0.000000-1.000000-2,0.000000 1.000000-3,-2.000000 1.000000-3,-3.000000 3.000000-1,-3.000000 3.000000-2,-2.000000 4.000000-2,-6.000000 2.000000-1,-6.000000 4.000000-1,-6.000000 3.000000-1,-6.000000 3.000000-1,-10.000000 4.000000-3,-12.000000 7.000000-1,-13.000000 6.000000-3,-12.000000 7.000000-2,-7.000000 0.000000-4,1.000000-2.000000-6,-1.000000-3.000000-5,1.000000-3.000000-7,2.000000-6.000000-5,7.000000-5.000000-4,6.000000-7.000000-6,7.000000-5.000000-4</inkml:trace>
</inkml:ink>
</file>

<file path=ppt/ink/ink9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1"/>
    </inkml:context>
    <inkml:brush xml:id="br0">
      <inkml:brushProperty name="width" value="0.0223805513232946" units="cm"/>
      <inkml:brushProperty name="height" value="0.0223805513232946" units="cm"/>
      <inkml:brushProperty name="color" value="#000000"/>
      <inkml:brushProperty name="ignorePressure" value="0"/>
    </inkml:brush>
  </inkml:definitions>
  <inkml:trace contextRef="#ctx0" brushRef="#br0">58900.000000 12200.000000 655,'0.000000'51.000000'113,"0.000000"4.000000"-27 ,0.000000 3.000000-27,0.000000 3.000000-26,0.000000 6.000000-15,0.000000 9.000000-5,0.000000 10.000000-4,0.000000 10.000000-4,0.000000 4.000000-3,0.000000 0.000000 1,0.000000 0.000000-1,0.000000 0.000000 0,0.000000-5.000000-5,0.000000-9.000000-9,0.000000-10.000000-9,0.000000-8.000000-9</inkml:trace>
</inkml:ink>
</file>

<file path=ppt/ink/ink9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1"/>
    </inkml:context>
    <inkml:brush xml:id="br0">
      <inkml:brushProperty name="width" value="0.0207860190421343" units="cm"/>
      <inkml:brushProperty name="height" value="0.0207860190421343" units="cm"/>
      <inkml:brushProperty name="color" value="#000000"/>
      <inkml:brushProperty name="ignorePressure" value="0"/>
    </inkml:brush>
  </inkml:definitions>
  <inkml:trace contextRef="#ctx0" brushRef="#br0">59050.000000 12150.000000 705,'7.000000'-44.000000'21,"17.000000"13.000000"3 ,15.000000 12.000000 2,16.000000 13.000000 4,10.000000 6.000000-4,7.000000 0.000000-8,6.000000 0.000000-8,7.000000 0.000000-8,4.000000 0.000000-5,3.000000 0.000000-1,3.000000 0.000000-1,4.000000 0.000000-1,-3.000000 0.000000 0,-5.000000 0.000000 0,-7.000000 0.000000 1,-5.000000 0.000000 0,-9.000000 0.000000 0,-9.000000 0.000000 1,-10.000000 0.000000 1,-8.000000 0.000000 1,-12.000000 3.000000 1,-12.000000 6.000000 4,-13.000000 7.000000 2,-12.000000 6.000000 3,-7.000000 1.000000 3,1.000000-3.000000 0,-1.000000-3.000000 1,1.000000-2.000000 1,-3.000000 0.000000 0,-2.000000 7.000000-1,-3.000000 6.000000-2,-3.000000 7.000000-1,-1.000000 2.000000 0,4.000000 1.000000-1,3.000000-1.000000 1,3.000000 1.000000 0,3.000000 2.000000 0,3.000000 7.000000-1,3.000000 6.000000 0,4.000000 7.000000-1,-1.000000 4.000000 0,-3.000000 3.000000-2,-3.000000 3.000000-1,-2.000000 4.000000-2,-1.000000-3.000000-1,3.000000-5.000000-3,3.000000-7.000000-2,4.000000-5.000000-2,-1.000000-6.000000-3,-3.000000-3.000000-4,-3.000000-3.000000-3,-2.000000-2.000000-5,-1.000000-5.000000-3,3.000000-2.000000-5,3.000000-3.000000-4,4.000000-3.000000-4</inkml:trace>
</inkml:ink>
</file>

<file path=ppt/ink/ink9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1"/>
    </inkml:context>
    <inkml:brush xml:id="br0">
      <inkml:brushProperty name="width" value="0.0186126530170441" units="cm"/>
      <inkml:brushProperty name="height" value="0.0186126530170441" units="cm"/>
      <inkml:brushProperty name="color" value="#000000"/>
      <inkml:brushProperty name="ignorePressure" value="0"/>
    </inkml:brush>
  </inkml:definitions>
  <inkml:trace contextRef="#ctx0" brushRef="#br0">59100.000000 13450.000000 787,'-36.000000'-2.000000'1,"28.000000"-3.000000"16 ,28.000000-3.000000 17,29.000000-2.000000 16,15.000000-1.000000 2,3.000000 3.000000-17,3.000000 3.000000-15,4.000000 4.000000-16,1.000000-1.000000-10,0.000000-3.000000-3,0.000000-3.000000-2,0.000000-2.000000-3,-5.000000-1.000000-8,-9.000000 3.000000-13,-10.000000 3.000000-12,-8.000000 4.000000-13</inkml:trace>
</inkml:ink>
</file>

<file path=ppt/ink/ink9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2"/>
    </inkml:context>
    <inkml:brush xml:id="br0">
      <inkml:brushProperty name="width" value="0.0183487813919783" units="cm"/>
      <inkml:brushProperty name="height" value="0.0183487813919783" units="cm"/>
      <inkml:brushProperty name="color" value="#000000"/>
      <inkml:brushProperty name="ignorePressure" value="0"/>
    </inkml:brush>
  </inkml:definitions>
  <inkml:trace contextRef="#ctx0" brushRef="#br0">58900.000000 12050.000000 799,'26.000000'21.000000'70,"4.000000"-5.000000"-15 ,3.000000-7.000000-16,3.000000-5.000000-15,4.000000-9.000000-13,7.000000-9.000000-9,6.000000-10.000000-12,7.000000-8.000000-9,7.000000-8.000000-6,9.000000-2.000000-4,10.000000-3.000000-2,10.000000-3.000000-2,-4.000000 1.000000-3,-16.000000 6.000000 1,-15.000000 7.000000 0,-15.000000 6.000000-1</inkml:trace>
</inkml:ink>
</file>

<file path=ppt/ink/ink9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2"/>
    </inkml:context>
    <inkml:brush xml:id="br0">
      <inkml:brushProperty name="width" value="0.018464732915163" units="cm"/>
      <inkml:brushProperty name="height" value="0.018464732915163" units="cm"/>
      <inkml:brushProperty name="color" value="#000000"/>
      <inkml:brushProperty name="ignorePressure" value="0"/>
    </inkml:brush>
  </inkml:definitions>
  <inkml:trace contextRef="#ctx0" brushRef="#br0">60550.000000 12100.000000 794,'-40.000000'-2.000000'45,"23.000000"-3.000000"-3 ,22.000000-3.000000-4,22.000000-2.000000-4,12.000000-6.000000-7,3.000000-6.000000-11,3.000000-6.000000-12,4.000000-6.000000-12,-1.000000-2.000000-6,-3.000000 3.000000-1,-3.000000 3.000000 0,-2.000000 4.000000-2,-5.000000 2.000000-4,-2.000000 4.000000-12,-3.000000 3.000000-10,-3.000000 3.000000-11</inkml:trace>
</inkml:ink>
</file>

<file path=ppt/ink/ink9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3"/>
    </inkml:context>
    <inkml:brush xml:id="br0">
      <inkml:brushProperty name="width" value="0.0202986504882574" units="cm"/>
      <inkml:brushProperty name="height" value="0.0202986504882574" units="cm"/>
      <inkml:brushProperty name="color" value="#000000"/>
      <inkml:brushProperty name="ignorePressure" value="0"/>
    </inkml:brush>
  </inkml:definitions>
  <inkml:trace contextRef="#ctx0" brushRef="#br0">59650.000000 11700.000000 722,'75.000000'0.000000'72,"0.000000"0.000000"-14 ,0.000000 0.000000-15,0.000000 0.000000-13,3.000000 0.000000-9,6.000000 0.000000-3,7.000000 0.000000-3,6.000000 0.000000-4,4.000000 0.000000-3,4.000000 0.000000-6,3.000000 0.000000-7,3.000000 0.000000-4,-5.000000 0.000000-3,-12.000000 0.000000 3,-13.000000 0.000000 3,-12.000000 0.000000 2,-12.000000 0.000000-8,-8.000000 0.000000-20,-10.000000 0.000000-19,-9.000000 0.000000-20</inkml:trace>
</inkml:ink>
</file>

<file path=ppt/ink/ink9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3"/>
    </inkml:context>
    <inkml:brush xml:id="br0">
      <inkml:brushProperty name="width" value="0.0200358219444752" units="cm"/>
      <inkml:brushProperty name="height" value="0.0200358219444752" units="cm"/>
      <inkml:brushProperty name="color" value="#000000"/>
      <inkml:brushProperty name="ignorePressure" value="0"/>
    </inkml:brush>
  </inkml:definitions>
  <inkml:trace contextRef="#ctx0" brushRef="#br0">61150.000000 11850.000000 732,'-22.000000'-18.000000'13,"6.000000"17.000000"10 ,7.000000 15.000000 9,6.000000 16.000000 9,3.000000 10.000000 1,0.000000 7.000000-6,0.000000 6.000000-7,0.000000 7.000000-7,-2.000000 5.000000-6,-3.000000 7.000000-6,-3.000000 6.000000-7,-2.000000 7.000000-5,-1.000000 2.000000-6,3.000000 1.000000-4,3.000000-1.000000-5,4.000000 1.000000-5,1.000000-6.000000-2,0.000000-8.000000 2,0.000000-10.000000 0,0.000000-9.000000 1</inkml:trace>
</inkml:ink>
</file>

<file path=ppt/ink/ink9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8:53"/>
    </inkml:context>
    <inkml:brush xml:id="br0">
      <inkml:brushProperty name="width" value="0.021258594468236" units="cm"/>
      <inkml:brushProperty name="height" value="0.021258594468236" units="cm"/>
      <inkml:brushProperty name="color" value="#000000"/>
      <inkml:brushProperty name="ignorePressure" value="0"/>
    </inkml:brush>
  </inkml:definitions>
  <inkml:trace contextRef="#ctx0" brushRef="#br0">60400.000000 13400.000000 689,'-60.000000'-4.000000'5,"32.000000"-5.000000"20 ,31.000000-7.000000 21,32.000000-5.000000 21,18.000000-8.000000 1,6.000000-5.000000-18,7.000000-7.000000-20,6.000000-5.000000-18,-5.000000-1.000000-9,-16.000000 6.000000-1,-15.000000 7.000000-1,-15.000000 6.000000 0,-6.000000 4.000000-12,7.000000 4.000000-24,6.000000 3.000000-25,7.000000 3.000000-23</inkml:trace>
</inkml:ink>
</file>

<file path=ppt/ink/ink9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8:5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5993.000000 34250.000000,'0.000000'36.000000,"-1.000000"1.000000,-1.000000-1.000000,-1.000000 1.000000,0.000000-1.000000,-1.000000 0.000000,0.000000 0.000000,-1.000000 1.000000,-1.000000-1.000000,-1.000000-1.000000,0.000000 1.000000,-1.000000 0.000000,-1.000000-1.000000,0.000000 0.000000,-1.000000 1.000000,-1.000000-2.000000,0.000000 1.000000,-1.000000-1.000000,-1.000000 0.000000,0.000000 0.000000,-1.000000 0.000000,0.000000-1.000000,-1.000000 0.000000,-1.000000 0.000000,0.000000-1.000000,-1.000000 0.000000,-1.000000 0.000000,0.000000-1.000000,0.000000 0.000000,-1.000000 0.000000,-1.000000-1.000000,0.000000 0.000000,-1.000000 0.000000,0.000000-1.000000,-1.000000 0.000000,0.000000-1.000000,-1.000000 0.000000,0.000000-1.000000,-1.000000 0.000000,0.000000 0.000000,0.000000-1.000000,-1.000000-1.000000,-1.000000 0.000000,0.000000 0.000000,0.000000-1.000000,0.000000 0.000000,-1.000000-1.000000,-1.000000 0.000000,0.000000-1.000000,0.000000 0.000000,0.000000-1.000000,-1.000000 0.000000,0.000000-1.000000,0.000000 0.000000,-1.000000-1.000000,0.000000 0.000000,0.000000-1.000000,-1.000000 0.000000,0.000000-1.000000,0.000000-1.000000,0.000000 1.000000,-1.000000-2.000000,0.000000 0.000000,0.000000 0.000000,0.000000-1.000000,0.000000-1.000000,-1.000000 0.000000,0.000000-1.000000,0.000000 0.000000,0.000000-1.000000,0.000000 0.000000,-1.000000-1.000000,1.000000 0.000000,-1.000000-1.000000,0.000000-1.000000,0.000000 0.000000,0.000000 0.000000,0.000000-2.000000,0.000000 1.000000,-1.000000-1.000000,1.000000-1.000000,-1.000000-1.000000,1.000000 1.000000,-1.000000-2.000000,0.000000 0.000000,1.000000 0.000000,-1.000000-1.000000,0.000000-1.000000,0.000000 0.000000,1.000000-1.000000,-1.000000 0.000000,0.000000-1.000000,0.000000 0.000000,0.000000-1.000000,1.000000-1.000000,-1.000000 0.000000,0.000000 0.000000,1.000000-2.000000,-1.000000 1.000000,1.000000-1.000000,-1.000000-1.000000,1.000000-1.000000,0.000000 1.000000,0.000000-2.000000,0.000000 0.000000,0.000000 0.000000,0.000000-1.000000,1.000000-1.000000,-1.000000 0.000000,1.000000-1.000000,0.000000 0.000000,0.000000-1.000000,0.000000 0.000000,0.000000-1.000000,1.000000 0.000000,0.000000-1.000000,0.000000-1.000000,0.000000 0.000000,0.000000 0.000000,1.000000-2.000000,0.000000 1.000000,0.000000-1.000000,0.000000-1.000000,1.000000 0.000000,0.000000-1.000000,0.000000 0.000000,1.000000-1.000000,0.000000 0.000000,0.000000-1.000000,1.000000 0.000000,0.000000-1.000000,0.000000 0.000000,0.000000-1.000000,1.000000 0.000000,1.000000-1.000000,0.000000 0.000000,0.000000-1.000000,0.000000 0.000000,1.000000 0.000000,1.000000-1.000000,0.000000-1.000000,0.000000 0.000000,1.000000 0.000000,0.000000-1.000000,1.000000 0.000000,0.000000-1.000000,1.000000 0.000000,0.000000-1.000000,1.000000 0.000000,0.000000 0.000000,1.000000-1.000000,1.000000 0.000000,0.000000 0.000000,0.000000-1.000000,1.000000 0.000000,1.000000 0.000000,0.000000-1.000000,1.000000 0.000000,1.000000 0.000000,0.000000-1.000000,1.000000 0.000000,0.000000 0.000000,1.000000 0.000000,1.000000-1.000000,0.000000 1.000000,1.000000-2.000000,1.000000 1.000000,0.000000 0.000000,1.000000-1.000000,1.000000 0.000000,0.000000 1.000000,1.000000-1.000000,1.000000-1.000000,1.000000 1.000000,0.000000 0.000000,1.000000 0.000000,0.000000-1.000000,1.000000 1.000000,1.000000-1.000000,1.000000 1.000000,0.000000-1.000000,1.000000 0.000000,1.000000 1.000000,1.000000-1.000000,0.000000 1.000000,1.000000 0.000000,0.000000 0.000000,1.000000-1.000000,1.000000 1.000000,1.000000 1.000000,0.000000-1.000000,1.000000 0.000000,1.000000 1.000000,0.000000 0.000000,1.000000-1.000000,1.000000 2.000000,0.000000-1.000000,1.000000 1.000000,1.000000 0.000000,0.000000 0.000000,1.000000 0.000000,0.000000 1.000000,1.000000 0.000000,1.000000 0.000000,0.000000 1.000000,1.000000 0.000000,1.000000 0.000000,0.000000 1.000000,0.000000 0.000000,1.000000 0.000000,1.000000 1.000000,0.000000 0.000000,1.000000 0.000000,0.000000 1.000000,1.000000 0.000000,0.000000 1.000000,1.000000 0.000000,0.000000 1.000000,1.000000 0.000000,0.000000 0.000000,0.000000 1.000000,1.000000 1.000000,1.000000 0.000000,0.000000 0.000000,0.000000 1.000000,0.000000 0.000000,1.000000 1.000000,1.000000 0.000000,0.000000 1.000000,0.000000 0.000000,0.000000 1.000000,1.000000 0.000000,0.000000 1.000000,0.000000 0.000000,1.000000 1.000000,0.000000 0.000000,0.000000 1.000000,1.000000 0.000000,0.000000 1.000000,0.000000 1.000000,0.000000-1.000000,1.000000 2.000000,0.000000 0.000000,0.000000 0.000000,0.000000 1.000000,0.000000 1.000000,1.000000 0.000000,0.000000 1.000000,0.000000 0.000000,0.000000 1.000000,0.000000 0.000000,1.000000 1.000000,-1.000000 0.000000,1.000000 1.000000,0.000000 1.000000,0.000000 0.000000,0.000000 0.000000,0.000000 2.000000,0.000000-1.000000,1.000000 1.000000,-1.000000 1.000000,1.000000 1.000000,-1.000000-1.000000,1.000000 2.000000,0.000000 0.000000,-1.000000 0.000000,1.000000 1.000000,0.000000 1.000000,0.000000 0.000000,0.000000 1.000000,-1.000000 0.000000,1.000000 1.000000,0.000000 0.000000,0.000000 1.000000,-1.000000 1.000000,1.000000 0.000000,0.000000 0.000000,-1.000000 2.000000,1.000000-1.000000,-1.000000 1.000000,1.000000 1.000000,-1.000000 1.000000,0.000000-1.000000,0.000000 2.000000,0.000000 0.000000,0.000000 0.000000,0.000000 1.000000,-1.000000 1.000000,1.000000 0.000000,-1.000000 1.000000,0.000000 0.000000,0.000000 1.000000,0.000000 0.000000,0.000000 1.000000,-1.000000 0.000000,0.000000 1.000000,0.000000 1.000000,0.000000 0.000000,0.000000 0.000000,-1.000000 2.000000,0.000000-1.000000,0.000000 1.000000,0.000000 1.000000,-1.000000 0.000000,0.000000 1.000000,0.000000 0.000000,-1.000000 1.000000,0.000000 0.000000,0.000000 1.000000,-1.000000 0.000000,0.000000 1.000000,0.000000 0.000000,0.000000 1.000000,-1.000000 0.000000,-1.000000 1.000000,0.000000 0.000000,0.000000 1.000000,0.000000 0.000000,-1.000000 0.000000,-1.000000 1.000000,0.000000 1.000000,0.000000 0.000000,-1.000000 0.000000,0.000000 1.000000,-1.000000 0.000000,0.000000 1.000000,-1.000000 0.000000,0.000000 1.000000,-1.000000 0.000000,0.000000 0.000000,-1.000000 1.000000,-1.000000 0.000000,0.000000 0.000000,0.000000 1.000000,-1.000000 0.000000,-1.000000 0.000000,0.000000 1.000000,-1.000000 0.000000,-1.000000 0.000000,0.000000 1.000000,-1.000000 0.000000,0.000000 0.000000,-1.000000 0.000000,-1.000000 1.000000,0.000000-1.000000,-1.000000 2.000000,-1.000000-1.000000,0.000000 0.000000,-1.000000 1.000000,-1.000000 0.000000,0.000000-1.000000,-1.000000 1.000000,-1.000000 1.000000,-1.000000-1.000000,0.000000 0.000000,-1.000000 0.000000,0.000000 1.000000,-1.000000-1.000000,-1.000000 1.000000,-1.000000 0.000000</inkml:trace>
</inkml:ink>
</file>

<file path=ppt/ink/ink9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2"/>
    </inkml:context>
    <inkml:brush xml:id="br0">
      <inkml:brushProperty name="width" value="0.0266635306179523" units="cm"/>
      <inkml:brushProperty name="height" value="0.0266635306179523" units="cm"/>
      <inkml:brushProperty name="color" value="#000000"/>
      <inkml:brushProperty name="ignorePressure" value="0"/>
    </inkml:brush>
  </inkml:definitions>
  <inkml:trace contextRef="#ctx0" brushRef="#br0">8300.000000 32850.000000 550,'-24.000000'-25.000000'-8,"4.000000"0.000000"4 ,3.000000 0.000000 5,3.000000 0.000000 3,1.000000 1.000000 5,1.000000 4.000000 4,-1.000000 3.000000 4,1.000000 3.000000 3,2.000000 1.000000 5,7.000000 1.000000 5,6.000000-1.000000 6,7.000000 1.000000 4,5.000000 4.000000 0,7.000000 9.000000-5,6.000000 10.000000-7,7.000000 10.000000-6,4.000000 2.000000-3,3.000000-3.000000-2,3.000000-3.000000 0,4.000000-2.000000-2,2.000000-3.000000-1,4.000000 1.000000-1,3.000000-1.000000-2,3.000000 1.000000-2,3.000000-3.000000 0,3.000000-2.000000-3,3.000000-3.000000-1,4.000000-3.000000-2,1.000000-2.000000-1,0.000000 0.000000-1,0.000000 0.000000 0,0.000000 0.000000-3,-5.000000 0.000000 0,-9.000000 0.000000-2,-10.000000 0.000000-1,-8.000000 0.000000-2,-14.000000-2.000000-14,-15.000000-3.000000-25,-15.000000-3.000000-25,-16.000000-2.000000-26</inkml:trace>
</inkml:ink>
</file>

<file path=ppt/ink/ink9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2"/>
    </inkml:context>
    <inkml:brush xml:id="br0">
      <inkml:brushProperty name="width" value="0.0250876452773809" units="cm"/>
      <inkml:brushProperty name="height" value="0.0250876452773809" units="cm"/>
      <inkml:brushProperty name="color" value="#000000"/>
      <inkml:brushProperty name="ignorePressure" value="0"/>
    </inkml:brush>
  </inkml:definitions>
  <inkml:trace contextRef="#ctx0" brushRef="#br0">8950.000000 33000.000000 584,'-44.000000'7.000000'43,"13.000000"17.000000"7 ,12.000000 15.000000 8,13.000000 16.000000 8,6.000000 9.000000-3,0.000000 3.000000-15,0.000000 3.000000-13,0.000000 4.000000-15,-2.000000 4.000000-8,-3.000000 6.000000-3,-3.000000 7.000000-2,-2.000000 6.000000-3,-3.000000-2.000000-4,1.000000-9.000000-2,-1.000000-10.000000-4,1.000000-8.000000-4,1.000000-11.000000-4,3.000000-8.000000-5,3.000000-10.000000-5,4.000000-9.000000-5</inkml:trace>
</inkml:ink>
</file>

<file path=ppt/ink/ink9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2"/>
    </inkml:context>
    <inkml:brush xml:id="br0">
      <inkml:brushProperty name="width" value="0.023490134626627" units="cm"/>
      <inkml:brushProperty name="height" value="0.023490134626627" units="cm"/>
      <inkml:brushProperty name="color" value="#000000"/>
      <inkml:brushProperty name="ignorePressure" value="0"/>
    </inkml:brush>
  </inkml:definitions>
  <inkml:trace contextRef="#ctx0" brushRef="#br0">9800.000000 33300.000000 624,'0.000000'92.000000'114,"0.000000"-16.000000"-28 ,0.000000-15.000000-29,0.000000-15.000000-27,1.000000-9.000000-18,4.000000 1.000000-6,3.000000-1.000000-5,3.000000 1.000000-6,6.000000-3.000000-6,9.000000-2.000000-3,10.000000-3.000000-5,10.000000-3.000000-4,2.000000-9.000000-1,-3.000000-11.000000 4,-3.000000-14.000000 2,-2.000000-11.000000 3,-3.000000-11.000000 2,1.000000-5.000000 2,-1.000000-7.000000 1,1.000000-5.000000 1,-1.000000-3.000000 2,1.000000 4.000000 2,-1.000000 3.000000 1,1.000000 3.000000 2,-4.000000 3.000000 2,-6.000000 3.000000 3,-6.000000 3.000000 2,-6.000000 4.000000 3,-6.000000 10.000000 8,-2.000000 19.000000 11,-3.000000 19.000000 13,-3.000000 19.000000 12,-2.000000 9.000000 0,0.000000 0.000000-14,0.000000 0.000000-12,0.000000 0.000000-14,0.000000-4.000000-11,0.000000-5.000000-14,0.000000-7.000000-12,0.000000-5.000000-12,0.000000-4.000000-6,0.000000 0.000000 3,0.000000 0.000000 1,0.000000 0.000000 2,1.000000-2.000000-1,4.000000-3.000000-1,3.000000-3.000000-2,3.000000-2.000000-2</inkml:trace>
</inkml:ink>
</file>

<file path=ppt/ink/ink9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3"/>
    </inkml:context>
    <inkml:brush xml:id="br0">
      <inkml:brushProperty name="width" value="0.0245398189872503" units="cm"/>
      <inkml:brushProperty name="height" value="0.0245398189872503" units="cm"/>
      <inkml:brushProperty name="color" value="#000000"/>
      <inkml:brushProperty name="ignorePressure" value="0"/>
    </inkml:brush>
  </inkml:definitions>
  <inkml:trace contextRef="#ctx0" brushRef="#br0">11000.000000 33200.000000 597,'4.000000'-44.000000'121,"10.000000"13.000000"-24 ,10.000000 12.000000-25,9.000000 13.000000-25,4.000000 6.000000-17,1.000000 0.000000-9,-1.000000 0.000000-9,1.000000 0.000000-9,1.000000 0.000000-9,3.000000 0.000000-8,3.000000 0.000000-8,4.000000 0.000000-7,-1.000000 0.000000-8,-3.000000 0.000000-4,-3.000000 0.000000-6,-2.000000 0.000000-6</inkml:trace>
</inkml:ink>
</file>

<file path=ppt/ink/ink9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3"/>
    </inkml:context>
    <inkml:brush xml:id="br0">
      <inkml:brushProperty name="width" value="0.0252610184252262" units="cm"/>
      <inkml:brushProperty name="height" value="0.0252610184252262" units="cm"/>
      <inkml:brushProperty name="color" value="#000000"/>
      <inkml:brushProperty name="ignorePressure" value="0"/>
    </inkml:brush>
  </inkml:definitions>
  <inkml:trace contextRef="#ctx0" brushRef="#br0">11600.000000 32850.000000 580,'-46.000000'4.000000'12,"10.000000"10.000000"15 ,10.000000 10.000000 17,9.000000 9.000000 16,6.000000 7.000000 3,3.000000 7.000000-12,3.000000 6.000000-10,4.000000 7.000000-11,1.000000 4.000000-7,0.000000 3.000000-1,0.000000 3.000000-3,0.000000 4.000000-2,0.000000-3.000000-6,0.000000-5.000000-13,0.000000-7.000000-11,0.000000-5.000000-11,3.000000-6.000000-5,6.000000-3.000000 5,7.000000-3.000000 3,6.000000-2.000000 4,4.000000-8.000000-4,4.000000-8.000000-12,3.000000-10.000000-13,3.000000-9.000000-11,3.000000-9.000000-2,3.000000-5.000000 9,3.000000-7.000000 7,4.000000-5.000000 10,-1.000000-8.000000 6,-3.000000-5.000000 7,-3.000000-7.000000 5,-2.000000-5.000000 6,-3.000000-3.000000 5,1.000000 4.000000 2,-1.000000 3.000000 4,1.000000 3.000000 2,-4.000000 3.000000 3,-6.000000 3.000000 1,-6.000000 3.000000 1,-6.000000 4.000000 3,-6.000000 7.000000 5,-2.000000 13.000000 11,-3.000000 12.000000 11,-3.000000 13.000000 11,-2.000000 9.000000 1,0.000000 6.000000-9,0.000000 7.000000-9,0.000000 6.000000-8,1.000000 1.000000-6,4.000000-3.000000-5,3.000000-3.000000-3,3.000000-2.000000-4,1.000000-5.000000-2,1.000000-2.000000-1,-1.000000-3.000000 0,1.000000-3.000000-2,1.000000-4.000000-1,3.000000-3.000000-2,3.000000-3.000000-2,4.000000-2.000000-3,2.000000-9.000000-1,4.000000-12.000000 0,3.000000-13.000000 0,3.000000-12.000000 0,1.000000-10.000000 0,1.000000-6.000000 1,-1.000000-6.000000 1,1.000000-6.000000 0,-6.000000-2.000000 1,-8.000000 3.000000 1,-10.000000 3.000000 1,-9.000000 4.000000 0,-5.000000 2.000000 1,0.000000 4.000000 3,0.000000 3.000000 3,0.000000 3.000000 2,-2.000000 4.000000 0,-3.000000 7.000000 1,-3.000000 6.000000-1,-2.000000 7.000000 0,-8.000000 4.000000 0,-8.000000 3.000000 1,-10.000000 3.000000 0,-9.000000 4.000000 2,-1.000000 4.000000-8,10.000000 6.000000-16,10.000000 7.000000-17,9.000000 6.000000-17,4.000000 1.000000-6,1.000000-3.000000 4,-1.000000-3.000000 3,1.000000-2.000000 4</inkml:trace>
</inkml:ink>
</file>

<file path=ppt/ink/ink9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3"/>
    </inkml:context>
    <inkml:brush xml:id="br0">
      <inkml:brushProperty name="width" value="0.0203613750636578" units="cm"/>
      <inkml:brushProperty name="height" value="0.0203613750636578" units="cm"/>
      <inkml:brushProperty name="color" value="#000000"/>
      <inkml:brushProperty name="ignorePressure" value="0"/>
    </inkml:brush>
  </inkml:definitions>
  <inkml:trace contextRef="#ctx0" brushRef="#br0">13100.000000 33150.000000 720,'-19.000000'-25.000000'24,"13.000000"0.000000"6 ,12.000000 0.000000 4,13.000000 0.000000 4,6.000000 6.000000 0,0.000000 13.000000-8,0.000000 12.000000-8,0.000000 13.000000-7,-2.000000 7.000000-5,-3.000000 4.000000-1,-3.000000 3.000000-2,-2.000000 3.000000-2,-5.000000 1.000000 0,-2.000000 1.000000-1,-3.000000-1.000000 0,-3.000000 1.000000-1,-2.000000-3.000000-2,0.000000-2.000000-4,0.000000-3.000000-4,0.000000-3.000000-5,1.000000-9.000000 0,4.000000-11.000000 5,3.000000-14.000000 5,3.000000-11.000000 5,4.000000-11.000000-4,7.000000-5.000000-12,6.000000-7.000000-14,7.000000-5.000000-13,-1.000000 0.000000-7,-6.000000 10.000000 0,-6.000000 10.000000 0,-6.000000 9.000000-1</inkml:trace>
</inkml:ink>
</file>

<file path=ppt/ink/ink9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6"/>
    </inkml:context>
    <inkml:brush xml:id="br0">
      <inkml:brushProperty name="width" value="0.0277072452008724" units="cm"/>
      <inkml:brushProperty name="height" value="0.0277072452008724" units="cm"/>
      <inkml:brushProperty name="color" value="#000000"/>
      <inkml:brushProperty name="ignorePressure" value="0"/>
    </inkml:brush>
  </inkml:definitions>
  <inkml:trace contextRef="#ctx0" brushRef="#br0">17036.000000 33892.000000 529,'-15.000000'-16.000000'3,"5.000000"0.000000"6 ,4.000000 0.000000 5,4.000000 0.000000 7,2.000000 5.000000 5,0.000000 13.000000 7,0.000000 13.000000 5,0.000000 11.000000 7,0.000000 9.000000 0,0.000000 7.000000-8,0.000000 5.000000-6,0.000000 7.000000-6,0.000000 6.000000-6,0.000000 9.000000-3,0.000000 8.000000-3,0.000000 8.000000-3,0.000000 6.000000-2,0.000000 3.000000 0,0.000000 5.000000 1,0.000000 5.000000 0,0.000000 2.000000 0,0.000000 2.000000 0,0.000000 2.000000 0,0.000000 2.000000 0,-1.000000-2.000000-1,-2.000000-6.000000-3,-2.000000-6.000000-2,-2.000000-6.000000-4,0.000000-8.000000-1,2.000000-10.000000 0,2.000000-11.000000-1,2.000000-9.000000 0,1.000000-10.000000-1,0.000000-7.000000 2,0.000000-9.000000 1,0.000000-8.000000 0,0.000000-8.000000-4,0.000000-8.000000-12,0.000000-8.000000-11,0.000000-8.000000-12,2.000000-9.000000-7,4.000000-10.000000-2,4.000000-11.000000-2,4.000000-9.000000-2,1.000000-5.000000 1,-1.000000 3.000000 8,-3.000000 1.000000 6,-2.000000 3.000000 7,-1.000000 2.000000 4,0.000000 5.000000 5,0.000000 3.000000 3,0.000000 5.000000 3</inkml:trace>
</inkml:ink>
</file>

<file path=ppt/ink/ink9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8"/>
    </inkml:context>
    <inkml:brush xml:id="br0">
      <inkml:brushProperty name="width" value="0.0322011895477772" units="cm"/>
      <inkml:brushProperty name="height" value="0.0322011895477772" units="cm"/>
      <inkml:brushProperty name="color" value="#000000"/>
      <inkml:brushProperty name="ignorePressure" value="0"/>
    </inkml:brush>
  </inkml:definitions>
  <inkml:trace contextRef="#ctx0" brushRef="#br0">17230.000000 33666.000000 455,'0.000000'-29.000000'-8,"0.000000"5.000000"8 ,0.000000 7.000000 7,0.000000 6.000000 7,4.000000 4.000000 6,8.000000 2.000000 4,8.000000 2.000000 3,8.000000 2.000000 4,7.000000 1.000000 0,3.000000 0.000000-4,4.000000 0.000000-3,5.000000 0.000000-3,4.000000 0.000000-3,7.000000 0.000000 0,6.000000 0.000000-1,5.000000 0.000000-1,5.000000 0.000000-1,2.000000 0.000000-2,2.000000 0.000000-2,1.000000 0.000000-2,2.000000-1.000000-2,0.000000-2.000000 0,0.000000-2.000000 0,0.000000-2.000000-1,0.000000-1.000000 0,3.000000 0.000000-1,2.000000 0.000000-2,2.000000-1.000000 0,3.000000 1.000000-1,4.000000 0.000000 1,4.000000 0.000000 0,4.000000 0.000000 1,1.000000-1.000000 0,-2.000000-2.000000 2,-2.000000-2.000000 2,-2.000000-2.000000 1,-5.000000 0.000000 0,-8.000000 5.000000-1,-8.000000 4.000000-1,-9.000000 4.000000-3,-4.000000 1.000000 1,-2.000000-2.000000-2,-3.000000-2.000000 1,-1.000000-2.000000-1,3.000000 0.000000 0,11.000000 2.000000 0,10.000000 2.000000 1,10.000000 2.000000-1,3.000000 1.000000 1,-4.000000 0.000000-1,-4.000000 0.000000-1,-5.000000 0.000000 0,-3.000000 0.000000 0,-4.000000 0.000000 0,-4.000000 0.000000 0,-5.000000 0.000000 0,-3.000000 0.000000 1,-4.000000 0.000000-2,-5.000000 0.000000-1,-3.000000 0.000000-1,-2.000000 0.000000 0,3.000000 0.000000 0,1.000000 0.000000 0,3.000000 0.000000-1,2.000000 0.000000 1,5.000000 0.000000 1,4.000000 0.000000 0,3.000000 0.000000 2,4.000000 1.000000-1,2.000000 2.000000 1,2.000000 2.000000 1,2.000000 2.000000-1,-1.000000 0.000000 1,-1.000000-2.000000-1,-2.000000-2.000000-1,-2.000000-2.000000 0,-3.000000-1.000000-1,-1.000000 0.000000 1,-2.000000 0.000000 0,-3.000000 0.000000 0,-1.000000 0.000000-1,-2.000000 0.000000 1,-3.000000 0.000000 1,-1.000000 0.000000-1,1.000000 0.000000 1,7.000000 0.000000-1,6.000000 0.000000 0,6.000000 0.000000 1,2.000000 0.000000-1,1.000000 0.000000 0,0.000000 0.000000 0,0.000000 0.000000-1,1.000000 0.000000 1,2.000000 0.000000 0,1.000000 0.000000-1,3.000000 0.000000 0,-3.000000 0.000000 1,-8.000000 0.000000-1,-8.000000 0.000000 0,-9.000000 0.000000 0,-2.000000-1.000000 0,1.000000-2.000000 0,3.000000-2.000000 0,2.000000-2.000000 0,1.000000 0.000000 1,3.000000 2.000000-1,2.000000 2.000000 1,1.000000 2.000000 1,0.000000 1.000000 0,-4.000000 0.000000-1,-4.000000 0.000000 1,-5.000000 0.000000 0,0.000000 0.000000-1,1.000000 0.000000 1,3.000000 0.000000-1,2.000000 0.000000 0,-4.000000 0.000000 0,-7.000000 0.000000 0,-9.000000 0.000000-1,-8.000000 0.000000 0,-2.000000 0.000000 0,1.000000 0.000000-2,3.000000 0.000000-2,1.000000 0.000000 0,-2.000000 1.000000-1,-5.000000 2.000000 1,-7.000000 2.000000 2,-6.000000 2.000000 0,-2.000000 1.000000 0,2.000000 0.000000-2,3.000000 0.000000-1,1.000000 0.000000-2,1.000000 0.000000-1,0.000000-3.000000-1,1.000000-2.000000 0,-1.000000-2.000000 0,0.000000-1.000000 1,0.000000 0.000000 3,1.000000 0.000000 3,-1.000000 0.000000 3,1.000000 0.000000 1,2.000000 0.000000 0,3.000000 0.000000-1,1.000000 0.000000-1,0.000000 0.000000 0,-1.000000 0.000000-2,-3.000000 0.000000 0,-2.000000 0.000000 0,-6.000000 2.000000 0,-10.000000 4.000000 0,-10.000000 4.000000 2,-10.000000 4.000000 1,-4.000000 6.000000 1,2.000000 8.000000 1,2.000000 9.000000 0,2.000000 7.000000 1,0.000000 8.000000 0,-2.000000 5.000000 1,-2.000000 7.000000 0,-3.000000 6.000000 0,1.000000 3.000000 0,2.000000 3.000000 1,2.000000 2.000000 0,2.000000 2.000000 0,2.000000 2.000000-1,2.000000 1.000000 0,2.000000 3.000000 0,2.000000 2.000000-1,1.000000 0.000000-1,0.000000-2.000000 0,0.000000-2.000000-2,0.000000-2.000000-1,0.000000-2.000000-1,0.000000 1.000000-1,0.000000 0.000000 0,0.000000 0.000000-2,1.000000 0.000000-1,2.000000 0.000000 2,2.000000-1.000000-1,2.000000 1.000000 1,0.000000-3.000000 1,-2.000000-6.000000 0,-2.000000-7.000000 0,-2.000000-5.000000 0,-1.000000-5.000000 1,0.000000-5.000000 0,0.000000-3.000000 0,0.000000-5.000000 1,0.000000-3.000000 0,0.000000-1.000000 2,0.000000-3.000000 2,0.000000-2.000000 1,0.000000 0.000000 0,0.000000-1.000000 0,0.000000 0.000000-1,0.000000 1.000000 0,0.000000-2.000000 0,0.000000-2.000000-1,0.000000-1.000000 1,0.000000-3.000000-1,-1.000000-1.000000 0,-2.000000 0.000000-1,-2.000000 1.000000-2,-2.000000-1.000000 0</inkml:trace>
</inkml:ink>
</file>

<file path=ppt/ink/ink9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09"/>
    </inkml:context>
    <inkml:brush xml:id="br0">
      <inkml:brushProperty name="width" value="0.0209272596985102" units="cm"/>
      <inkml:brushProperty name="height" value="0.0209272596985102" units="cm"/>
      <inkml:brushProperty name="color" value="#000000"/>
      <inkml:brushProperty name="ignorePressure" value="0"/>
    </inkml:brush>
  </inkml:definitions>
  <inkml:trace contextRef="#ctx0" brushRef="#br0">17165.000000 35541.000000 700,'-28.000000'4.000000'25,"7.000000"8.000000"0 ,9.000000 8.000000 1,8.000000 9.000000 2,4.000000 4.000000-2,0.000000 2.000000-4,0.000000 3.000000-3,0.000000 1.000000-5,1.000000 3.000000-1,2.000000 5.000000-1,2.000000 3.000000-1,2.000000 5.000000-1,0.000000 3.000000-1,-1.000000 1.000000-2,-3.000000 3.000000 0,-2.000000 1.000000-1,-1.000000 1.000000-2,0.000000-2.000000 1,0.000000-3.000000 0,0.000000-1.000000 0,0.000000-3.000000-1,0.000000-1.000000 1,0.000000-3.000000-1,0.000000-1.000000 0,0.000000-5.000000-1,0.000000-5.000000-3,0.000000-7.000000-1,0.000000-6.000000-4,1.000000-7.000000-11,2.000000-11.000000-21,2.000000-10.000000-22,2.000000-10.000000-20</inkml:trace>
</inkml:ink>
</file>

<file path=ppt/ink/ink9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9:10"/>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17165.000000 36672.000000,'216.000000'-2.000000,"1.000000"-1.000000,0.000000 1.000000,-1.000000 0.000000,1.000000-1.000000,-1.000000 1.000000,1.000000-1.000000,0.000000 1.000000,-1.000000-1.000000,1.000000 1.000000,-1.000000 0.000000,1.000000-1.000000,0.000000 1.000000,-1.000000-1.000000,1.000000 1.000000,-1.000000-1.000000,1.000000 1.000000,-1.000000 0.000000,1.000000-1.000000,0.000000 1.000000,-1.000000-1.000000,1.000000 1.000000,-1.000000 0.000000,1.000000-1.000000,0.000000 1.000000,-1.000000-1.000000,1.000000 1.000000,-1.000000-1.000000,1.000000 1.000000,0.000000 0.000000,-1.000000-1.000000,1.000000 1.000000,-1.000000-1.000000,1.000000 1.000000,-1.000000-1.000000,1.000000 1.000000,0.000000 0.000000,-1.000000-1.000000,1.000000 1.000000,-1.000000-1.000000</inkml:trace>
</inkml:ink>
</file>

<file path=ppt/ink/ink9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1"/>
    </inkml:context>
    <inkml:brush xml:id="br0">
      <inkml:brushProperty name="width" value="0.0239074323326349" units="cm"/>
      <inkml:brushProperty name="height" value="0.0239074323326349" units="cm"/>
      <inkml:brushProperty name="color" value="#000000"/>
      <inkml:brushProperty name="ignorePressure" value="0"/>
    </inkml:brush>
  </inkml:definitions>
  <inkml:trace contextRef="#ctx0" brushRef="#br0">18934.000000 34319.000000 613,'-53.000000'-10.000000'0,"9.000000"3.000000"-1 ,9.000000 3.000000-1,8.000000 2.000000-1,4.000000 2.000000 3,3.000000 0.000000 6,1.000000 0.000000 6,1.000000 0.000000 6,4.000000 1.000000 4,5.000000 1.000000 3,6.000000 2.000000 3,6.000000 1.000000 3,5.000000 0.000000-1,4.000000-2.000000-3,4.000000-1.000000-5,5.000000-1.000000-4,7.000000-1.000000-1,9.000000 0.000000-1,11.000000 0.000000 0,10.000000 0.000000 0,5.000000-1.000000 0,2.000000-1.000000-1,1.000000-1.000000 1,2.000000-2.000000 0,-1.000000-2.000000-2,-3.000000 0.000000-6,-3.000000-3.000000-5,-2.000000 0.000000-4,-6.000000-2.000000-4,-7.000000 1.000000-4,-7.000000-1.000000-2,-7.000000 1.000000-4,-8.000000 2.000000-8,-11.000000 4.000000-14,-9.000000 4.000000-14,-10.000000 5.000000-13,-8.000000 2.000000-4,-4.000000 2.000000 11,-4.000000 1.000000 8,-4.000000 2.000000 9,0.000000 0.000000 9,6.000000 1.000000 6,6.000000-1.000000 8,5.000000 0.000000 6</inkml:trace>
</inkml:ink>
</file>

<file path=ppt/ink/ink9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1"/>
    </inkml:context>
    <inkml:brush xml:id="br0">
      <inkml:brushProperty name="width" value="0.0227008629590273" units="cm"/>
      <inkml:brushProperty name="height" value="0.0227008629590273" units="cm"/>
      <inkml:brushProperty name="color" value="#000000"/>
      <inkml:brushProperty name="ignorePressure" value="0"/>
    </inkml:brush>
  </inkml:definitions>
  <inkml:trace contextRef="#ctx0" brushRef="#br0">19116.000000 34433.000000 646,'-31.000000'1.000000'-2,"5.000000"1.000000"-1 ,6.000000 2.000000-2,6.000000 1.000000-3,4.000000 2.000000 5,3.000000 5.000000 10,3.000000 5.000000 11,2.000000 3.000000 11,2.000000 8.000000 5,-2.000000 10.000000-2,-2.000000 10.000000-2,-1.000000 9.000000-2,-1.000000 10.000000-1,-2.000000 9.000000-3,-1.000000 8.000000-1,-2.000000 8.000000-3,-1.000000 4.000000-2,1.000000-1.000000 0,0.000000-2.000000-2,-1.000000-1.000000 0,0.000000-3.000000-3,-1.000000-4.000000-3,-2.000000-4.000000-3,-2.000000-5.000000-3,2.000000-9.000000-3,5.000000-12.000000-3,3.000000-13.000000-2,5.000000-13.000000-2,4.000000-9.000000-2,2.000000-5.000000 1,3.000000-7.000000 0,3.000000-5.000000 1,1.000000-4.000000-5,1.000000-4.000000-10,-1.000000-2.000000-10,0.000000-3.000000-10,0.000000-2.000000-7,-2.000000-1.000000-1,-1.000000-2.000000-2,-1.000000-2.000000-3</inkml:trace>
</inkml:ink>
</file>

<file path=ppt/ink/ink9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1"/>
    </inkml:context>
    <inkml:brush xml:id="br0">
      <inkml:brushProperty name="width" value="0.0251892358064651" units="cm"/>
      <inkml:brushProperty name="height" value="0.0251892358064651" units="cm"/>
      <inkml:brushProperty name="color" value="#000000"/>
      <inkml:brushProperty name="ignorePressure" value="0"/>
    </inkml:brush>
  </inkml:definitions>
  <inkml:trace contextRef="#ctx0" brushRef="#br0">18957.000000 35231.000000 582,'47.000000'-1.000000'120,"3.000000"-1.000000"-25 ,2.000000-2.000000-27,4.000000-1.000000-25,2.000000-2.000000-16,4.000000-3.000000-3,2.000000-3.000000-6,3.000000-2.000000-3,0.000000-1.000000-8,-1.000000 3.000000-8,-1.000000 3.000000-10,-1.000000 3.000000-9,-8.000000 2.000000-7,-10.000000 2.000000-4,-12.000000 0.000000-5,-11.000000 3.000000-5,-6.000000 0.000000-5,0.000000 0.000000-4,0.000000 0.000000-4,0.000000 0.000000-5</inkml:trace>
</inkml:ink>
</file>

<file path=ppt/ink/ink9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1"/>
    </inkml:context>
    <inkml:brush xml:id="br0">
      <inkml:brushProperty name="width" value="0.0235736053436995" units="cm"/>
      <inkml:brushProperty name="height" value="0.0235736053436995" units="cm"/>
      <inkml:brushProperty name="color" value="#000000"/>
      <inkml:brushProperty name="ignorePressure" value="0"/>
    </inkml:brush>
  </inkml:definitions>
  <inkml:trace contextRef="#ctx0" brushRef="#br0">20529.000000 34365.000000 622,'-10.000000'-6.000000'8,"3.000000"12.000000"17 ,3.000000 11.000000 16,2.000000 11.000000 17,2.000000 12.000000 3,0.000000 9.000000-12,0.000000 10.000000-12,0.000000 10.000000-11,-1.000000 8.000000-7,-3.000000 8.000000-3,-4.000000 7.000000-2,-2.000000 7.000000-4,-2.000000 1.000000-2,-1.000000-4.000000-4,-2.000000-4.000000-3,-2.000000-4.000000-3,1.000000-7.000000-2,1.000000-8.000000-1,2.000000-9.000000-2,0.000000-9.000000-1,4.000000-8.000000-1,1.000000-11.000000 1,4.000000-10.000000-1,3.000000-9.000000 1,1.000000-9.000000-2,0.000000-8.000000-1,0.000000-6.000000-2,0.000000-8.000000-2,2.000000-2.000000 1,4.000000 1.000000 4,5.000000 1.000000 6,4.000000 2.000000 3,3.000000 1.000000 4,1.000000 0.000000 0,2.000000-1.000000 2,1.000000 1.000000 0,0.000000 1.000000 1,1.000000 3.000000-2,0.000000 2.000000-1,0.000000 4.000000-1,0.000000 0.000000-1,2.000000-1.000000 2,2.000000-1.000000 1,0.000000-2.000000 0,2.000000 0.000000-6,-1.000000 4.000000-16,1.000000 2.000000-15,-1.000000 4.000000-14,-1.000000 1.000000-7,-2.000000 2.000000 3,-4.000000 1.000000 2,-3.000000 2.000000 3</inkml:trace>
</inkml:ink>
</file>

<file path=ppt/ink/ink9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2"/>
    </inkml:context>
    <inkml:brush xml:id="br0">
      <inkml:brushProperty name="width" value="0.0232655797153711" units="cm"/>
      <inkml:brushProperty name="height" value="0.0232655797153711" units="cm"/>
      <inkml:brushProperty name="color" value="#000000"/>
      <inkml:brushProperty name="ignorePressure" value="0"/>
    </inkml:brush>
  </inkml:definitions>
  <inkml:trace contextRef="#ctx0" brushRef="#br0">21258.000000 35117.000000 630,'-20.000000'-7.000000'59,"6.000000"8.000000"-5 ,5.000000 9.000000-5,7.000000 8.000000-6,2.000000 7.000000-6,2.000000 5.000000-7,2.000000 3.000000-6,1.000000 5.000000-7,2.000000 2.000000-4,3.000000 0.000000-1,3.000000-1.000000-2,3.000000 1.000000-1,1.000000-2.000000-3,3.000000-5.000000-1,0.000000-3.000000-3,2.000000-5.000000-3,2.000000-6.000000-2,1.000000-7.000000-1,1.000000-7.000000-1,2.000000-7.000000-2,-1.000000-9.000000 0,-3.000000-10.000000 0,-3.000000-9.000000 1,-2.000000-11.000000-1,-3.000000-6.000000 2,-1.000000-3.000000 0,-1.000000-2.000000 1,-2.000000-4.000000 1,-3.000000 1.000000 0,-4.000000 2.000000-1,-4.000000 3.000000 1,-5.000000 3.000000-1,-4.000000 4.000000-1,-6.000000 6.000000-3,-6.000000 6.000000-2,-6.000000 5.000000-3,-2.000000 6.000000-3,2.000000 6.000000-6,1.000000 6.000000-4,1.000000 5.000000-6,4.000000 4.000000-4,3.000000 4.000000-4,5.000000 2.000000-4,4.000000 3.000000-3</inkml:trace>
</inkml:ink>
</file>

<file path=ppt/ink/ink9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2"/>
    </inkml:context>
    <inkml:brush xml:id="br0">
      <inkml:brushProperty name="width" value="0.0273403078317642" units="cm"/>
      <inkml:brushProperty name="height" value="0.0273403078317642" units="cm"/>
      <inkml:brushProperty name="color" value="#000000"/>
      <inkml:brushProperty name="ignorePressure" value="0"/>
    </inkml:brush>
  </inkml:definitions>
  <inkml:trace contextRef="#ctx0" brushRef="#br0">22283.000000 34798.000000 536,'10.000000'35.000000'87,"-2.000000"4.000000"-18 ,-4.000000 2.000000-19,-3.000000 3.000000-19,0.000000 4.000000-10,1.000000 4.000000-2,2.000000 4.000000-1,1.000000 5.000000-2,0.000000-1.000000-2,1.000000-4.000000-2,0.000000-4.000000-3,-1.000000-4.000000-3,1.000000-7.000000-2,0.000000-8.000000-2,0.000000-9.000000-1,-1.000000-8.000000-1,2.000000-8.000000-2,3.000000-7.000000-1,3.000000-8.000000-1,3.000000-6.000000 0,2.000000-9.000000-3,4.000000-8.000000-2,2.000000-8.000000-3,3.000000-9.000000-3,1.000000-4.000000-3,-2.000000-1.000000 0,-1.000000 1.000000-3,-2.000000 0.000000 0,0.000000 3.000000 0,-3.000000 8.000000 3,-1.000000 6.000000 4,-1.000000 8.000000 3,-1.000000 8.000000 2,-2.000000 10.000000 2,-2.000000 10.000000 3,-1.000000 10.000000 1,0.000000 10.000000 1,-1.000000 10.000000 0,0.000000 10.000000-1,1.000000 10.000000 0,1.000000 5.000000 2,2.000000-2.000000 6,4.000000-2.000000 5,2.000000-1.000000 6,3.000000-4.000000 3,1.000000-5.000000 0,1.000000-6.000000-1,2.000000-6.000000 0,1.000000-6.000000 0,1.000000-7.000000 1,2.000000-7.000000-1,2.000000-8.000000 1,-1.000000-10.000000-1,-1.000000-14.000000-1,-1.000000-15.000000-1,-2.000000-14.000000-1,0.000000-9.000000-1,-1.000000-7.000000-3,1.000000-5.000000-2,-1.000000-6.000000-2,0.000000-4.000000 0,-2.000000-3.000000-1,-1.000000-3.000000 1,-1.000000-3.000000 1,-4.000000 8.000000-1,-3.000000 16.000000-1,-5.000000 18.000000-1,-4.000000 16.000000 0,-3.000000 10.000000-17,1.000000 2.000000-31,0.000000 0.000000-31,-1.000000 3.000000-31</inkml:trace>
</inkml:ink>
</file>

<file path=ppt/ink/ink9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26"/>
    </inkml:context>
    <inkml:brush xml:id="br0">
      <inkml:brushProperty name="width" value="0.0322992466390133" units="cm"/>
      <inkml:brushProperty name="height" value="0.0322992466390133" units="cm"/>
      <inkml:brushProperty name="color" value="#000000"/>
      <inkml:brushProperty name="ignorePressure" value="0"/>
    </inkml:brush>
  </inkml:definitions>
  <inkml:trace contextRef="#ctx0" brushRef="#br0">40284.000000 33453.000000 454,'-22.000000'-10.000000'-11,"4.000000"3.000000"4 ,2.000000 3.000000 5,3.000000 3.000000 3,3.000000 0.000000 4,0.000000-1.000000 4,3.000000-2.000000 5,0.000000-1.000000 3,2.000000-1.000000 3,2.000000-2.000000-2,1.000000-1.000000 0,1.000000-2.000000-1,0.000000 0.000000-1,-1.000000 2.000000-1,-2.000000 1.000000-1,-1.000000 2.000000-1,-1.000000-1.000000-1,-2.000000 0.000000 0,-1.000000-3.000000 0,-2.000000 0.000000 0,-2.000000-1.000000-2,-2.000000 2.000000-4,-4.000000 1.000000-2,-2.000000 1.000000-4,-6.000000 2.000000-2,-9.000000 2.000000-1,-8.000000 1.000000-1,-9.000000 1.000000-1,-4.000000 3.000000-1,-2.000000 2.000000 0,-2.000000 3.000000 0,-1.000000 3.000000-1,1.000000 2.000000 0,3.000000 1.000000 1,2.000000 2.000000 1,3.000000 2.000000 1,3.000000-1.000000 1,1.000000-1.000000 0,1.000000-1.000000 1,2.000000-2.000000 0,2.000000-2.000000 2,5.000000-3.000000 1,4.000000-3.000000 3,5.000000-2.000000 1,1.000000-2.000000 2,1.000000 0.000000-2,-1.000000 0.000000-1,1.000000 0.000000 0,-1.000000 0.000000-1,1.000000 2.000000-1,-1.000000 2.000000 0,1.000000 1.000000-1,-1.000000 1.000000-1,-2.000000 2.000000-1,-1.000000 1.000000 0,-2.000000 2.000000-1,1.000000 1.000000-1,1.000000 2.000000 1,1.000000 1.000000 0,2.000000 1.000000 1,1.000000 3.000000 0,2.000000 2.000000 1,1.000000 3.000000-1,2.000000 3.000000 1,0.000000 2.000000 1,3.000000-1.000000 0,1.000000 1.000000 1,1.000000-1.000000 1,2.000000 2.000000 0,3.000000 3.000000 1,3.000000 2.000000-1,3.000000 4.000000 0,2.000000 1.000000 0,-1.000000 0.000000 0,0.000000 0.000000 0,0.000000-1.000000 0,1.000000 2.000000 0,-1.000000 1.000000-1,0.000000 1.000000 1,1.000000 2.000000-2,-1.000000 0.000000 1,0.000000-1.000000 1,1.000000-2.000000 0,-1.000000-2.000000 1,1.000000 1.000000 0,1.000000 1.000000 1,2.000000 1.000000-1,1.000000 2.000000 1,1.000000 1.000000-1,0.000000 2.000000 1,0.000000 1.000000-1,0.000000 2.000000-1,1.000000-1.000000 1,1.000000-3.000000 0,2.000000-3.000000 0,1.000000-3.000000 0,1.000000-2.000000-1,-1.000000-1.000000 0,1.000000-2.000000-3,0.000000-1.000000 0,1.000000-2.000000 0,3.000000-3.000000 1,3.000000-3.000000 2,2.000000-3.000000 2,2.000000-1.000000 1,-2.000000 0.000000 1,-2.000000-1.000000-1,-1.000000 1.000000 2,0.000000 0.000000-1,-1.000000 0.000000-1,0.000000 0.000000 0,1.000000-1.000000-1,0.000000 1.000000-1,1.000000 0.000000 1,2.000000 0.000000 0,2.000000-1.000000 0,0.000000 1.000000 0,0.000000-3.000000-1,0.000000-1.000000 0,0.000000-1.000000 0,1.000000-1.000000-1,1.000000 0.000000 0,2.000000 0.000000 1,1.000000 1.000000 0,3.000000-1.000000 0,4.000000 0.000000 0,4.000000 0.000000 1,5.000000 0.000000 0,2.000000-1.000000 0,0.000000-1.000000 1,0.000000-1.000000-2,0.000000-2.000000 1,1.000000 0.000000 0,3.000000 2.000000-1,3.000000 0.000000-1,3.000000 3.000000 0,0.000000-1.000000 0,-3.000000-1.000000 0,-3.000000-1.000000-1,-3.000000-2.000000 0,-2.000000-1.000000 0,-1.000000 1.000000 0,-2.000000-1.000000 0,-1.000000 0.000000 1,-1.000000-1.000000 0,1.000000-3.000000 0,-1.000000-2.000000 0,0.000000-4.000000 1,2.000000 0.000000-1,5.000000 1.000000 0,4.000000 2.000000 0,4.000000 1.000000-1,4.000000 0.000000 0,2.000000-2.000000 0,4.000000-1.000000 0,2.000000-1.000000 1,1.000000 0.000000-1,-2.000000 1.000000 1,-1.000000 1.000000-2,-1.000000 2.000000 1,-2.000000 1.000000-1,-1.000000 0.000000-2,-1.000000-1.000000 0,-3.000000 1.000000-2,1.000000 0.000000 1,-1.000000 0.000000 0,0.000000-1.000000 1,1.000000 1.000000 1,2.000000-1.000000 1,5.000000-2.000000 0,7.000000 0.000000 0,5.000000-3.000000 0,3.000000 0.000000 0,-3.000000 0.000000 0,0.000000 0.000000 0,-2.000000 0.000000 1,-2.000000 0.000000-1,-3.000000 0.000000-1,-3.000000 0.000000 1,-2.000000 0.000000-1,-3.000000 1.000000 0,-1.000000 1.000000 0,-2.000000 2.000000 0,-1.000000 1.000000 0,2.000000 0.000000 1,6.000000 1.000000-1,6.000000 0.000000 0,5.000000-1.000000-1,2.000000 0.000000 1,-1.000000-1.000000 0,-2.000000-2.000000-1,0.000000-1.000000 1,-4.000000-1.000000 0,-1.000000 0.000000 0,-4.000000 0.000000 0,-3.000000 0.000000 0,-2.000000 0.000000 0,-1.000000 0.000000 0,-1.000000 0.000000 0,-2.000000 0.000000 1,1.000000 0.000000-1,5.000000 0.000000 0,4.000000 0.000000 0,4.000000 0.000000-1,2.000000 1.000000 0,-2.000000 1.000000 0,-1.000000 1.000000-1,-2.000000 2.000000 0,-2.000000 0.000000 0,-2.000000-1.000000 1,-4.000000-2.000000 1,-2.000000-1.000000 0,-2.000000-1.000000 1,0.000000 0.000000-1,1.000000 0.000000 0,-1.000000 0.000000-1,2.000000 0.000000-1,2.000000 0.000000 2,3.000000 0.000000 0,4.000000 0.000000 2,1.000000 0.000000-1,2.000000 0.000000 0,1.000000 0.000000 1,2.000000 0.000000-1,-3.000000 0.000000-1,-5.000000 0.000000 0,-6.000000 0.000000-1,-5.000000 0.000000 0,-4.000000 0.000000-1,1.000000 0.000000 0,-1.000000 0.000000 0,1.000000 0.000000 1,1.000000 0.000000 0,3.000000 0.000000 0,2.000000 0.000000 0,4.000000 0.000000 0,2.000000 0.000000 0,1.000000 0.000000 1,1.000000 0.000000-1,2.000000 0.000000 1,2.000000 0.000000-1,0.000000 0.000000 0,3.000000 0.000000 0,0.000000 0.000000-1,-1.000000 0.000000 1,-4.000000 0.000000-1,-4.000000 0.000000 0,-5.000000 0.000000-1,-1.000000 0.000000 1,-1.000000 0.000000 0,0.000000 0.000000 1,0.000000 0.000000 0,4.000000 0.000000 0,4.000000 0.000000 0,7.000000 0.000000 0,5.000000 0.000000 1,3.000000 0.000000-1,0.000000 0.000000 1,0.000000 0.000000-1,0.000000 0.000000 1,-1.000000-1.000000 0,-3.000000-1.000000 0,-3.000000-2.000000 0,-3.000000-1.000000 0,1.000000 0.000000 1,4.000000 2.000000 0,4.000000 1.000000 0,5.000000 1.000000 0,2.000000 1.000000 1,2.000000 0.000000-1,1.000000 0.000000 1,2.000000 0.000000-1,-2.000000 0.000000 0,-4.000000 0.000000 1,-4.000000 0.000000-1,-4.000000 0.000000 1,-2.000000 1.000000 0,1.000000 1.000000-1,2.000000 1.000000 0,1.000000 2.000000 0,4.000000 0.000000 0,3.000000-1.000000 0,5.000000-2.000000-1,4.000000-1.000000 1,0.000000-1.000000-1,-4.000000 3.000000 0,-5.000000 0.000000 0,-4.000000 2.000000 0,-3.000000 0.000000 0,-3.000000-1.000000 0,-4.000000-2.000000 0,-1.000000-2.000000 1,2.000000 1.000000-1,8.000000 1.000000 1,9.000000 2.000000 0,9.000000 1.000000 0,1.000000 0.000000 0,-6.000000-2.000000 0,-6.000000 0.000000 0,-5.000000-3.000000 0,-3.000000 0.000000 1,-2.000000 0.000000-1,-2.000000 0.000000 1,-1.000000 0.000000-1,2.000000 0.000000 0,3.000000 0.000000 1,5.000000 0.000000 0,5.000000 0.000000 0,0.000000 0.000000 0,0.000000 0.000000 0,-2.000000 0.000000-1,-2.000000 0.000000 0,-3.000000 0.000000-1,-6.000000 0.000000 1,-5.000000 0.000000 0,-6.000000 0.000000-1,-1.000000 0.000000 2,4.000000 0.000000 0,5.000000 0.000000 1,4.000000 0.000000 0,2.000000 0.000000 1,0.000000 0.000000-3,0.000000 0.000000-1,0.000000 0.000000-2,-2.000000 0.000000 0,-2.000000 0.000000 0,-3.000000 0.000000 0,-3.000000 0.000000 2,-2.000000 0.000000-1,-1.000000 0.000000 0,-2.000000 0.000000 1,-2.000000 0.000000 0,1.000000 0.000000 0,1.000000 0.000000 0,2.000000 0.000000 2,1.000000 0.000000-1,0.000000 0.000000 2,1.000000 0.000000-1,0.000000 0.000000 0,-1.000000 0.000000 0,0.000000 0.000000 0,-4.000000 0.000000 0,-2.000000 0.000000 0,-4.000000 0.000000-1,-3.000000 0.000000-1,-4.000000 0.000000 0,-4.000000 0.000000-2,-5.000000 0.000000 0,-1.000000 0.000000-2,1.000000-3.000000 1,2.000000 0.000000-1,1.000000-2.000000-1,3.000000 0.000000 1,2.000000 1.000000 0,3.000000 2.000000 1,3.000000 1.000000 1,0.000000 1.000000 0,-1.000000-2.000000 0,-1.000000-2.000000 0,-2.000000-1.000000 1,-2.000000 0.000000 0,-2.000000 2.000000 2,-4.000000 0.000000 1,-2.000000 3.000000 2,-4.000000 0.000000 0,-5.000000 0.000000 0,-3.000000 0.000000-2,-5.000000 0.000000-1,-2.000000 0.000000 0,0.000000 0.000000-1,0.000000 0.000000-1,1.000000 0.000000 0,-2.000000 1.000000-17,-1.000000 3.000000-30,-2.000000 3.000000-31,0.000000 3.000000-31</inkml:trace>
</inkml:ink>
</file>

<file path=ppt/ink/ink9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0"/>
    </inkml:context>
    <inkml:brush xml:id="br0">
      <inkml:brushProperty name="width" value="0.0333542786538601" units="cm"/>
      <inkml:brushProperty name="height" value="0.0333542786538601" units="cm"/>
      <inkml:brushProperty name="color" value="#000000"/>
      <inkml:brushProperty name="ignorePressure" value="0"/>
    </inkml:brush>
  </inkml:definitions>
  <inkml:trace contextRef="#ctx0" brushRef="#br0">38598.000000 33658.000000 439,'32.000000'-12.000000'66,"-2.000000"-1.000000"-14 ,-3.000000-2.000000-15,-2.000000-2.000000-14,-1.000000 1.000000-8,3.000000 1.000000-1,3.000000 2.000000-2,3.000000 1.000000 0,1.000000 0.000000-2,3.000000 1.000000-1,0.000000-1.000000 0,3.000000 1.000000-1,0.000000 0.000000-1,-1.000000 2.000000-2,1.000000 1.000000-2,0.000000 2.000000-1,0.000000 1.000000-1,0.000000 1.000000 0,0.000000 2.000000-1,0.000000 1.000000 0,-2.000000 1.000000 0,-2.000000 0.000000 0,-4.000000 0.000000 2,-2.000000 0.000000 0,-1.000000 0.000000 0,-1.000000-2.000000 0,1.000000-2.000000 0,-1.000000-1.000000-1,-1.000000-1.000000 0,-2.000000 1.000000 0,-4.000000-1.000000 2,-3.000000 0.000000 0,0.000000 0.000000 0,1.000000 1.000000 0,2.000000-1.000000 0,1.000000 0.000000 0,1.000000 1.000000 0,0.000000-1.000000-1,0.000000 0.000000 0,-1.000000 1.000000-1,3.000000-1.000000 1,4.000000 0.000000-1,5.000000 1.000000 0,4.000000-1.000000 1,1.000000 1.000000 0,1.000000 1.000000 0,0.000000 2.000000 0,0.000000 1.000000 1,-1.000000 1.000000-1,-1.000000-2.000000 0,-2.000000-2.000000 0,-1.000000-1.000000-2,-1.000000 0.000000 1,1.000000 1.000000 0,-1.000000 2.000000 0,0.000000 2.000000 0,-1.000000-1.000000 1,-3.000000-1.000000-1,-3.000000-2.000000 0,-3.000000-1.000000 0,-1.000000 0.000000-1,-1.000000 2.000000 1,1.000000 1.000000 0,0.000000 1.000000-1,-1.000000 1.000000 1,-1.000000 0.000000-1,-2.000000 0.000000 0,-1.000000 0.000000 0,0.000000 0.000000 0,1.000000 0.000000 1,1.000000 0.000000 0,2.000000 0.000000 1,2.000000 0.000000 0,1.000000 0.000000-1,1.000000 0.000000 0,2.000000 0.000000-1,3.000000 0.000000 0,4.000000 0.000000 0,4.000000 0.000000 2,4.000000 0.000000 0,3.000000 0.000000-1,-1.000000 0.000000 0,1.000000 0.000000-1,-1.000000 0.000000 0,0.000000 1.000000-1,-1.000000 1.000000 0,-2.000000 1.000000 1,-2.000000 2.000000-1,1.000000 0.000000 1,1.000000-1.000000 1,1.000000-2.000000 0,2.000000-1.000000 0,-1.000000-1.000000 0,-5.000000 0.000000 1,-4.000000 0.000000-1,-5.000000 0.000000 0,4.000000 0.000000 0,9.000000 0.000000 1,11.000000 0.000000-1,9.000000 0.000000 1,4.000000 0.000000 1,-3.000000 0.000000-1,-3.000000 0.000000 0,-2.000000 0.000000 1,-3.000000 0.000000-1,-1.000000 2.000000 0,-2.000000 2.000000 1,-1.000000 1.000000-1,-1.000000 1.000000-1,-2.000000-1.000000 0,-2.000000 1.000000-2,0.000000 0.000000 0,-1.000000-1.000000-1,2.000000-2.000000 0,1.000000 0.000000 1,1.000000-3.000000 0,3.000000 0.000000 0,3.000000 0.000000 1,2.000000 0.000000 0,3.000000 0.000000 0,-1.000000 1.000000 1,-6.000000 1.000000 0,-5.000000 2.000000-1,-7.000000 1.000000 1,0.000000 0.000000-1,5.000000 1.000000 1,3.000000 0.000000-1,5.000000-1.000000 0,-1.000000 1.000000 0,-5.000000 0.000000 1,-7.000000-1.000000 0,-5.000000 1.000000 0,-1.000000-1.000000 1,2.000000-1.000000-1,4.000000-2.000000 0,2.000000-1.000000-1,3.000000-1.000000 0,3.000000 2.000000-1,2.000000 2.000000 1,4.000000 1.000000-1,0.000000 1.000000-1,-1.000000-1.000000 1,-2.000000 1.000000-1,-1.000000 0.000000 0,0.000000-1.000000 0,-1.000000 1.000000 1,0.000000 0.000000 0,0.000000 0.000000 0,-1.000000-1.000000 1,-6.000000 1.000000-1,-3.000000 0.000000 0,-5.000000-1.000000-1,-2.000000 0.000000 0,1.000000-1.000000 0,-1.000000-2.000000 0,0.000000-1.000000 0,2.000000-1.000000 0,5.000000 0.000000 1,4.000000 0.000000 1,4.000000 0.000000 1,3.000000 0.000000 1,1.000000 0.000000 0,2.000000 0.000000 0,1.000000 0.000000 1,0.000000-1.000000 0,-3.000000-1.000000-1,-4.000000-2.000000-1,-2.000000-1.000000 0,-2.000000 0.000000-1,-1.000000 2.000000 1,-2.000000 1.000000-1,-2.000000 1.000000 0,-1.000000 0.000000 0,-1.000000-1.000000 0,-1.000000-1.000000-2,-3.000000-2.000000 1,1.000000-1.000000-2,-1.000000 0.000000 2,0.000000 0.000000-1,0.000000 1.000000 0,3.000000-1.000000 1,6.000000 0.000000 0,5.000000 1.000000 0,6.000000-1.000000 0,4.000000 0.000000 0,1.000000 1.000000 1,2.000000-1.000000 0,1.000000 0.000000 1,-2.000000 1.000000 0,-4.000000 2.000000 0,-4.000000 1.000000 0,-4.000000 1.000000 0,-2.000000 0.000000 0,2.000000-1.000000 0,1.000000-2.000000 0,2.000000-1.000000 1,0.000000 0.000000 0,0.000000-1.000000 0,1.000000 0.000000 0,-1.000000 1.000000 1,3.000000-1.000000-1,6.000000 0.000000 1,5.000000 1.000000-1,6.000000-1.000000 0,3.000000 0.000000 0,-2.000000 0.000000 1,-2.000000 1.000000-1,-1.000000-1.000000 1,-2.000000 1.000000-1,-3.000000 1.000000 0,-2.000000 2.000000 0,-4.000000 2.000000-1,0.000000 0.000000-1,1.000000 0.000000 0,1.000000 0.000000 0,2.000000 0.000000-1,3.000000 0.000000 0,4.000000 0.000000 0,4.000000 0.000000 0,5.000000 0.000000-1,0.000000 0.000000 0,-2.000000 0.000000 0,-4.000000 0.000000 2,-2.000000 0.000000 0,-4.000000 0.000000 0,-4.000000 0.000000 1,-4.000000 0.000000 0,-5.000000 0.000000 1,0.000000 0.000000 0,3.000000 2.000000 0,2.000000 2.000000 0,3.000000 1.000000 1,4.000000 1.000000-1,4.000000-1.000000 1,5.000000 1.000000 0,3.000000 0.000000 1,-1.000000 0.000000-1,-7.000000-1.000000 0,-7.000000 1.000000 0,-7.000000 0.000000-2,-4.000000-1.000000 1,1.000000 1.000000-1,-1.000000 0.000000 0,0.000000-1.000000 0,1.000000 0.000000-1,2.000000-1.000000 0,0.000000-2.000000-1,3.000000-1.000000 0,0.000000-1.000000-1,0.000000 3.000000 1,0.000000 0.000000 0,0.000000 2.000000 1,-1.000000 2.000000-1,1.000000 0.000000 1,0.000000 3.000000-1,0.000000 0.000000 0,-2.000000 1.000000 0,-4.000000-2.000000 1,-5.000000-1.000000-2,-4.000000-1.000000 1,-4.000000-2.000000 0,-2.000000 1.000000 1,-3.000000 0.000000-1,-3.000000-1.000000 1,0.000000 1.000000 0,2.000000 0.000000 1,4.000000-1.000000 0,2.000000 1.000000 1,4.000000 0.000000 0,2.000000 0.000000 1,3.000000-1.000000-1,3.000000 1.000000 0,1.000000 0.000000 0,0.000000-1.000000 0,1.000000 1.000000-1,-1.000000 0.000000 0,-1.000000-1.000000 0,-3.000000-2.000000-1,-3.000000-1.000000 0,-3.000000-1.000000-1,-3.000000 0.000000 1,-5.000000 1.000000-1,-3.000000 1.000000 1,-6.000000 2.000000 0,0.000000 0.000000 0,1.000000-1.000000-1,1.000000-2.000000 0,2.000000-1.000000-1,0.000000-1.000000 0,1.000000 0.000000 0,-1.000000 0.000000 1,1.000000 0.000000 0,0.000000 0.000000 1,2.000000 0.000000 1,1.000000 0.000000 0,1.000000 0.000000 0,1.000000 0.000000 0,1.000000 0.000000 1,-1.000000 0.000000-1,0.000000 0.000000 0,1.000000 0.000000 0,1.000000 0.000000 1,2.000000 0.000000-1,1.000000 0.000000 1,-1.000000 0.000000-1,-2.000000 0.000000 0,-3.000000 0.000000 1,-3.000000 0.000000-1,-3.000000 0.000000 0,0.000000 0.000000-1,-2.000000 0.000000 0,-2.000000 0.000000-2,0.000000-1.000000 0,0.000000-1.000000 1,0.000000-2.000000 1,-1.000000-1.000000 0,0.000000 0.000000 1,-1.000000 2.000000 0,-2.000000 1.000000-1,-1.000000 1.000000 0,-1.000000 1.000000-1,0.000000 0.000000 1,0.000000 0.000000 0,1.000000 0.000000 0,0.000000 0.000000 0,3.000000 0.000000 0,4.000000 0.000000 0,2.000000 0.000000 0,0.000000 0.000000-1,-3.000000 0.000000 1,-3.000000 0.000000 1,-2.000000 0.000000-1,-1.000000-1.000000 0,1.000000-1.000000 0,1.000000-1.000000 0,3.000000-2.000000 0,-1.000000 0.000000 1,1.000000 1.000000-1,0.000000 2.000000 1,0.000000 1.000000 0,-1.000000 1.000000 0,1.000000 0.000000 0,0.000000 0.000000 0,0.000000 0.000000-1,-1.000000 0.000000 0,-1.000000 0.000000 0,-2.000000 0.000000 0,-1.000000 0.000000-2,-1.000000 0.000000 1,0.000000-3.000000 0,0.000000 0.000000 1,0.000000-2.000000-1,1.000000 0.000000 1,1.000000 1.000000 0,2.000000 2.000000-1,1.000000 2.000000 0,0.000000 0.000000-1,1.000000 0.000000 1,0.000000 0.000000-1,0.000000 0.000000-1,-2.000000 0.000000 1,-2.000000 2.000000 0,-4.000000 2.000000 0,-2.000000 1.000000 1,-1.000000 1.000000 0,-1.000000-1.000000 1,0.000000 1.000000 0,1.000000 0.000000 0,-1.000000-1.000000 0,1.000000 1.000000 0,-1.000000 0.000000-2,0.000000-1.000000 0,1.000000 1.000000 0,-1.000000 0.000000 0,0.000000 0.000000 1,1.000000-1.000000 0,-1.000000 2.000000 0,1.000000 0.000000 2,-1.000000 3.000000 2,0.000000 0.000000 0,1.000000 2.000000 1,-1.000000-1.000000-1,1.000000 1.000000-1,-1.000000-1.000000 0,0.000000 0.000000-2,-2.000000 1.000000 1,-1.000000-1.000000 0,-2.000000 1.000000 0,1.000000-1.000000 0,0.000000 0.000000 1,3.000000 1.000000 0,0.000000-1.000000 2,2.000000 0.000000-1,-1.000000-2.000000 0,1.000000-1.000000 0,-1.000000-2.000000-1,2.000000 1.000000 0,2.000000 3.000000 0,4.000000 3.000000 0,2.000000 3.000000-1,1.000000 0.000000 0,-4.000000-4.000000 0,-2.000000-2.000000 0,-3.000000-3.000000-1,-1.000000 0.000000 1,4.000000 1.000000 0,3.000000 1.000000-1,2.000000 2.000000 1,1.000000 1.000000 0,-1.000000 1.000000-1,-2.000000 2.000000 1,-1.000000 2.000000-1,-1.000000-1.000000 0,0.000000-1.000000 0,0.000000-2.000000 0,0.000000 0.000000 1,0.000000-1.000000-1,0.000000 1.000000-1,0.000000 2.000000 1,0.000000 2.000000 0,-1.000000-1.000000-1,-3.000000-1.000000 1,-3.000000-2.000000 1,-3.000000-1.000000 0,-1.000000 1.000000-1,2.000000 0.000000 1,2.000000 2.000000 0,0.000000 1.000000-1,1.000000 2.000000 0,-2.000000-1.000000 0,-1.000000 0.000000 0,-2.000000 0.000000-1,0.000000 0.000000 0,0.000000 0.000000 0,-1.000000 0.000000 0,1.000000 0.000000 0,0.000000 1.000000 0,0.000000 1.000000 0,-1.000000 2.000000 1,1.000000 1.000000-1,-1.000000 1.000000 1,-1.000000-1.000000-1,-2.000000 1.000000 1,-2.000000 0.000000-1,1.000000 0.000000 1,1.000000 0.000000 1,2.000000-1.000000-1,1.000000 1.000000 1,0.000000 1.000000 1,-2.000000 1.000000-1,-1.000000 1.000000 1,-1.000000 2.000000-1,-1.000000-1.000000 1,0.000000-3.000000 0,0.000000-3.000000-1,0.000000-2.000000 0,0.000000-2.000000 0,0.000000 0.000000 0,0.000000 0.000000 1,0.000000 0.000000 0,0.000000 1.000000-1,0.000000 1.000000 0,0.000000 2.000000 0,0.000000 1.000000-1,-1.000000 1.000000-1,-1.000000 2.000000 1,-1.000000 2.000000-2,-2.000000 1.000000 0,-2.000000-1.000000 0,0.000000-3.000000 0,-3.000000-3.000000 1,0.000000-2.000000-1,-1.000000-2.000000 0,2.000000 0.000000 0,1.000000 0.000000 0,1.000000 0.000000 0,1.000000 0.000000 1,-2.000000 0.000000 0,-1.000000 0.000000 0,-2.000000 0.000000 0,0.000000 0.000000 1,-1.000000 1.000000 0,1.000000-1.000000 0,0.000000 0.000000 0,-1.000000 0.000000 0,-2.000000 0.000000 0,-1.000000 0.000000 0,-1.000000 0.000000 0,-1.000000-1.000000-1,2.000000-1.000000 1,2.000000-1.000000-1,1.000000-2.000000 1,0.000000 0.000000-1,1.000000 2.000000 0,0.000000 1.000000-1,-1.000000 1.000000 1,1.000000 1.000000-1,-1.000000 0.000000 1,1.000000 0.000000 0,0.000000 0.000000 2,-1.000000 0.000000-1,1.000000 1.000000 0,-1.000000-1.000000 0,1.000000 0.000000 1,-1.000000-1.000000-1,-2.000000-1.000000 0,-1.000000-1.000000 0,-1.000000-2.000000 0,0.000000 0.000000-1,1.000000 1.000000 1,1.000000 2.000000 0,2.000000 2.000000 1,1.000000-1.000000-1,-1.000000-1.000000 0,1.000000-2.000000 1,0.000000 0.000000 0,-1.000000-3.000000 0,1.000000 0.000000 0,-1.000000-3.000000 1,1.000000 0.000000 1,0.000000-2.000000-1,-1.000000 1.000000 2,1.000000 0.000000 0,-1.000000 0.000000 0,1.000000 0.000000 1,0.000000 2.000000-1,-1.000000 1.000000 0,1.000000 2.000000-1,-1.000000-1.000000 0,1.000000 0.000000-1,0.000000-2.000000 0,-1.000000-2.000000-1,1.000000 0.000000 0,-1.000000 2.000000 0,1.000000 1.000000 0,0.000000 2.000000 0,-1.000000 0.000000 1,-2.000000 1.000000-1,-1.000000-1.000000 1,-1.000000 1.000000 1,-3.000000-1.000000 0,-2.000000 0.000000-1,-3.000000 1.000000 2,-3.000000-1.000000-1,-1.000000 0.000000 0,1.000000-2.000000-1,3.000000-1.000000 0,0.000000-2.000000 0,1.000000 0.000000-1,0.000000 0.000000 1,1.000000 0.000000 0,-1.000000-1.000000 0,-1.000000 0.000000-5,-3.000000-1.000000-7,-3.000000-2.000000-7,-3.000000-1.000000-9,-1.000000-1.000000-1,2.000000 0.000000 4,2.000000 0.000000 4,1.000000 0.000000 5,2.000000 0.000000-9,2.000000 0.000000-22,4.000000 0.000000-23,3.000000 0.000000-22</inkml:trace>
</inkml:ink>
</file>

<file path=ppt/ink/ink9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2"/>
    </inkml:context>
    <inkml:brush xml:id="br0">
      <inkml:brushProperty name="width" value="0.0246673449873924" units="cm"/>
      <inkml:brushProperty name="height" value="0.0246673449873924" units="cm"/>
      <inkml:brushProperty name="color" value="#000000"/>
      <inkml:brushProperty name="ignorePressure" value="0"/>
    </inkml:brush>
  </inkml:definitions>
  <inkml:trace contextRef="#ctx0" brushRef="#br0">50013.000000 33636.000000 594,'-31.000000'0.000000'-17,"8.000000"0.000000"4 ,7.000000 0.000000 6,6.000000 0.000000 4,5.000000-1.000000 3,-1.000000-1.000000 1,0.000000-2.000000 1,1.000000-1.000000 1,0.000000 0.000000 0,1.000000-1.000000 0,2.000000 0.000000 1,1.000000 0.000000-1,1.000000 1.000000 0,0.000000-1.000000 1,0.000000 0.000000-1,0.000000 1.000000 1,0.000000 2.000000 5,0.000000 6.000000 9,0.000000 5.000000 9,0.000000 6.000000 10,0.000000 7.000000 3,0.000000 7.000000-2,0.000000 7.000000-2,0.000000 7.000000-4,0.000000 6.000000-3,0.000000 6.000000-5,0.000000 6.000000-5,0.000000 6.000000-6,-1.000000 3.000000-3,-4.000000 4.000000-1,-2.000000 3.000000 0,-3.000000 2.000000-2,-1.000000 6.000000-1,0.000000 8.000000-2,-1.000000 10.000000-1,1.000000 7.000000-2,0.000000 4.000000-1,2.000000-4.000000 1,1.000000-2.000000 1,2.000000-3.000000 0,0.000000-6.000000 1,0.000000-8.000000 0,1.000000-9.000000-1,-1.000000-8.000000 1,1.000000-8.000000 0,1.000000-5.000000 0,2.000000-6.000000 0,1.000000-5.000000 1,1.000000-5.000000 0,0.000000-3.000000 0,0.000000-2.000000-2,0.000000-4.000000 0,1.000000-7.000000-7,1.000000-13.000000-15,2.000000-13.000000-14,1.000000-13.000000-14,1.000000-6.000000-3,-1.000000-3.000000 7,1.000000 0.000000 7,0.000000-2.000000 9,-1.000000 0.000000 1,1.000000 4.000000-6,0.000000 2.000000-6,-1.000000 3.000000-4</inkml:trace>
</inkml:ink>
</file>

<file path=ppt/ink/ink9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2"/>
    </inkml:context>
    <inkml:brush xml:id="br0">
      <inkml:brushProperty name="width" value="0.0228550862520933" units="cm"/>
      <inkml:brushProperty name="height" value="0.0228550862520933" units="cm"/>
      <inkml:brushProperty name="color" value="#000000"/>
      <inkml:brushProperty name="ignorePressure" value="0"/>
    </inkml:brush>
  </inkml:definitions>
  <inkml:trace contextRef="#ctx0" brushRef="#br0">50856.000000 34547.000000 641,'0.000000'-31.000000'17,"0.000000"5.000000"-3 ,0.000000 6.000000-3,0.000000 6.000000-2,-1.000000 3.000000 2,-1.000000-1.000000 4,-1.000000 1.000000 5,-2.000000-1.000000 5,-2.000000 2.000000 2,0.000000 0.000000-2,-3.000000 3.000000-2,0.000000 0.000000 0,-3.000000 2.000000-3,0.000000 2.000000-4,-2.000000 0.000000-3,-1.000000 3.000000-3,-3.000000 3.000000-4,-2.000000 8.000000-2,-3.000000 7.000000-2,-4.000000 7.000000-4,1.000000 5.000000-1,0.000000 5.000000-1,2.000000 4.000000-2,2.000000 5.000000-2,2.000000 0.000000 0,5.000000-3.000000 0,4.000000-2.000000-1,4.000000-4.000000 1,4.000000-1.000000-1,2.000000-2.000000 2,4.000000-2.000000 1,2.000000 0.000000 1,5.000000-3.000000 2,8.000000-3.000000 1,6.000000-3.000000 3,8.000000-2.000000 1,4.000000-4.000000 2,4.000000-2.000000 2,2.000000-3.000000 1,3.000000-3.000000 2,0.000000 0.000000 1,-5.000000 1.000000 0,-4.000000 1.000000 1,-5.000000 2.000000 0,-4.000000 1.000000 0,-6.000000 1.000000 1,-6.000000 2.000000 1,-5.000000 2.000000 1,-10.000000 0.000000-1,-13.000000 3.000000-3,-12.000000 0.000000-3,-13.000000 2.000000-2,-7.000000 0.000000-6,-2.000000-1.000000-6,-1.000000-2.000000-6,-2.000000-1.000000-7,2.000000-2.000000-8,4.000000-4.000000-13,5.000000-2.000000-10,3.000000-2.000000-12,6.000000-4.000000-1,5.000000-3.000000 10,6.000000-2.000000 9,6.000000-3.000000 10</inkml:trace>
</inkml:ink>
</file>

<file path=ppt/ink/ink9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3"/>
    </inkml:context>
    <inkml:brush xml:id="br0">
      <inkml:brushProperty name="width" value="0.0236562639474869" units="cm"/>
      <inkml:brushProperty name="height" value="0.0236562639474869" units="cm"/>
      <inkml:brushProperty name="color" value="#000000"/>
      <inkml:brushProperty name="ignorePressure" value="0"/>
    </inkml:brush>
  </inkml:definitions>
  <inkml:trace contextRef="#ctx0" brushRef="#br0">50993.000000 35048.000000 619,'43.000000'-10.000000'2,"-4.000000"0.000000"2 ,-4.000000 3.000000 2,-4.000000 0.000000 4,-3.000000 1.000000 2,1.000000 1.000000 3,-1.000000-1.000000 3,1.000000 0.000000 3,-1.000000-1.000000 1,1.000000-3.000000-2,-1.000000-3.000000-2,1.000000-2.000000-1,-2.000000-2.000000-2,-3.000000 0.000000-2,-3.000000 0.000000-1,-2.000000-1.000000-2,-3.000000-1.000000-2,-4.000000-4.000000 0,-2.000000-5.000000-1,-2.000000-4.000000-1,-3.000000-1.000000 0,-2.000000 3.000000 1,-1.000000 3.000000 0,-1.000000 3.000000 1,-4.000000 2.000000-1,-5.000000 1.000000-4,-7.000000 2.000000-3,-5.000000 1.000000-3,-4.000000 4.000000 0,-3.000000 5.000000 2,-3.000000 7.000000 2,-3.000000 4.000000 2,0.000000 8.000000 3,1.000000 6.000000 0,1.000000 8.000000 2,2.000000 6.000000 0,1.000000 5.000000 2,2.000000 1.000000-1,1.000000 2.000000 0,2.000000 1.000000 0,2.000000 1.000000 0,5.000000 0.000000-1,3.000000 0.000000 0,6.000000 0.000000-2,4.000000-2.000000-1,6.000000-5.000000-4,5.000000-4.000000-5,6.000000-4.000000-3,6.000000-4.000000-6,6.000000-2.000000-7,5.000000-3.000000-7,6.000000-4.000000-7,5.000000-2.000000-6,5.000000-5.000000-7,3.000000-5.000000-5,5.000000-3.000000-6,-3.000000-3.000000 1,-10.000000 0.000000 11,-10.000000 1.000000 10,-10.000000-1.000000 10</inkml:trace>
</inkml:ink>
</file>

<file path=ppt/ink/ink9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3"/>
    </inkml:context>
    <inkml:brush xml:id="br0">
      <inkml:brushProperty name="width" value="0.0249740164726973" units="cm"/>
      <inkml:brushProperty name="height" value="0.0249740164726973" units="cm"/>
      <inkml:brushProperty name="color" value="#000000"/>
      <inkml:brushProperty name="ignorePressure" value="0"/>
    </inkml:brush>
  </inkml:definitions>
  <inkml:trace contextRef="#ctx0" brushRef="#br0">51813.000000 34684.000000 587,'-30.000000'30.000000'29,"6.000000"-6.000000"2 ,8.000000-8.000000 1,6.000000-6.000000 0,6.000000-4.000000 1,3.000000 2.000000-1,2.000000 1.000000 1,3.000000 2.000000-1,2.000000 1.000000-2,0.000000 1.000000-4,-1.000000 2.000000-5,1.000000 2.000000-3,-1.000000 0.000000-4,-1.000000 3.000000-3,-2.000000 0.000000-3,-1.000000 2.000000-2,-1.000000 2.000000-2,0.000000 1.000000 1,0.000000 1.000000 1,0.000000 2.000000 0,-2.000000-1.000000-3,-2.000000-3.000000-3,-3.000000-2.000000-6,-3.000000-4.000000-4,3.000000-8.000000-10,11.000000-14.000000-14,9.000000-15.000000-14,11.000000-13.000000-14,5.000000-8.000000-1,2.000000 3.000000 13,1.000000 0.000000 12,1.000000 2.000000 13,1.000000 3.000000 10,-2.000000 5.000000 8,-2.000000 3.000000 8,0.000000 5.000000 8,-3.000000 3.000000 6,-3.000000 3.000000 4,-3.000000 3.000000 4,-2.000000 3.000000 3,-4.000000 4.000000 4,-2.000000 6.000000 0,-3.000000 6.000000 2,-3.000000 5.000000 1,-2.000000 5.000000-2,-1.000000 5.000000-5,-2.000000 4.000000-5,-1.000000 4.000000-4,-1.000000 2.000000-5,0.000000 0.000000-4,0.000000 0.000000-3,0.000000 0.000000-4,1.000000-1.000000-9,3.000000-3.000000-12,4.000000-3.000000-13,1.000000-3.000000-14,2.000000-3.000000-7,-2.000000-5.000000-2,-1.000000-4.000000-2,-1.000000-4.000000-1</inkml:trace>
</inkml:ink>
</file>

<file path=ppt/ink/ink10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4"/>
    </inkml:context>
    <inkml:brush xml:id="br0">
      <inkml:brushProperty name="width" value="0.0288159791380167" units="cm"/>
      <inkml:brushProperty name="height" value="0.0288159791380167" units="cm"/>
      <inkml:brushProperty name="color" value="#000000"/>
      <inkml:brushProperty name="ignorePressure" value="0"/>
    </inkml:brush>
  </inkml:definitions>
  <inkml:trace contextRef="#ctx0" brushRef="#br0">52656.000000 34866.000000 508,'10.000000'-53.000000'4,"-3.000000"6.000000"6 ,-2.000000 8.000000 7,-4.000000 7.000000 6,-1.000000 4.000000 5,0.000000 2.000000 3,0.000000 1.000000 4,0.000000 2.000000 2,-2.000000 1.000000-1,-5.000000 4.000000-3,-3.000000 2.000000-4,-5.000000 3.000000-4,-3.000000 5.000000-4,-1.000000 5.000000-3,-2.000000 6.000000-3,-1.000000 5.000000-4,0.000000 9.000000-3,1.000000 9.000000-5,2.000000 10.000000-3,1.000000 11.000000-5,1.000000 6.000000-3,0.000000 5.000000 0,0.000000 4.000000 0,0.000000 4.000000-2,2.000000-1.000000 1,4.000000-5.000000-1,5.000000-6.000000 1,4.000000-5.000000-1,3.000000-7.000000 1,3.000000-5.000000 1,4.000000-5.000000 1,2.000000-7.000000 1,5.000000-5.000000 0,9.000000-8.000000 1,9.000000-7.000000 0,8.000000-7.000000 1,5.000000-8.000000-1,0.000000-9.000000 0,-1.000000-8.000000 0,1.000000-9.000000-1,-2.000000-6.000000-2,-3.000000-7.000000-1,-2.000000-5.000000-4,-4.000000-6.000000-1,-2.000000-4.000000-2,-3.000000-3.000000 0,-3.000000-2.000000 0,-3.000000-4.000000 0,-3.000000 0.000000 0,-5.000000 4.000000 1,-4.000000 2.000000 1,-4.000000 3.000000 1,-3.000000 3.000000 1,-1.000000 5.000000 1,-2.000000 4.000000 3,-1.000000 4.000000 2,-1.000000 7.000000 2,0.000000 8.000000 0,-1.000000 9.000000 2,2.000000 8.000000 0,-1.000000 8.000000 5,0.000000 5.000000 6,-1.000000 6.000000 6,2.000000 5.000000 8,-2.000000 5.000000 3,-1.000000 3.000000 2,-2.000000 2.000000 0,-1.000000 3.000000 2,-1.000000 3.000000 0,1.000000 1.000000-1,-1.000000 1.000000-2,0.000000 2.000000 0,0.000000 2.000000-1,-2.000000 3.000000-1,-1.000000 2.000000-1,-2.000000 4.000000 0,0.000000 3.000000-2,2.000000 4.000000-2,1.000000 5.000000-2,2.000000 3.000000-2,0.000000 4.000000-3,1.000000 1.000000-7,-1.000000 2.000000-5,0.000000 1.000000-5,1.000000 0.000000-10,-1.000000 1.000000-15,0.000000 0.000000-13,0.000000-1.000000-14,1.000000-5.000000-8,2.000000-14.000000-1,1.000000-12.000000-2,1.000000-14.000000-1</inkml:trace>
</inkml:ink>
</file>

<file path=ppt/ink/ink10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37"/>
    </inkml:context>
    <inkml:brush xml:id="br0">
      <inkml:brushProperty name="width" value="0.0210324190557003" units="cm"/>
      <inkml:brushProperty name="height" value="0.0210324190557003" units="cm"/>
      <inkml:brushProperty name="color" value="#000000"/>
      <inkml:brushProperty name="ignorePressure" value="0"/>
    </inkml:brush>
  </inkml:definitions>
  <inkml:trace contextRef="#ctx0" brushRef="#br0">39691.000000 34501.000000 697,'34.000000'32.000000'30,"-2.000000"-7.000000"-6 ,-2.000000-5.000000-5,0.000000-5.000000-6,0.000000-5.000000-3,5.000000 0.000000-1,4.000000-3.000000-2,5.000000 0.000000 0,2.000000-2.000000 0,2.000000-2.000000-1,1.000000-1.000000 2,1.000000-1.000000-1,0.000000-1.000000 0,-6.000000 0.000000-2,-3.000000 0.000000-3,-5.000000 0.000000-2,-2.000000 0.000000-1,-2.000000 0.000000 0,-2.000000 0.000000 2,0.000000 0.000000 0,-3.000000-1.000000 0,0.000000-1.000000 0,-2.000000-1.000000 0,-2.000000-2.000000-2,-1.000000 0.000000 1,-1.000000 1.000000 1,-2.000000 2.000000 1,-1.000000 1.000000 1,0.000000 1.000000 0,1.000000 0.000000-1,2.000000 0.000000 0,1.000000 0.000000 0,0.000000 0.000000-1,1.000000 0.000000 0,0.000000 0.000000 0,0.000000 0.000000 0,0.000000 0.000000-1,2.000000 0.000000 0,2.000000 0.000000 0,0.000000 0.000000 0,3.000000 0.000000-1,0.000000 0.000000 1,2.000000 0.000000 0,2.000000 0.000000 0,0.000000 0.000000 0,0.000000 0.000000-1,0.000000 0.000000 1,0.000000 0.000000-1,-1.000000 0.000000 1,-3.000000 0.000000-1,-3.000000 0.000000 1,-3.000000 0.000000 0,-1.000000 0.000000 0,0.000000 0.000000 1,0.000000 0.000000 0,-1.000000 0.000000 2,1.000000 0.000000 0,0.000000 0.000000 1,0.000000 0.000000 2,0.000000 0.000000 1,-2.000000 0.000000-1,-2.000000 0.000000-1,-4.000000 0.000000-2,-2.000000 0.000000-2,1.000000 0.000000-1,3.000000 0.000000-1,5.000000 0.000000 0,5.000000 0.000000 0,4.000000 0.000000 0,6.000000 0.000000 2,6.000000 0.000000 2,5.000000 0.000000 3,4.000000 0.000000-1,-1.000000 0.000000 0,0.000000 0.000000-2,0.000000 0.000000 0,0.000000 0.000000-1,-2.000000 0.000000 1,-1.000000 0.000000 0,-2.000000 0.000000 2,-1.000000 0.000000 0,-2.000000 0.000000-1,-1.000000 0.000000-1,-1.000000 0.000000 0,-3.000000 0.000000-1,-5.000000 0.000000-1,-4.000000 0.000000-2,-4.000000 0.000000-2,-1.000000 1.000000 1,3.000000 1.000000 1,3.000000 2.000000 1,3.000000 1.000000 2,1.000000 0.000000 1,0.000000-2.000000 0,1.000000-1.000000 0,-1.000000-1.000000 0,1.000000-1.000000 0,1.000000 0.000000 0,2.000000 0.000000 0,1.000000 0.000000 1,1.000000 0.000000-1,3.000000 0.000000-1,0.000000 0.000000 0,2.000000 0.000000-1,0.000000 0.000000-1,-2.000000 0.000000 0,-1.000000 0.000000 0,-1.000000 0.000000-1,-2.000000 0.000000 0,-1.000000 0.000000 0,-2.000000 0.000000 0,-1.000000 0.000000 0,0.000000 0.000000 1,1.000000 0.000000-1,2.000000 0.000000-1,1.000000 0.000000 1,1.000000 0.000000 0,0.000000 0.000000 1,0.000000 0.000000 2,-1.000000 0.000000 0,3.000000 0.000000 1,5.000000 0.000000-1,3.000000 0.000000 0,5.000000 0.000000-1,2.000000 0.000000 0,0.000000 0.000000-1,0.000000 0.000000 0,0.000000 0.000000-1,-2.000000 0.000000-1,-2.000000 0.000000 0,-3.000000 0.000000 0,-3.000000 0.000000 0,-3.000000 1.000000 0,-3.000000 1.000000 1,-2.000000 2.000000 0,-3.000000 1.000000 0,-2.000000 0.000000 1,0.000000-2.000000-1,0.000000-1.000000-1,0.000000-1.000000 0,1.000000-1.000000-1,1.000000 0.000000 1,2.000000 0.000000-1,1.000000 0.000000 1,1.000000 0.000000 0,0.000000 0.000000 1,0.000000 0.000000-1,0.000000 0.000000 0,-1.000000 0.000000 1,-1.000000 0.000000 0,-2.000000 0.000000 0,-1.000000 0.000000 0,-2.000000 0.000000 0,-1.000000 0.000000-1,-1.000000 0.000000 0,-2.000000 0.000000-1,-2.000000 0.000000 0,-5.000000 0.000000 1,-5.000000 0.000000 1,-3.000000 0.000000 0,-3.000000 0.000000 0,1.000000 0.000000 0,-1.000000 0.000000-1,1.000000 0.000000-1,-2.000000 1.000000 1,-1.000000 1.000000-1,-1.000000 1.000000 1,-1.000000 2.000000 1,-1.000000 0.000000 0,2.000000-1.000000 2,1.000000-2.000000 0,2.000000-1.000000 2,-2.000000-1.000000-11,-4.000000 3.000000-21,-4.000000 0.000000-21,-5.000000 2.000000-21</inkml:trace>
</inkml:ink>
</file>

<file path=ppt/ink/ink10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29:42"/>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7108.000000 34866.000000,'158.000000'-7.000000,"-1.000000"0.000000,0.000000 1.000000,0.000000-1.000000,1.000000 0.000000,-1.000000 0.000000,0.000000 0.000000,0.000000 0.000000,0.000000 1.000000,1.000000-1.000000,-1.000000 0.000000,0.000000 0.000000,0.000000 0.000000,1.000000 0.000000,-1.000000 1.000000,0.000000-1.000000,0.000000 0.000000,0.000000 0.000000,1.000000 0.000000,-1.000000 0.000000,0.000000 0.000000,0.000000 1.000000,1.000000-1.000000,-1.000000 0.000000,0.000000 0.000000,0.000000 0.000000,0.000000 0.000000,1.000000 1.000000,-1.000000-1.000000,0.000000 0.000000,0.000000 0.000000,0.000000 0.000000,1.000000 0.000000,-1.000000 1.000000,0.000000-1.000000,0.000000 0.000000,1.000000 0.000000,-1.000000 0.000000,0.000000 0.000000,0.000000 1.000000</inkml:trace>
</inkml:ink>
</file>

<file path=ppt/ink/ink10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6"/>
    </inkml:context>
    <inkml:brush xml:id="br0">
      <inkml:brushProperty name="width" value="0.0202409811317921" units="cm"/>
      <inkml:brushProperty name="height" value="0.0202409811317921" units="cm"/>
      <inkml:brushProperty name="color" value="#000000"/>
      <inkml:brushProperty name="ignorePressure" value="0"/>
    </inkml:brush>
  </inkml:definitions>
  <inkml:trace contextRef="#ctx0" brushRef="#br0">7336.000000 35641.000000 724,'-10.000000'-21.000000'-14,"3.000000"5.000000"8 ,3.000000 4.000000 10,3.000000 4.000000 9,0.000000 4.000000 5,-1.000000 2.000000 0,-2.000000 4.000000 0,-1.000000 2.000000 0,-1.000000 4.000000 0,1.000000 4.000000-2,-1.000000 4.000000 0,0.000000 5.000000-1,1.000000 2.000000-1,-1.000000 2.000000-1,0.000000 2.000000-1,1.000000 0.000000-1,-2.000000 3.000000-1,-1.000000 3.000000 0,-1.000000 3.000000 0,-2.000000 2.000000-1,0.000000 2.000000 0,0.000000 0.000000 1,-1.000000 0.000000 0,1.000000-1.000000 1,0.000000-1.000000-2,2.000000-7.000000-6,1.000000-6.000000-4,2.000000-5.000000-5,2.000000-3.000000-8,5.000000-2.000000-11,4.000000-2.000000-10,4.000000-1.000000-11</inkml:trace>
</inkml:ink>
</file>

<file path=ppt/ink/ink10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6"/>
    </inkml:context>
    <inkml:brush xml:id="br0">
      <inkml:brushProperty name="width" value="0.0195607952773571" units="cm"/>
      <inkml:brushProperty name="height" value="0.0195607952773571" units="cm"/>
      <inkml:brushProperty name="color" value="#000000"/>
      <inkml:brushProperty name="ignorePressure" value="0"/>
    </inkml:brush>
  </inkml:definitions>
  <inkml:trace contextRef="#ctx0" brushRef="#br0">7724.000000 35709.000000 749,'0.000000'-16.000000'37,"0.000000"15.000000"1 ,0.000000 14.000000 1,0.000000 14.000000 1,-2.000000 7.000000-3,-2.000000 0.000000-9,-3.000000 0.000000-9,-3.000000 1.000000-8,0.000000 0.000000-10,3.000000 4.000000-10,3.000000 2.000000-10,2.000000 3.000000-11,2.000000-3.000000-2,0.000000-8.000000 6,0.000000-9.000000 6,0.000000-8.000000 7,0.000000-5.000000-2,0.000000 1.000000-11,0.000000-1.000000-10,0.000000 1.000000-12</inkml:trace>
</inkml:ink>
</file>

<file path=ppt/ink/ink10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6"/>
    </inkml:context>
    <inkml:brush xml:id="br0">
      <inkml:brushProperty name="width" value="0.019241102039814" units="cm"/>
      <inkml:brushProperty name="height" value="0.019241102039814" units="cm"/>
      <inkml:brushProperty name="color" value="#000000"/>
      <inkml:brushProperty name="ignorePressure" value="0"/>
    </inkml:brush>
  </inkml:definitions>
  <inkml:trace contextRef="#ctx0" brushRef="#br0">8179.000000 35937.000000 762,'0.000000'-21.000000'10,"0.000000"2.000000"0 ,0.000000 3.000000 0,0.000000 4.000000 0,1.000000-1.000000 2,1.000000-3.000000 1,2.000000-2.000000 3,1.000000-4.000000 3,0.000000-1.000000 0,-2.000000 1.000000-2,-1.000000-1.000000-2,-1.000000 0.000000-2,-2.000000 2.000000-1,-1.000000 2.000000-2,-1.000000 4.000000-3,-2.000000 2.000000-1,-2.000000 2.000000-3,-3.000000 2.000000-3,-3.000000 1.000000-2,-3.000000 2.000000-3,0.000000 1.000000-1,1.000000 4.000000-2,1.000000 2.000000 1,2.000000 4.000000-2,2.000000 2.000000 1,0.000000 6.000000 2,2.000000 3.000000 1,2.000000 5.000000 1,1.000000 2.000000 1,2.000000 2.000000 0,0.000000 1.000000 1,3.000000 2.000000 0,0.000000 1.000000 2,3.000000-1.000000 1,0.000000 1.000000 3,2.000000-1.000000 1,2.000000-1.000000 2,3.000000-3.000000-1,3.000000-2.000000 0,3.000000-4.000000 0,0.000000 0.000000-1,-1.000000 1.000000-3,-2.000000 2.000000-2,0.000000 1.000000-3,-3.000000-1.000000 0,0.000000-2.000000-1,-3.000000-4.000000 2,0.000000-2.000000 0,-3.000000-1.000000 0,-3.000000 2.000000 2,-2.000000 1.000000 2,-3.000000 1.000000 0,-4.000000-1.000000 2,-4.000000-4.000000 0,-5.000000-5.000000 1,-3.000000-4.000000 1,-2.000000-2.000000 1,1.000000 0.000000 0,2.000000 0.000000 1,1.000000 0.000000 0,2.000000-2.000000 0,4.000000-4.000000-2,2.000000-5.000000-1,3.000000-4.000000-1,2.000000-3.000000-1,1.000000-4.000000-2,2.000000-2.000000-3,1.000000-3.000000 0,7.000000-2.000000-6,11.000000-2.000000-8,11.000000-1.000000-8,12.000000-1.000000-8,7.000000 0.000000-4,3.000000 3.000000 0,3.000000 3.000000 0,2.000000 3.000000 1,-3.000000 2.000000 1,-10.000000 4.000000 3,-10.000000 2.000000 2,-10.000000 3.000000 2</inkml:trace>
</inkml:ink>
</file>

<file path=ppt/ink/ink10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7"/>
    </inkml:context>
    <inkml:brush xml:id="br0">
      <inkml:brushProperty name="width" value="0.0192015990614891" units="cm"/>
      <inkml:brushProperty name="height" value="0.0192015990614891" units="cm"/>
      <inkml:brushProperty name="color" value="#000000"/>
      <inkml:brushProperty name="ignorePressure" value="0"/>
    </inkml:brush>
  </inkml:definitions>
  <inkml:trace contextRef="#ctx0" brushRef="#br0">8749.000000 35664.000000 763,'-9.000000'-12.000000'35,"4.000000"1.000000"0 ,4.000000-1.000000 0,5.000000 1.000000 0,2.000000 1.000000-2,2.000000 3.000000-8,1.000000 3.000000-6,2.000000 2.000000-8,0.000000 4.000000-4,1.000000 2.000000-5,-1.000000 3.000000-5,0.000000 3.000000-3,0.000000 3.000000-3,-2.000000 5.000000 1,-1.000000 4.000000 0,-1.000000 5.000000 0,-4.000000 3.000000 1,-4.000000 2.000000-1,-4.000000 4.000000 1,-4.000000 2.000000-1,-4.000000 2.000000 1,-2.000000 0.000000 1,-4.000000 0.000000 2,-2.000000 0.000000 0,-1.000000-3.000000 2,4.000000-6.000000 3,2.000000-5.000000 2,3.000000-6.000000 2,9.000000-7.000000 0,14.000000-9.000000-4,14.000000-8.000000-4,15.000000-9.000000-4,5.000000-5.000000-5,-3.000000-1.000000-6,-2.000000-2.000000-6,-4.000000-1.000000-7,-3.000000 1.000000-2,-4.000000 5.000000-2,-4.000000 4.000000 0,-5.000000 4.000000-1</inkml:trace>
</inkml:ink>
</file>

<file path=ppt/ink/ink10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7"/>
    </inkml:context>
    <inkml:brush xml:id="br0">
      <inkml:brushProperty name="width" value="0.0207594111561775" units="cm"/>
      <inkml:brushProperty name="height" value="0.0207594111561775" units="cm"/>
      <inkml:brushProperty name="color" value="#000000"/>
      <inkml:brushProperty name="ignorePressure" value="0"/>
    </inkml:brush>
  </inkml:definitions>
  <inkml:trace contextRef="#ctx0" brushRef="#br0">9911.000000 35572.000000 706,'-21.000000'45.000000'116,"5.000000"-4.000000"-31 ,4.000000-3.000000-31,4.000000-2.000000-30,3.000000-2.000000-16,2.000000 0.000000-4,0.000000 0.000000-2,3.000000 1.000000-2,0.000000-3.000000-3,0.000000-2.000000 0,0.000000-3.000000-2,0.000000-2.000000 0,3.000000-4.000000 0,8.000000-3.000000 0,7.000000-2.000000 2,7.000000-3.000000 1,5.000000-3.000000 0,2.000000-3.000000 0,4.000000-3.000000 0,2.000000-2.000000 0,2.000000-4.000000-3,0.000000-2.000000-2,0.000000-3.000000-3,0.000000-3.000000-3,-2.000000-2.000000-2,-2.000000-2.000000 2,-3.000000-1.000000 1,-3.000000-1.000000 1,-5.000000 0.000000-4,-5.000000 3.000000-10,-6.000000 3.000000-10,-5.000000 3.000000-11,-3.000000 2.000000-1,-1.000000 2.000000 7,1.000000 1.000000 6,0.000000 1.000000 8</inkml:trace>
</inkml:ink>
</file>

<file path=ppt/ink/ink10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7"/>
    </inkml:context>
    <inkml:brush xml:id="br0">
      <inkml:brushProperty name="width" value="0.0209566745907068" units="cm"/>
      <inkml:brushProperty name="height" value="0.0209566745907068" units="cm"/>
      <inkml:brushProperty name="color" value="#000000"/>
      <inkml:brushProperty name="ignorePressure" value="0"/>
    </inkml:brush>
  </inkml:definitions>
  <inkml:trace contextRef="#ctx0" brushRef="#br0">10230.000000 35686.000000 699,'-1.000000'-30.000000'0,"-1.000000"6.000000"15 ,-1.000000 8.000000 13,-2.000000 7.000000 15,-2.000000 9.000000 4,-1.000000 11.000000-6,-1.000000 12.000000-5,-1.000000 11.000000-7,-3.000000 7.000000-5,0.000000 3.000000-6,-2.000000 3.000000-5,-1.000000 3.000000-7,-2.000000 2.000000-7,1.000000 2.000000-12,0.000000 0.000000-11,0.000000 3.000000-12,1.000000-5.000000-8,1.000000-10.000000-5,1.000000-10.000000-5,2.000000-10.000000-6</inkml:trace>
</inkml:ink>
</file>

<file path=ppt/ink/ink10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48"/>
    </inkml:context>
    <inkml:brush xml:id="br0">
      <inkml:brushProperty name="width" value="0.0165463797748089" units="cm"/>
      <inkml:brushProperty name="height" value="0.0165463797748089" units="cm"/>
      <inkml:brushProperty name="color" value="#000000"/>
      <inkml:brushProperty name="ignorePressure" value="0"/>
    </inkml:brush>
  </inkml:definitions>
  <inkml:trace contextRef="#ctx0" brushRef="#br0">9387.000000 36233.000000 886,'11.000000'31.000000'80,"1.000000"-8.000000"-46 ,-1.000000-6.000000-48,1.000000-8.000000-47</inkml:trace>
</inkml:ink>
</file>

<file path=ppt/ink/ink10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2"/>
    </inkml:context>
    <inkml:brush xml:id="br0">
      <inkml:brushProperty name="width" value="0.0201649758964777" units="cm"/>
      <inkml:brushProperty name="height" value="0.0201649758964777" units="cm"/>
      <inkml:brushProperty name="color" value="#000000"/>
      <inkml:brushProperty name="ignorePressure" value="0"/>
    </inkml:brush>
  </inkml:definitions>
  <inkml:trace contextRef="#ctx0" brushRef="#br0">11050.000000 35755.000000 727,'0.000000'-21.000000'-11,"0.000000"5.000000"1 ,0.000000 4.000000 2,0.000000 4.000000 1,0.000000 2.000000 2,0.000000 0.000000 2,0.000000 1.000000 2,0.000000-1.000000 3,0.000000 0.000000 2,0.000000 1.000000 2,0.000000-1.000000 2,0.000000 0.000000 3,1.000000 0.000000 2,1.000000 1.000000 1,2.000000-1.000000 1,1.000000 0.000000 2,-2.000000 5.000000 2,-3.000000 8.000000 0,-5.000000 9.000000 2,-5.000000 8.000000 1,-1.000000 6.000000-1,0.000000 3.000000-3,-1.000000 2.000000-2,1.000000 4.000000-4,-1.000000 1.000000-1,-2.000000-1.000000-1,-1.000000 1.000000-1,-1.000000 0.000000-1,-1.000000-1.000000 0,0.000000-1.000000 0,0.000000-2.000000-1,-1.000000-1.000000 1,3.000000-3.000000-2,5.000000-4.000000-3,3.000000-4.000000-2,5.000000-5.000000-2,2.000000-4.000000-3,-3.000000-2.000000-4,0.000000-3.000000-3,-2.000000-3.000000-3,1.000000-3.000000-5,5.000000-5.000000-6,4.000000-4.000000-8,4.000000-4.000000-6,2.000000-2.000000-2,-2.000000 2.000000 4,-1.000000 1.000000 4,-2.000000 2.000000 5,0.000000-1.000000 1,0.000000 0.000000 3,0.000000-3.000000 1,-1.000000 0.000000 2</inkml:trace>
</inkml:ink>
</file>

<file path=ppt/ink/ink10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3"/>
    </inkml:context>
    <inkml:brush xml:id="br0">
      <inkml:brushProperty name="width" value="0.0210639573633671" units="cm"/>
      <inkml:brushProperty name="height" value="0.0210639573633671" units="cm"/>
      <inkml:brushProperty name="color" value="#000000"/>
      <inkml:brushProperty name="ignorePressure" value="0"/>
    </inkml:brush>
  </inkml:definitions>
  <inkml:trace contextRef="#ctx0" brushRef="#br0">11096.000000 35777.000000 696,'0.000000'-31.000000'1,"0.000000"5.000000"2 ,0.000000 7.000000 3,0.000000 4.000000 2,1.000000 6.000000 3,1.000000 4.000000 4,1.000000 4.000000 4,2.000000 5.000000 3,1.000000 4.000000 1,0.000000 7.000000-3,-1.000000 5.000000-2,1.000000 5.000000-3,0.000000 5.000000-2,-1.000000 3.000000-1,1.000000 3.000000-1,0.000000 2.000000-2,0.000000 1.000000-1,-1.000000-1.000000 0,1.000000-2.000000-2,0.000000-1.000000-1,-1.000000-1.000000-1,1.000000-2.000000-2,0.000000-2.000000-1,-1.000000-1.000000-3,1.000000-2.000000 0,0.000000-2.000000 0,0.000000-4.000000 0,-1.000000-2.000000 0,1.000000-4.000000 0,0.000000-2.000000-1,-1.000000-3.000000 0,1.000000-3.000000 0,0.000000-4.000000-1,2.000000-6.000000 2,2.000000-5.000000 0,0.000000-7.000000 1,4.000000-5.000000-2,4.000000-8.000000-3,4.000000-7.000000-4,4.000000-7.000000-5,2.000000-4.000000-1,1.000000 1.000000 0,-1.000000-1.000000-1,1.000000 1.000000 0,-2.000000 0.000000 1,-3.000000 1.000000 1,-3.000000 2.000000 1,-2.000000 2.000000 2,-3.000000 3.000000 1,-1.000000 5.000000 2,-1.000000 7.000000-1,-2.000000 5.000000 2,-2.000000 9.000000 4,-3.000000 13.000000 9,-3.000000 13.000000 7,-2.000000 13.000000 8,-2.000000 6.000000 4,0.000000 0.000000-3,0.000000 1.000000-1,0.000000-1.000000-3,0.000000-1.000000-1,0.000000-4.000000-1,0.000000-1.000000 0,0.000000-4.000000-2,0.000000 0.000000 2,0.000000 3.000000 1,0.000000 3.000000 4,0.000000 3.000000 1,0.000000-1.000000-1,0.000000-2.000000-7,0.000000-3.000000-5,0.000000-2.000000-7,0.000000-3.000000-5,3.000000-2.000000-5,0.000000 0.000000-7,2.000000-3.000000-4,1.000000-1.000000-11,0.000000-3.000000-11,-1.000000-3.000000-14,1.000000-3.000000-13</inkml:trace>
</inkml:ink>
</file>

<file path=ppt/ink/ink10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4"/>
    </inkml:context>
    <inkml:brush xml:id="br0">
      <inkml:brushProperty name="width" value="0.0207932218909264" units="cm"/>
      <inkml:brushProperty name="height" value="0.0207932218909264" units="cm"/>
      <inkml:brushProperty name="color" value="#000000"/>
      <inkml:brushProperty name="ignorePressure" value="0"/>
    </inkml:brush>
  </inkml:definitions>
  <inkml:trace contextRef="#ctx0" brushRef="#br0">12691.000000 35732.000000 705,'-10.000000'-21.000000'-9,"3.000000"5.000000"6 ,3.000000 4.000000 6,2.000000 4.000000 5,1.000000 2.000000 5,-1.000000 1.000000 3,-1.000000-1.000000 2,-2.000000 0.000000 4,-1.000000 0.000000 0,0.000000-2.000000 0,1.000000-1.000000-2,-1.000000-2.000000 0,0.000000 0.000000-2,-2.000000 2.000000 1,-2.000000 1.000000-1,0.000000 2.000000 0,-3.000000 1.000000-2,-3.000000 1.000000-2,-2.000000 2.000000-2,-4.000000 1.000000-2,-2.000000 5.000000-2,-3.000000 7.000000-3,-3.000000 6.000000-1,-3.000000 8.000000-4,1.000000 4.000000-2,2.000000-1.000000-4,3.000000 1.000000-3,3.000000-1.000000-5,3.000000 1.000000-2,4.000000-1.000000 1,5.000000 1.000000-1,5.000000-1.000000 1,2.000000 0.000000-1,4.000000-2.000000 1,2.000000-1.000000 1,4.000000-1.000000 1,3.000000-2.000000 1,6.000000-2.000000 2,6.000000 0.000000 3,6.000000-3.000000 3,2.000000 0.000000 1,1.000000-2.000000 2,-1.000000-2.000000 1,1.000000-1.000000 2,-1.000000-1.000000 1,-2.000000-2.000000 0,-1.000000-1.000000 2,-2.000000-1.000000 0,-1.000000-1.000000 1,-4.000000 2.000000 1,-2.000000 1.000000 2,-3.000000 2.000000 0,-6.000000 1.000000 2,-9.000000 1.000000 2,-8.000000 2.000000 3,-8.000000 2.000000 2,-7.000000-1.000000-3,-4.000000-1.000000-6,-5.000000-1.000000-6,-3.000000-2.000000-7,-2.000000-2.000000-8,4.000000 0.000000-8,2.000000-3.000000-9,3.000000 0.000000-9</inkml:trace>
</inkml:ink>
</file>

<file path=ppt/ink/ink10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4"/>
    </inkml:context>
    <inkml:brush xml:id="br0">
      <inkml:brushProperty name="width" value="0.0182105544954538" units="cm"/>
      <inkml:brushProperty name="height" value="0.0182105544954538" units="cm"/>
      <inkml:brushProperty name="color" value="#000000"/>
      <inkml:brushProperty name="ignorePressure" value="0"/>
    </inkml:brush>
  </inkml:definitions>
  <inkml:trace contextRef="#ctx0" brushRef="#br0">12736.000000 35937.000000 805,'43.000000'-10.000000'84,"-6.000000"3.000000"-23 ,-5.000000 3.000000-24,-7.000000 2.000000-24,-3.000000 1.000000-14,-1.000000-4.000000-4,-2.000000-2.000000-4,-1.000000-3.000000-4,-2.000000 0.000000-5,-1.000000 3.000000-6,-1.000000 3.000000-8,-2.000000 3.000000-7,-2.000000 0.000000-1,-3.000000-1.000000 1,-3.000000-2.000000 3,-2.000000-1.000000 1</inkml:trace>
</inkml:ink>
</file>

<file path=ppt/ink/ink10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5"/>
    </inkml:context>
    <inkml:brush xml:id="br0">
      <inkml:brushProperty name="width" value="0.0200359467417002" units="cm"/>
      <inkml:brushProperty name="height" value="0.0200359467417002" units="cm"/>
      <inkml:brushProperty name="color" value="#000000"/>
      <inkml:brushProperty name="ignorePressure" value="0"/>
    </inkml:brush>
  </inkml:definitions>
  <inkml:trace contextRef="#ctx0" brushRef="#br0">13010.000000 35800.000000 732,'-1.000000'-18.000000'66,"-1.000000"11.000000"-14 ,-2.000000 9.000000-13,-1.000000 10.000000-15,0.000000 7.000000-7,-1.000000 5.000000-4,0.000000 3.000000-2,1.000000 5.000000-4,-1.000000 3.000000-1,0.000000 2.000000 1,1.000000 0.000000-1,-1.000000 2.000000 1,0.000000 1.000000-1,1.000000 0.000000-2,-1.000000 0.000000-2,0.000000 0.000000-2,1.000000-3.000000-2,2.000000-6.000000-3,0.000000-5.000000-3,3.000000-6.000000-4,2.000000-4.000000-3,4.000000-4.000000-4,5.000000-2.000000-5,4.000000-3.000000-4,3.000000-3.000000-5,1.000000-5.000000-4,2.000000-4.000000-4,1.000000-4.000000-5,-1.000000-2.000000 2,-2.000000-1.000000 9,-4.000000 1.000000 7,-2.000000 0.000000 8</inkml:trace>
</inkml:ink>
</file>

<file path=ppt/ink/ink10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6"/>
    </inkml:context>
    <inkml:brush xml:id="br0">
      <inkml:brushProperty name="width" value="0.0216662771999836" units="cm"/>
      <inkml:brushProperty name="height" value="0.0216662771999836" units="cm"/>
      <inkml:brushProperty name="color" value="#000000"/>
      <inkml:brushProperty name="ignorePressure" value="0"/>
    </inkml:brush>
  </inkml:definitions>
  <inkml:trace contextRef="#ctx0" brushRef="#br0">13306.000000 35960.000000 676,'-21.000000'-1.000000'0,"5.000000"-1.000000"0 ,4.000000-2.000000 0,4.000000-1.000000 0,3.000000 2.000000 7,2.000000 3.000000 13,0.000000 5.000000 14,3.000000 5.000000 12,-1.000000 3.000000 1,-1.000000 2.000000-14,-2.000000 4.000000-13,-1.000000 2.000000-14,0.000000 2.000000-6,2.000000 0.000000 1,1.000000-1.000000 0,1.000000 1.000000 2,1.000000 0.000000 0,0.000000 0.000000-1,0.000000 0.000000-1,0.000000-1.000000 0,1.000000 0.000000-1,1.000000-1.000000-2,1.000000-2.000000-3,2.000000-1.000000-1,3.000000-3.000000-3,4.000000-4.000000-3,5.000000-5.000000-2,3.000000-4.000000-4,4.000000-4.000000-2,1.000000-4.000000-1,1.000000-5.000000-2,2.000000-4.000000-1,0.000000-3.000000 0,1.000000-4.000000 4,-1.000000-2.000000 3,1.000000-3.000000 4,-3.000000-1.000000 2,-4.000000 2.000000 1,-4.000000 1.000000 3,-4.000000 1.000000 1,-4.000000 2.000000 4,-1.000000 2.000000 4,-1.000000 0.000000 6,-1.000000 3.000000 4,-4.000000 3.000000 4,-3.000000 8.000000 5,-5.000000 6.000000 4,-5.000000 8.000000 4,0.000000 6.000000-2,3.000000 4.000000-5,3.000000 4.000000-7,3.000000 4.000000-6,1.000000 1.000000-6,2.000000-3.000000-5,2.000000-2.000000-6,1.000000-4.000000-5,2.000000-1.000000-3,3.000000-2.000000-2,3.000000-2.000000-3,2.000000-1.000000-1,4.000000-2.000000-1,2.000000-3.000000 1,4.000000-2.000000 2,2.000000-4.000000 0,0.000000-3.000000 1,0.000000-5.000000 1,-2.000000-3.000000-1,-2.000000-5.000000 1,-2.000000-2.000000 3,-2.000000 0.000000 7,-3.000000-1.000000 6,-4.000000 1.000000 7,0.000000 0.000000 3,-1.000000-3.000000 1,1.000000 0.000000 2,-1.000000-2.000000 0,-1.000000-1.000000 2,-3.000000 0.000000 6,-3.000000 0.000000 3,-2.000000 1.000000 5,-3.000000 0.000000 2,-1.000000 4.000000 0,-2.000000 2.000000-1,-1.000000 3.000000 0,-1.000000 2.000000-3,-2.000000 2.000000-2,-1.000000 1.000000-4,-2.000000 2.000000-3,-2.000000 4.000000-3,-2.000000 7.000000-1,-4.000000 7.000000-1,-2.000000 7.000000-2,0.000000 4.000000-2,2.000000 0.000000-2,3.000000 0.000000-1,4.000000-1.000000-3,1.000000 3.000000-1,2.000000 2.000000-2,1.000000 2.000000 0,1.000000 4.000000-2,2.000000-1.000000-1,2.000000-4.000000-2,1.000000-4.000000-1,1.000000-5.000000-3,4.000000-4.000000 0,5.000000-2.000000 0,7.000000-3.000000 0,5.000000-3.000000 1,2.000000-5.000000-1,1.000000-7.000000 0,0.000000-7.000000-2,0.000000-7.000000 0,-1.000000-6.000000-2,1.000000-4.000000 0,0.000000-4.000000 0,0.000000-5.000000-2,-1.000000-3.000000 2,-1.000000-1.000000 0,-2.000000-1.000000 2,-1.000000-2.000000 1,-2.000000-1.000000 1,-1.000000 1.000000 2,-2.000000-1.000000 1,0.000000 1.000000 1,-3.000000 2.000000 2,-3.000000 6.000000 3,-3.000000 6.000000 1,-3.000000 5.000000 3,-1.000000 7.000000 2,-3.000000 7.000000 1,0.000000 7.000000 2,-2.000000 7.000000 0,-1.000000 7.000000 1,-2.000000 7.000000-1,-2.000000 8.000000-2,0.000000 7.000000 0,-1.000000 4.000000 0,2.000000 4.000000 0,1.000000 2.000000 1,2.000000 3.000000 2,0.000000 0.000000 1,0.000000-3.000000 2,1.000000-2.000000 4,-1.000000-3.000000 2,1.000000-3.000000-1,1.000000-1.000000-4,2.000000-1.000000-3,1.000000-2.000000-4,2.000000-2.000000-4,1.000000-3.000000-1,2.000000-3.000000-2,1.000000-2.000000-2,3.000000-4.000000-2,7.000000-4.000000-1,5.000000-5.000000-2,5.000000-4.000000-2,6.000000-3.000000 0,4.000000-4.000000-1,4.000000-2.000000 0,4.000000-3.000000 1,3.000000-4.000000-1,-1.000000-6.000000 3,1.000000-5.000000 1,0.000000-7.000000 1,-3.000000-2.000000 3,-4.000000 0.000000 1,-4.000000 0.000000 2,-4.000000 0.000000 2,-6.000000 1.000000 1,-8.000000 3.000000 1,-6.000000 3.000000 1,-7.000000 3.000000 0,-7.000000 3.000000 1,-3.000000 5.000000-1,-5.000000 3.000000-1,-4.000000 6.000000-1,-5.000000 3.000000 3,-5.000000 5.000000 6,-6.000000 4.000000 7,-6.000000 4.000000 6,-3.000000 5.000000 2,3.000000 6.000000 0,0.000000 6.000000 0,2.000000 5.000000-2,3.000000 4.000000 0,5.000000 1.000000-1,3.000000 2.000000-2,5.000000 1.000000-1,4.000000-1.000000-2,4.000000-5.000000-5,5.000000-3.000000-3,4.000000-5.000000-5,6.000000-3.000000-4,9.000000-2.000000-3,8.000000 0.000000-4,9.000000-3.000000-5,7.000000-2.000000-4,6.000000-4.000000-8,5.000000-5.000000-6,6.000000-3.000000-8,0.000000-5.000000-1,-8.000000-2.000000 2,-7.000000-3.000000 2,-7.000000-3.000000 2,-5.000000-2.000000 2,-5.000000 1.000000-1,-5.000000 0.000000-1,-3.000000-1.000000-1</inkml:trace>
</inkml:ink>
</file>

<file path=ppt/ink/ink10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6"/>
    </inkml:context>
    <inkml:brush xml:id="br0">
      <inkml:brushProperty name="width" value="0.0206365175545216" units="cm"/>
      <inkml:brushProperty name="height" value="0.0206365175545216" units="cm"/>
      <inkml:brushProperty name="color" value="#000000"/>
      <inkml:brushProperty name="ignorePressure" value="0"/>
    </inkml:brush>
  </inkml:definitions>
  <inkml:trace contextRef="#ctx0" brushRef="#br0">14787.000000 35983.000000 710,'-10.000000'-7.000000'29,"3.000000"11.000000"7 ,3.000000 9.000000 5,2.000000 11.000000 6,2.000000 4.000000-1,-3.000000 1.000000-10,0.000000-1.000000-11,-2.000000 1.000000-9,0.000000-2.000000-7,1.000000-3.000000-5,2.000000-3.000000-4,2.000000-2.000000-3,3.000000-9.000000-8,8.000000-12.000000-9,7.000000-13.000000-10,6.000000-12.000000-9,4.000000-7.000000 0,-1.000000 2.000000 8,-2.000000 1.000000 10,-2.000000 2.000000 7,-1.000000 2.000000 7,-1.000000 3.000000 2,-2.000000 3.000000 3,-1.000000 2.000000 3,-3.000000 3.000000 1,-2.000000 4.000000 2,-3.000000 2.000000-1,-3.000000 3.000000 2,-2.000000 5.000000 1,-4.000000 9.000000 4,-2.000000 9.000000 4,-4.000000 8.000000 3,0.000000 6.000000 2,-1.000000 3.000000-2,0.000000 2.000000-1,1.000000 4.000000-1,-1.000000-1.000000-5,0.000000-2.000000-10,0.000000-3.000000-10,1.000000-3.000000-8,1.000000-4.000000-9,2.000000-4.000000-5,4.000000-4.000000-7,2.000000-5.000000-5,1.000000-3.000000 0,1.000000-3.000000 6,0.000000-2.000000 6,0.000000-4.000000 6</inkml:trace>
</inkml:ink>
</file>

<file path=ppt/ink/ink10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7"/>
    </inkml:context>
    <inkml:brush xml:id="br0">
      <inkml:brushProperty name="width" value="0.0214749090373516" units="cm"/>
      <inkml:brushProperty name="height" value="0.0214749090373516" units="cm"/>
      <inkml:brushProperty name="color" value="#000000"/>
      <inkml:brushProperty name="ignorePressure" value="0"/>
    </inkml:brush>
  </inkml:definitions>
  <inkml:trace contextRef="#ctx0" brushRef="#br0">15334.000000 35983.000000 682,'40.000000'-62.000000'21,"-12.000000"15.000000"3 ,-11.000000 15.000000 3,-11.000000 13.000000 4,-8.000000 9.000000 1,-4.000000 3.000000 2,-5.000000 3.000000 2,-4.000000 2.000000 0,-2.000000 4.000000-3,0.000000 5.000000-9,0.000000 3.000000-10,0.000000 5.000000-9,1.000000 3.000000-5,3.000000-1.000000-3,3.000000 0.000000-2,3.000000 0.000000-3,1.000000-1.000000-1,1.000000-1.000000-3,-1.000000-1.000000-1,0.000000-2.000000-1,3.000000 0.000000-2,3.000000 1.000000 0,5.000000 2.000000 0,5.000000 2.000000-1,2.000000-1.000000 2,1.000000-1.000000 2,2.000000-1.000000 2,2.000000-2.000000 3,0.000000-2.000000 3,3.000000 0.000000 2,0.000000-3.000000 3,2.000000 0.000000 1,0.000000-1.000000 2,-4.000000 2.000000 1,-2.000000 1.000000-1,-3.000000 2.000000 1,-3.000000 0.000000 0,-3.000000 1.000000 3,-3.000000-1.000000 0,-3.000000 1.000000 3,-5.000000 0.000000-1,-9.000000 1.000000-2,-8.000000 2.000000-2,-9.000000 2.000000-3,-1.000000-2.000000-9,5.000000-2.000000-20,6.000000-3.000000-18,6.000000-3.000000-19</inkml:trace>
</inkml:ink>
</file>

<file path=ppt/ink/ink10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29:59"/>
    </inkml:context>
    <inkml:brush xml:id="br0">
      <inkml:brushProperty name="width" value="0.0213089678436518" units="cm"/>
      <inkml:brushProperty name="height" value="0.0213089678436518" units="cm"/>
      <inkml:brushProperty name="color" value="#000000"/>
      <inkml:brushProperty name="ignorePressure" value="0"/>
    </inkml:brush>
  </inkml:definitions>
  <inkml:trace contextRef="#ctx0" brushRef="#br0">13055.000000 34593.000000 688,'32.000000'0.000000'92,"-4.000000"0.000000"-21 ,-4.000000 0.000000-19,-5.000000 0.000000-22,-1.000000 0.000000-11,4.000000 0.000000-6,2.000000 0.000000-6,3.000000 0.000000-4,2.000000 0.000000-3,-1.000000 0.000000 0,1.000000 0.000000-1,-1.000000 0.000000 0,1.000000 0.000000 0,2.000000 0.000000-1,1.000000 0.000000 0,1.000000 0.000000-1,1.000000 0.000000 0,-2.000000 0.000000-1,-1.000000 0.000000-2,-2.000000 0.000000 0,-2.000000 0.000000-1,0.000000 0.000000 2,-2.000000 0.000000 0,-2.000000 0.000000 1,0.000000 0.000000 0,0.000000 0.000000 2,0.000000 0.000000 1,-1.000000 0.000000 0,0.000000 0.000000 2,-4.000000 0.000000 0,-2.000000 0.000000 1,-3.000000 0.000000 2,-1.000000 0.000000-1,1.000000 0.000000-3,2.000000 0.000000-1,2.000000 0.000000-3,-1.000000 0.000000 0,-1.000000 0.000000 1,-1.000000 0.000000 1,-2.000000 0.000000 1,-1.000000 0.000000 1,0.000000 0.000000 0,1.000000 0.000000-1,-1.000000 0.000000 1,1.000000 0.000000-1,-1.000000 0.000000 1,0.000000 0.000000-1,1.000000 0.000000 0,-1.000000 0.000000 0,1.000000 0.000000 1,-1.000000 0.000000 0,0.000000 0.000000 1,1.000000 0.000000 0,-1.000000 0.000000-1,1.000000 0.000000-1,-1.000000 0.000000-1,0.000000 0.000000 0,1.000000 0.000000 2,-1.000000 0.000000 2,0.000000 0.000000 1,2.000000 0.000000 2,0.000000 0.000000-1,2.000000 0.000000 1,1.000000 0.000000 0,2.000000 0.000000-1,-1.000000 0.000000-2,0.000000 0.000000-2,0.000000 0.000000-2,1.000000 0.000000 0,1.000000 0.000000 0,1.000000 0.000000 2,3.000000 0.000000 1,0.000000-2.000000 0,2.000000-2.000000-1,1.000000-3.000000-1,2.000000-3.000000-1,1.000000-1.000000 0,-1.000000 2.000000 0,1.000000 1.000000 1,-1.000000 2.000000-1,0.000000 0.000000 1,-2.000000 0.000000 0,-1.000000 1.000000 0,-1.000000-1.000000 1,-2.000000 1.000000-1,-2.000000 1.000000 0,0.000000 2.000000-1,-3.000000 1.000000 0,0.000000 1.000000 0,-2.000000 0.000000-1,-2.000000 0.000000 2,-1.000000 0.000000-1,0.000000 0.000000 1,-1.000000 0.000000 1,0.000000 0.000000 1,1.000000 0.000000 1,0.000000 0.000000 0,1.000000 0.000000 0,2.000000 0.000000 1,2.000000 0.000000-1,-1.000000 0.000000 0,-1.000000 0.000000 0,-1.000000 0.000000 0,-2.000000 0.000000-1,-1.000000 0.000000 0,1.000000-2.000000-1,-1.000000-2.000000 0,0.000000-1.000000-2,1.000000 0.000000 0,-1.000000 2.000000 0,0.000000 0.000000 0,1.000000 3.000000 0,-1.000000 0.000000-1,1.000000 0.000000-1,-1.000000 0.000000-1,0.000000 0.000000-3,1.000000 0.000000 3,-1.000000 0.000000 6,1.000000 0.000000 5,-1.000000 0.000000 6,1.000000 0.000000 1,2.000000 0.000000-5,1.000000 0.000000-4,1.000000 0.000000-4,0.000000 0.000000-1,-1.000000 0.000000 6,-1.000000 0.000000 3,-2.000000 0.000000 5,-1.000000 0.000000 0,1.000000 0.000000-2,-1.000000 0.000000-2,1.000000 0.000000-2,-1.000000 0.000000-5,0.000000 0.000000-5,1.000000 0.000000-5,-1.000000 0.000000-7</inkml:trace>
</inkml:ink>
</file>

<file path=ppt/ink/ink10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07"/>
    </inkml:context>
    <inkml:brush xml:id="br0">
      <inkml:brushProperty name="width" value="0.0197566710412502" units="cm"/>
      <inkml:brushProperty name="height" value="0.0197566710412502" units="cm"/>
      <inkml:brushProperty name="color" value="#000000"/>
      <inkml:brushProperty name="ignorePressure" value="0"/>
    </inkml:brush>
  </inkml:definitions>
  <inkml:trace contextRef="#ctx0" brushRef="#br0">2688.000000 39081.000000 742,'-12.000000'-20.000000'2,"-1.000000"3.000000"4 ,-2.000000 5.000000 3,-2.000000 4.000000 2,1.000000 3.000000 2,1.000000 2.000000 0,1.000000 1.000000-1,2.000000 1.000000-1,0.000000 1.000000 0,-1.000000 0.000000-1,-2.000000 0.000000 0,-2.000000 0.000000 0,0.000000 0.000000-2,0.000000 0.000000 0,0.000000 0.000000-1,0.000000 0.000000-1,-1.000000 1.000000-2,-1.000000 4.000000 0,-2.000000 2.000000-2,-1.000000 3.000000-1,0.000000 1.000000 0,1.000000 1.000000 0,2.000000-1.000000 0,1.000000 0.000000 1,1.000000 1.000000 1,0.000000-1.000000-1,0.000000 0.000000 0,0.000000 1.000000 1,1.000000-1.000000-1,1.000000 1.000000 0,1.000000-1.000000 1,2.000000 0.000000-1,1.000000 2.000000 0,-1.000000 0.000000 1,1.000000 2.000000 0,0.000000 1.000000 0,0.000000 1.000000 1,2.000000-2.000000-2,1.000000-2.000000-1,1.000000-1.000000-1,2.000000 0.000000 1,2.000000 2.000000-1,1.000000 1.000000 2,1.000000 1.000000-1,1.000000 1.000000 2,0.000000 1.000000-1,0.000000-1.000000 1,0.000000 0.000000 1,0.000000 0.000000-1,0.000000 0.000000-1,0.000000 0.000000-2,0.000000 0.000000 0,0.000000 0.000000-1,0.000000 0.000000 0,0.000000 0.000000 1,0.000000 0.000000-1,0.000000 1.000000 1,0.000000-1.000000 0,0.000000 0.000000-1,0.000000 0.000000 1,0.000000-1.000000 1,0.000000-1.000000 0,0.000000-1.000000 0,0.000000-2.000000 1,1.000000 0.000000 1,1.000000 1.000000-2,1.000000 2.000000 1,2.000000 2.000000 0,1.000000-2.000000-1,0.000000-2.000000 1,-1.000000-3.000000-1,1.000000-3.000000 1,-1.000000 0.000000-1,-1.000000 1.000000 0,-2.000000 1.000000 0,-1.000000 1.000000-1,0.000000 3.000000 1,3.000000 0.000000 1,3.000000 2.000000 1,3.000000 1.000000 2,1.000000 1.000000-1,-2.000000-2.000000-1,-1.000000-2.000000-3,-1.000000-1.000000 0,-1.000000-1.000000-1,2.000000-2.000000 0,1.000000-1.000000 0,2.000000-1.000000 1,-1.000000-1.000000 0,0.000000 2.000000-1,-3.000000 1.000000-1,0.000000 2.000000 0,0.000000-1.000000-1,3.000000 0.000000-2,3.000000-3.000000-1,2.000000 0.000000 0,5.000000-1.000000-5,3.000000 2.000000-7,5.000000 1.000000-6,4.000000 2.000000-7,-1.000000 0.000000-6,-5.000000-2.000000-3,-6.000000-1.000000-5,-6.000000-2.000000-4</inkml:trace>
</inkml:ink>
</file>

<file path=ppt/ink/ink10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08"/>
    </inkml:context>
    <inkml:brush xml:id="br0">
      <inkml:brushProperty name="width" value="0.0228963885456324" units="cm"/>
      <inkml:brushProperty name="height" value="0.0228963885456324" units="cm"/>
      <inkml:brushProperty name="color" value="#000000"/>
      <inkml:brushProperty name="ignorePressure" value="0"/>
    </inkml:brush>
  </inkml:definitions>
  <inkml:trace contextRef="#ctx0" brushRef="#br0">2551.000000 39172.000000 640,'-11.000000'10.000000'0,"0.000000"-2.000000"0 ,-1.000000-4.000000-1,1.000000-3.000000 1,3.000000-1.000000 5,7.000000-3.000000 13,8.000000 0.000000 12,6.000000-2.000000 13,5.000000-2.000000 0,1.000000 0.000000-12,2.000000-3.000000-12,1.000000 0.000000-11,1.000000-2.000000-8,0.000000 1.000000-4,-1.000000-1.000000-3,1.000000 1.000000-3,1.000000 0.000000-1,1.000000 2.000000 2,1.000000 1.000000 2,2.000000 2.000000 2,-1.000000 0.000000 1,0.000000-2.000000 1,-2.000000-2.000000 1,-2.000000 0.000000 1,0.000000 0.000000 0,0.000000 3.000000 1,0.000000 2.000000 1,-1.000000 4.000000 0,1.000000 0.000000 1,0.000000-1.000000 0,0.000000-1.000000-1,0.000000-2.000000 0,-1.000000 0.000000 0,-2.000000 1.000000 0,-1.000000 2.000000 1,-1.000000 1.000000-1,-1.000000 1.000000 0,0.000000 0.000000 0,1.000000 0.000000-1,-1.000000 0.000000 0,0.000000 1.000000-1,3.000000 1.000000 0,0.000000 2.000000 0,2.000000 1.000000-1,0.000000 0.000000 0,-1.000000 1.000000 0,-2.000000 0.000000 0,-1.000000-1.000000 0,0.000000 1.000000 0,1.000000 0.000000 0,2.000000-1.000000 1,1.000000 1.000000 0,1.000000-1.000000 0,-1.000000-1.000000 0,1.000000-2.000000 2,0.000000-1.000000-1,-2.000000-1.000000 2,-2.000000 2.000000-1,-3.000000 2.000000 1,-4.000000 1.000000 1,0.000000 1.000000-1,2.000000-1.000000-1,1.000000 1.000000 0,1.000000 0.000000-1,0.000000-1.000000 0,-3.000000 1.000000 0,-3.000000 0.000000 0,-3.000000-1.000000 0,-1.000000 2.000000 1,-1.000000 1.000000-1,1.000000 1.000000 1,0.000000 2.000000-1,-1.000000 0.000000 1,1.000000 0.000000-2,0.000000 1.000000 1,-1.000000-1.000000-2,1.000000 1.000000 1,0.000000-1.000000 1,0.000000 0.000000 2,-1.000000 1.000000 2,1.000000 0.000000-1,0.000000 1.000000-1,-1.000000 2.000000 0,1.000000 2.000000-2,-1.000000 0.000000 0,-1.000000 0.000000 1,-2.000000 0.000000-1,-2.000000 0.000000 2,0.000000 0.000000-1,0.000000 0.000000 0,0.000000 0.000000 0,0.000000 0.000000 0,0.000000 1.000000-1,0.000000-1.000000 1,0.000000 0.000000 0,0.000000 0.000000 1,0.000000 0.000000-1,0.000000 0.000000 1,0.000000 0.000000-1,0.000000 0.000000 0,0.000000 0.000000-1,0.000000-2.000000 1,0.000000-2.000000 0,0.000000-1.000000 0,0.000000 0.000000 0,0.000000-1.000000 0,0.000000 0.000000 0,0.000000 1.000000-1,0.000000-1.000000 1,-2.000000 1.000000 0,-2.000000-1.000000 0,-1.000000 0.000000 1,-1.000000 1.000000 0,-2.000000-1.000000 0,-1.000000 0.000000 2,-2.000000 1.000000-1,-1.000000-1.000000 1,-2.000000 1.000000 0,-1.000000-1.000000 0,-1.000000 0.000000 1,-1.000000 1.000000-1,0.000000-1.000000 1,0.000000 1.000000 0,0.000000-1.000000 0,-1.000000 0.000000 1,1.000000 1.000000 0,0.000000-1.000000-1,0.000000 1.000000 0,-1.000000-2.000000 1,-1.000000 0.000000-1,-1.000000-3.000000 0,-3.000000 0.000000-1,1.000000-2.000000 1,-1.000000 1.000000-1,0.000000 0.000000 1,0.000000 0.000000 0,0.000000-1.000000-1,1.000000-2.000000 2,-1.000000-1.000000-1,0.000000-1.000000 2,0.000000-1.000000-1,-2.000000 0.000000 0,-2.000000 0.000000 1,0.000000 0.000000-1,0.000000 0.000000 0,2.000000 0.000000-2,4.000000 0.000000 0,2.000000 0.000000-1,1.000000 0.000000-1,-3.000000 0.000000-1,-4.000000 0.000000-2,-2.000000 0.000000 0,0.000000 0.000000-1,0.000000 0.000000 1,2.000000 0.000000 0,2.000000 0.000000 1,1.000000 0.000000 1,1.000000 0.000000 0,2.000000 0.000000 1,1.000000 0.000000 1,0.000000 0.000000 0,-1.000000 0.000000-2,-2.000000 0.000000 0,-1.000000 0.000000 0,0.000000 0.000000-3,-1.000000 0.000000-2,0.000000 0.000000-3,0.000000 0.000000-2,1.000000 0.000000-2,1.000000 0.000000-1,2.000000 0.000000-1,1.000000 0.000000-2,2.000000-1.000000-8,1.000000-1.000000-17,2.000000-1.000000-17,0.000000-2.000000-18</inkml:trace>
</inkml:ink>
</file>

<file path=ppt/ink/ink10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5992.000000 39218.000000 999,'-21.000000'-10.000000'-86,"5.000000"3.000000"22 ,4.000000 3.000000 22,4.000000 2.000000 21,3.000000 2.000000 12,2.000000-3.000000 3,0.000000 0.000000 1,3.000000-2.000000 2,-1.000000-1.000000 1,-1.000000 0.000000 1,-2.000000 1.000000 0,-1.000000-1.000000 0,0.000000 0.000000 1,2.000000 1.000000 0,1.000000-1.000000-1,1.000000 0.000000 1,1.000000 1.000000 0,0.000000-1.000000 0,0.000000 0.000000 0,0.000000 0.000000 0,0.000000 1.000000 0,0.000000-1.000000 0,0.000000 0.000000 0,0.000000 1.000000 0,-1.000000-1.000000 0,-1.000000 0.000000 0,-2.000000 1.000000 0,-1.000000-1.000000 0,0.000000 0.000000 0,2.000000 1.000000 0,1.000000-1.000000 0,1.000000 0.000000 0,1.000000 0.000000 0,0.000000 1.000000 0,0.000000-1.000000 0,0.000000 0.000000 0,0.000000 1.000000 0,0.000000-1.000000 0,0.000000 0.000000 0,0.000000 1.000000 0,0.000000-1.000000 0,0.000000 0.000000 0,0.000000 0.000000 0,0.000000 1.000000 0,0.000000 1.000000 0,0.000000 2.000000 0,0.000000 4.000000 0,0.000000 2.000000 0,0.000000 1.000000 0,0.000000 1.000000 0,0.000000 0.000000 0,0.000000 0.000000 0,0.000000-1.000000 0,0.000000 1.000000 0,0.000000 0.000000 0,0.000000-1.000000 0,0.000000 1.000000 0,0.000000 0.000000 0,0.000000-1.000000 0,0.000000 1.000000 0</inkml:trace>
</inkml:ink>
</file>

<file path=ppt/ink/ink10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1"/>
    </inkml:context>
    <inkml:brush xml:id="br0">
      <inkml:brushProperty name="width" value="0.0219516139477491" units="cm"/>
      <inkml:brushProperty name="height" value="0.0219516139477491" units="cm"/>
      <inkml:brushProperty name="color" value="#000000"/>
      <inkml:brushProperty name="ignorePressure" value="0"/>
    </inkml:brush>
  </inkml:definitions>
  <inkml:trace contextRef="#ctx0" brushRef="#br0">5901.000000 39013.000000 668,'0.000000'-21.000000'-46,"0.000000"5.000000"22 ,0.000000 4.000000 23,0.000000 4.000000 21,0.000000 9.000000 15,0.000000 15.000000 8,0.000000 14.000000 7,0.000000 14.000000 8,-1.000000 12.000000-2,-1.000000 11.000000-11,-2.000000 9.000000-10,-1.000000 10.000000-11,-2.000000 7.000000-7,-5.000000 5.000000-6,-5.000000 4.000000-4,-3.000000 4.000000-6,-3.000000-2.000000-2,0.000000-9.000000-3,0.000000-8.000000-1,0.000000-9.000000-2,2.000000-10.000000-1,3.000000-13.000000 0,2.000000-13.000000 2,3.000000-13.000000-1,5.000000-11.000000 1,7.000000-10.000000-1,8.000000-11.000000-1,6.000000-9.000000 0,6.000000-4.000000 2,2.000000 1.000000 2,3.000000 1.000000 4,4.000000 2.000000 3,1.000000 1.000000 2,1.000000 0.000000 3,2.000000-1.000000 2,2.000000 1.000000 2,0.000000 0.000000 0,0.000000 2.000000-1,0.000000 1.000000-2,1.000000 2.000000-1,-1.000000-1.000000-2,0.000000-1.000000-6,0.000000-1.000000-4,0.000000-2.000000-4,0.000000 1.000000-9,1.000000 3.000000-10,-1.000000 3.000000-11,0.000000 3.000000-10,-3.000000 1.000000-6,-5.000000 0.000000 2,-6.000000 0.000000 2,-6.000000 0.000000 1</inkml:trace>
</inkml:ink>
</file>

<file path=ppt/ink/ink10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1"/>
    </inkml:context>
    <inkml:brush xml:id="br0">
      <inkml:brushProperty name="width" value="0.0242110285907984" units="cm"/>
      <inkml:brushProperty name="height" value="0.0242110285907984" units="cm"/>
      <inkml:brushProperty name="color" value="#000000"/>
      <inkml:brushProperty name="ignorePressure" value="0"/>
    </inkml:brush>
  </inkml:definitions>
  <inkml:trace contextRef="#ctx0" brushRef="#br0">6607.000000 40016.000000 605,'34.000000'9.000000'67,"-2.000000"-4.000000"-17 ,-2.000000-5.000000-17,0.000000-3.000000-16,-3.000000-6.000000-9,0.000000-5.000000-3,-2.000000-6.000000-1,-2.000000-5.000000-3,-2.000000-4.000000 0,-2.000000 1.000000 1,-3.000000-1.000000 1,-4.000000 1.000000 2,-2.000000 0.000000 0,-3.000000 2.000000 0,-2.000000 1.000000 1,-4.000000 1.000000 1,-3.000000 3.000000-1,-4.000000 2.000000 0,-5.000000 4.000000 0,-4.000000 2.000000 0,-4.000000 6.000000 0,-5.000000 11.000000 0,-3.000000 9.000000 1,-6.000000 11.000000 0,0.000000 6.000000 1,1.000000 3.000000 2,1.000000 2.000000 2,2.000000 4.000000 2,3.000000 1.000000 0,4.000000 2.000000-1,4.000000 2.000000-2,4.000000 1.000000-2,6.000000-2.000000-1,5.000000-4.000000 0,6.000000-4.000000 0,5.000000-4.000000-1,8.000000-4.000000-4,8.000000-3.000000-5,9.000000-3.000000-5,8.000000-2.000000-7,6.000000-4.000000-7,0.000000-5.000000-8,2.000000-3.000000-8,2.000000-5.000000-8,-4.000000-3.000000-6,-9.000000-4.000000-1,-8.000000-2.000000-2,-8.000000-3.000000-2</inkml:trace>
</inkml:ink>
</file>

<file path=ppt/ink/ink10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2"/>
    </inkml:context>
    <inkml:brush xml:id="br0">
      <inkml:brushProperty name="width" value="0.0264590624719858" units="cm"/>
      <inkml:brushProperty name="height" value="0.0264590624719858" units="cm"/>
      <inkml:brushProperty name="color" value="#000000"/>
      <inkml:brushProperty name="ignorePressure" value="0"/>
    </inkml:brush>
  </inkml:definitions>
  <inkml:trace contextRef="#ctx0" brushRef="#br0">7815.000000 39765.000000 554,'-11.000000'-11.000000'3,"2.000000"2.000000"6 ,1.000000 1.000000 6,2.000000 2.000000 7,0.000000-1.000000 2,0.000000-1.000000 2,1.000000-1.000000-1,-1.000000-1.000000 2,-1.000000-1.000000-2,0.000000 2.000000-2,-3.000000 1.000000-2,0.000000 1.000000-3,-2.000000 2.000000-2,-2.000000 2.000000 0,-1.000000 1.000000-1,-1.000000 1.000000 0,-3.000000 5.000000-1,-5.000000 9.000000 0,-4.000000 8.000000 0,-4.000000 9.000000 0,-1.000000 6.000000 1,1.000000 2.000000 2,1.000000 4.000000 2,2.000000 2.000000 1,3.000000 1.000000-4,6.000000-2.000000-13,6.000000-1.000000-13,6.000000-1.000000-11,8.000000-4.000000-5,11.000000-3.000000 5,12.000000-5.000000 3,11.000000-4.000000 5,8.000000-5.000000-5,4.000000-6.000000-16,5.000000-5.000000-15,4.000000-6.000000-15,-3.000000-4.000000-3,-8.000000-1.000000 10,-8.000000-2.000000 10,-9.000000-1.000000 9</inkml:trace>
</inkml:ink>
</file>

<file path=ppt/ink/ink10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2"/>
    </inkml:context>
    <inkml:brush xml:id="br0">
      <inkml:brushProperty name="width" value="0.0249660760164261" units="cm"/>
      <inkml:brushProperty name="height" value="0.0249660760164261" units="cm"/>
      <inkml:brushProperty name="color" value="#000000"/>
      <inkml:brushProperty name="ignorePressure" value="0"/>
    </inkml:brush>
  </inkml:definitions>
  <inkml:trace contextRef="#ctx0" brushRef="#br0">8134.000000 39765.000000 587,'25.000000'-12.000000'131,"7.000000"1.000000"-29 ,5.000000 0.000000-29,6.000000-1.000000-30,4.000000 1.000000-18,2.000000 0.000000-6,4.000000-1.000000-6,3.000000 1.000000-7,-2.000000 1.000000-6,-3.000000 3.000000-8,-5.000000 2.000000-8,-4.000000 4.000000-7,-5.000000 2.000000-8,-5.000000 1.000000-9,-7.000000 1.000000-10,-5.000000 2.000000-9,-4.000000 1.000000-1,-3.000000 0.000000 5,-3.000000-1.000000 6,-3.000000 1.000000 6</inkml:trace>
</inkml:ink>
</file>

<file path=ppt/ink/ink10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2"/>
    </inkml:context>
    <inkml:brush xml:id="br0">
      <inkml:brushProperty name="width" value="0.0245707388967276" units="cm"/>
      <inkml:brushProperty name="height" value="0.0245707388967276" units="cm"/>
      <inkml:brushProperty name="color" value="#000000"/>
      <inkml:brushProperty name="ignorePressure" value="0"/>
    </inkml:brush>
  </inkml:definitions>
  <inkml:trace contextRef="#ctx0" brushRef="#br0">8681.000000 39400.000000 596,'-11.000000'-6.000000'55,"2.000000"9.000000"-9 ,1.000000 11.000000-8,1.000000 9.000000-10,0.000000 10.000000-3,-3.000000 6.000000 0,-2.000000 7.000000 1,-4.000000 7.000000 1,-1.000000 5.000000-1,0.000000 1.000000-1,0.000000 2.000000-3,0.000000 1.000000-1,2.000000-1.000000-3,4.000000-3.000000-6,5.000000-2.000000-5,3.000000-4.000000-5,4.000000-5.000000-2,1.000000-8.000000-2,2.000000-9.000000 0,1.000000-9.000000-1,5.000000-6.000000-3,11.000000-4.000000-4,10.000000-5.000000-5,9.000000-4.000000-4,6.000000-6.000000-5,-1.000000-9.000000-6,1.000000-8.000000-7,0.000000-9.000000-5,-2.000000-4.000000-4,-3.000000 0.000000 1,-3.000000-1.000000-1,-2.000000 1.000000 1,-2.000000 0.000000 3,-2.000000 0.000000 7,-2.000000 0.000000 7,-1.000000 0.000000 8,-2.000000 1.000000 5,-5.000000 3.000000 3,-4.000000 3.000000 4,-5.000000 3.000000 3,-3.000000 2.000000 2,-3.000000 4.000000 1,-2.000000 2.000000 0,-4.000000 3.000000 1,-1.000000 4.000000 7,0.000000 4.000000 10,0.000000 4.000000 11,0.000000 5.000000 12,-1.000000 4.000000 5,-4.000000 4.000000 1,-2.000000 4.000000 2,-3.000000 5.000000 0,-1.000000 4.000000-3,2.000000 4.000000-4,1.000000 4.000000-7,2.000000 5.000000-5,1.000000 1.000000-5,1.000000-1.000000-2,2.000000-2.000000-4,2.000000-1.000000-3,0.000000-2.000000-2,0.000000-3.000000-3,0.000000-3.000000-1,0.000000-3.000000-3,1.000000-3.000000-2,3.000000-5.000000-5,3.000000-4.000000-3,3.000000-4.000000-4,5.000000-5.000000-5,7.000000-6.000000-4,8.000000-5.000000-6,6.000000-7.000000-4,3.000000-5.000000-1,-1.000000-5.000000 0,-2.000000-7.000000 0,-1.000000-5.000000 2,-2.000000-2.000000 2,0.000000-1.000000 4,-3.000000 0.000000 4,-1.000000 0.000000 3,-3.000000 3.000000 4,-6.000000 6.000000 1,-6.000000 5.000000 3,-5.000000 6.000000 1,-4.000000 8.000000 6,-2.000000 10.000000 9,-1.000000 10.000000 8,-1.000000 9.000000 10,-1.000000 8.000000-1,0.000000 2.000000-10,0.000000 3.000000-10,0.000000 2.000000-9,0.000000 0.000000-7,0.000000-7.000000 0,0.000000-5.000000-1,0.000000-5.000000 0,1.000000-4.000000-6,4.000000 0.000000-10,2.000000 1.000000-10,3.000000-1.000000-10</inkml:trace>
</inkml:ink>
</file>

<file path=ppt/ink/ink10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3"/>
    </inkml:context>
    <inkml:brush xml:id="br0">
      <inkml:brushProperty name="width" value="0.0223363190889359" units="cm"/>
      <inkml:brushProperty name="height" value="0.0223363190889359" units="cm"/>
      <inkml:brushProperty name="color" value="#000000"/>
      <inkml:brushProperty name="ignorePressure" value="0"/>
    </inkml:brush>
  </inkml:definitions>
  <inkml:trace contextRef="#ctx0" brushRef="#br0">9979.000000 39810.000000 656,'-20.000000'-10.000000'17,"3.000000"1.000000"12 ,5.000000 1.000000 12,4.000000 1.000000 12,6.000000 2.000000 0,4.000000 2.000000-10,7.000000 1.000000-12,5.000000 1.000000-11,4.000000 1.000000-7,1.000000 0.000000-5,2.000000 0.000000-6,1.000000 0.000000-3,-1.000000 3.000000-4,-2.000000 5.000000-1,-3.000000 7.000000-2,-4.000000 4.000000 0,-1.000000 6.000000-2,-2.000000 2.000000 2,-1.000000 3.000000-1,-1.000000 2.000000 1,-4.000000 3.000000 0,-4.000000 2.000000 0,-4.000000 0.000000 0,-4.000000 2.000000 0,-2.000000-1.000000 2,-1.000000-4.000000 4,1.000000-5.000000 6,0.000000-4.000000 3,-1.000000-5.000000 5,1.000000-3.000000 4,-1.000000-5.000000 5,1.000000-4.000000 4,2.000000-8.000000-1,4.000000-9.000000-7,4.000000-10.000000-8,5.000000-10.000000-7,4.000000-7.000000-7,6.000000-2.000000-3,6.000000-4.000000-6,6.000000-2.000000-4,2.000000 2.000000-4,-2.000000 5.000000-5,-1.000000 5.000000-4,-1.000000 7.000000-4,-2.000000 3.000000-4,-2.000000 4.000000-5,-1.000000 2.000000-3,-1.000000 3.000000-5</inkml:trace>
</inkml:ink>
</file>

<file path=ppt/ink/ink10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3"/>
    </inkml:context>
    <inkml:brush xml:id="br0">
      <inkml:brushProperty name="width" value="0.0262353345751762" units="cm"/>
      <inkml:brushProperty name="height" value="0.0262353345751762" units="cm"/>
      <inkml:brushProperty name="color" value="#000000"/>
      <inkml:brushProperty name="ignorePressure" value="0"/>
    </inkml:brush>
  </inkml:definitions>
  <inkml:trace contextRef="#ctx0" brushRef="#br0">10709.000000 40084.000000 559,'22.000000'-2.000000'40,"1.000000"-5.000000"-8 ,0.000000-3.000000-8,0.000000-5.000000-7,-1.000000-3.000000-7,1.000000-1.000000-2,0.000000-2.000000-4,0.000000-1.000000-4,-2.000000-1.000000-1,-2.000000 0.000000-2,-4.000000 1.000000 0,-2.000000-1.000000-2,-3.000000 0.000000 2,-3.000000 0.000000 1,-2.000000 0.000000 2,-4.000000 1.000000 2,-4.000000 1.000000 2,-5.000000 5.000000 1,-7.000000 4.000000 2,-5.000000 4.000000 1,-3.000000 5.000000 3,-2.000000 6.000000 3,-1.000000 5.000000 5,-2.000000 6.000000 4,-1.000000 6.000000 2,1.000000 6.000000 2,-1.000000 5.000000 1,1.000000 6.000000 1,2.000000 3.000000-1,4.000000 0.000000-3,4.000000 0.000000-3,4.000000 0.000000-3,6.000000-1.000000-5,8.000000-1.000000-5,6.000000-2.000000-6,8.000000-1.000000-4,8.000000-4.000000-5,10.000000-5.000000-2,10.000000-6.000000-3,10.000000-6.000000-3,0.000000-4.000000-3,-10.000000-3.000000-6,-10.000000-2.000000-5,-10.000000-4.000000-5,-5.000000-2.000000-7,0.000000-1.000000-9,0.000000-1.000000-10,0.000000-2.000000-9</inkml:trace>
</inkml:ink>
</file>

<file path=ppt/ink/ink10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4"/>
    </inkml:context>
    <inkml:brush xml:id="br0">
      <inkml:brushProperty name="width" value="0.0223887804895639" units="cm"/>
      <inkml:brushProperty name="height" value="0.0223887804895639" units="cm"/>
      <inkml:brushProperty name="color" value="#000000"/>
      <inkml:brushProperty name="ignorePressure" value="0"/>
    </inkml:brush>
  </inkml:definitions>
  <inkml:trace contextRef="#ctx0" brushRef="#br0">13967.000000 39195.000000 655,'0.000000'27.000000'-21,"0.000000"6.000000"5 ,0.000000 8.000000 4,0.000000 6.000000 5,-1.000000 10.000000 10,-1.000000 12.000000 16,-2.000000 10.000000 16,-1.000000 13.000000 17,-2.000000 5.000000 4,-3.000000 2.000000-5,-2.000000 1.000000-5,-4.000000 2.000000-6,-1.000000-3.000000-6,0.000000-10.000000-8,0.000000-8.000000-8,0.000000-8.000000-7,1.000000-11.000000-5,3.000000-13.000000-3,3.000000-13.000000-3,3.000000-12.000000-1,2.000000-12.000000-4,1.000000-10.000000-5,2.000000-10.000000-4,2.000000-9.000000-5,1.000000-10.000000-6,3.000000-9.000000-8,3.000000-8.000000-8,3.000000-9.000000-8,2.000000 0.000000-3,-1.000000 9.000000 4,1.000000 9.000000 3,-1.000000 8.000000 4</inkml:trace>
</inkml:ink>
</file>

<file path=ppt/ink/ink10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4"/>
    </inkml:context>
    <inkml:brush xml:id="br0">
      <inkml:brushProperty name="width" value="0.0240542311221361" units="cm"/>
      <inkml:brushProperty name="height" value="0.0240542311221361" units="cm"/>
      <inkml:brushProperty name="color" value="#000000"/>
      <inkml:brushProperty name="ignorePressure" value="0"/>
    </inkml:brush>
  </inkml:definitions>
  <inkml:trace contextRef="#ctx0" brushRef="#br0">14035.000000 39218.000000 609,'12.000000'-11.000000'44,"2.000000"2.000000"-5 ,1.000000 1.000000-5,1.000000 2.000000-4,4.000000 2.000000-4,6.000000 2.000000-2,5.000000 4.000000-2,6.000000 2.000000-2,4.000000 3.000000-2,1.000000 3.000000-1,1.000000 3.000000 0,2.000000 2.000000-1,-2.000000 3.000000-1,-6.000000 1.000000-4,-6.000000 2.000000-1,-5.000000 1.000000-4,-8.000000 4.000000-2,-8.000000 5.000000-4,-8.000000 6.000000-4,-10.000000 6.000000-2,-9.000000 5.000000-3,-14.000000 4.000000 1,-12.000000 4.000000-1,-14.000000 4.000000 0,-5.000000 0.000000-1,-1.000000-6.000000-4,0.000000-5.000000-3,1.000000-7.000000-3,3.000000-5.000000-3,7.000000-8.000000-2,7.000000-7.000000-3,7.000000-7.000000-3,9.000000-6.000000 5,10.000000-4.000000 9,9.000000-4.000000 11,11.000000-5.000000 10,7.000000 1.000000 7,4.000000 3.000000 6,4.000000 5.000000 5,5.000000 5.000000 6,3.000000 1.000000 3,3.000000 1.000000-1,3.000000-1.000000 0,3.000000 0.000000 1,2.000000 1.000000-3,1.000000 2.000000-4,2.000000 1.000000-3,1.000000 1.000000-4,3.000000 2.000000-11,4.000000 1.000000-19,5.000000 2.000000-18,4.000000 1.000000-18,-3.000000-1.000000-10,-10.000000-5.000000-2,-10.000000-4.000000-2,-10.000000-4.000000-2</inkml:trace>
</inkml:ink>
</file>

<file path=ppt/ink/ink10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4"/>
    </inkml:context>
    <inkml:brush xml:id="br0">
      <inkml:brushProperty name="width" value="0.0218783318996429" units="cm"/>
      <inkml:brushProperty name="height" value="0.0218783318996429" units="cm"/>
      <inkml:brushProperty name="color" value="#000000"/>
      <inkml:brushProperty name="ignorePressure" value="0"/>
    </inkml:brush>
  </inkml:definitions>
  <inkml:trace contextRef="#ctx0" brushRef="#br0">14855.000000 40129.000000 670,'-28.000000'0.000000'14,"11.000000"-2.000000"15 ,11.000000-2.000000 15,12.000000-1.000000 14,7.000000-1.000000 0,5.000000-2.000000-13,4.000000-1.000000-13,5.000000-2.000000-14,0.000000-1.000000-9,-3.000000-2.000000-1,-3.000000-1.000000-3,-2.000000-1.000000-2,-3.000000-2.000000-2,-1.000000-1.000000-2,-1.000000-2.000000-2,-2.000000-1.000000-1,-2.000000 0.000000 0,0.000000 1.000000 2,-2.000000 2.000000 2,-2.000000 1.000000 3,-4.000000 3.000000-1,-7.000000 5.000000-1,-7.000000 3.000000-1,-7.000000 5.000000-2,-5.000000 6.000000-1,-4.000000 6.000000 2,-1.000000 8.000000 0,-4.000000 7.000000 1,0.000000 5.000000 1,3.000000 3.000000 2,3.000000 2.000000 2,3.000000 4.000000 1,3.000000 1.000000-1,5.000000 0.000000-5,4.000000 0.000000-4,4.000000-1.000000-4,7.000000-2.000000-5,10.000000-5.000000-4,11.000000-7.000000-3,9.000000-5.000000-4,5.000000-5.000000-3,0.000000-4.000000-3,0.000000-5.000000-4,1.000000-3.000000-3,-3.000000-4.000000-2,-2.000000-1.000000 0,-3.000000-2.000000-1,-2.000000-1.000000 0</inkml:trace>
</inkml:ink>
</file>

<file path=ppt/ink/ink10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5"/>
    </inkml:context>
    <inkml:brush xml:id="br0">
      <inkml:brushProperty name="width" value="0.0242497809231281" units="cm"/>
      <inkml:brushProperty name="height" value="0.0242497809231281" units="cm"/>
      <inkml:brushProperty name="color" value="#000000"/>
      <inkml:brushProperty name="ignorePressure" value="0"/>
    </inkml:brush>
  </inkml:definitions>
  <inkml:trace contextRef="#ctx0" brushRef="#br0">16086.000000 39924.000000 604,'-12.000000'-11.000000'2,"1.000000"0.000000"2 ,0.000000-1.000000 3,-1.000000 1.000000 3,1.000000-1.000000 4,0.000000 1.000000 6,-1.000000 0.000000 7,1.000000-1.000000 5,-1.000000 1.000000 3,-2.000000-1.000000-3,-1.000000 1.000000-3,-1.000000 0.000000-2,-1.000000 1.000000-4,0.000000 3.000000-5,0.000000 2.000000-7,-1.000000 4.000000-5,-1.000000 6.000000-3,-4.000000 10.000000 0,-5.000000 10.000000 1,-4.000000 10.000000 0,-2.000000 7.000000-1,2.000000 4.000000-3,2.000000 4.000000-3,1.000000 5.000000-3,2.000000 2.000000-1,5.000000-3.000000 0,4.000000 0.000000 1,5.000000-2.000000 1,6.000000-4.000000 0,8.000000-5.000000 1,9.000000-6.000000 2,9.000000-6.000000 0,7.000000-6.000000 0,7.000000-7.000000-6,8.000000-7.000000-4,7.000000-8.000000-4,4.000000-6.000000-1,1.000000-8.000000 3,2.000000-7.000000 3,1.000000-7.000000 2,2.000000-5.000000-2,1.000000-5.000000-8,1.000000-4.000000-8,2.000000-5.000000-9,-1.000000-1.000000-2,-5.000000 2.000000 1,-4.000000 1.000000 4,-4.000000 1.000000 1,-8.000000 4.000000 8,-9.000000 6.000000 12,-10.000000 5.000000 13,-11.000000 6.000000 12,-5.000000 5.000000 11,-4.000000 2.000000 6,-2.000000 3.000000 7,-4.000000 3.000000 8,-2.000000 5.000000 2,-6.000000 7.000000-2,-3.000000 7.000000-2,-5.000000 7.000000-3,0.000000 5.000000-4,3.000000 3.000000-6,2.000000 3.000000-6,3.000000 3.000000-7,3.000000 1.000000-4,3.000000 0.000000-1,3.000000 0.000000-2,2.000000 1.000000-2,4.000000-3.000000-2,2.000000-5.000000-2,3.000000-3.000000-3,3.000000-5.000000-1,4.000000-3.000000-2,6.000000-3.000000-3,6.000000-3.000000 0,5.000000-3.000000-3,3.000000-6.000000 0,1.000000-8.000000 1,-1.000000-9.000000 0,0.000000-8.000000 2,-1.000000-7.000000-1,-1.000000-3.000000 1,-1.000000-6.000000-1,-2.000000-3.000000 1,-3.000000-1.000000 1,-6.000000 3.000000 1,-6.000000 2.000000 2,-5.000000 4.000000 1,-7.000000 2.000000 1,-4.000000 3.000000 0,-7.000000 3.000000 0,-5.000000 3.000000 0,-5.000000 3.000000-3,-2.000000 5.000000-7,-3.000000 3.000000-7,-3.000000 6.000000-6,-1.000000 3.000000-5,2.000000 5.000000-2,1.000000 4.000000-2,1.000000 4.000000-2,4.000000 2.000000-3,3.000000 1.000000-3,5.000000-1.000000-3,4.000000 1.000000-2</inkml:trace>
</inkml:ink>
</file>

<file path=ppt/ink/ink10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6"/>
    </inkml:context>
    <inkml:brush xml:id="br0">
      <inkml:brushProperty name="width" value="0.0216812137514353" units="cm"/>
      <inkml:brushProperty name="height" value="0.0216812137514353" units="cm"/>
      <inkml:brushProperty name="color" value="#000000"/>
      <inkml:brushProperty name="ignorePressure" value="0"/>
    </inkml:brush>
  </inkml:definitions>
  <inkml:trace contextRef="#ctx0" brushRef="#br0">16929.000000 39947.000000 676,'11.000000'-20.000000'-3,"-2.000000"3.000000"10 ,-1.000000 5.000000 10,-2.000000 4.000000 10,0.000000 2.000000 4,0.000000 1.000000 0,-1.000000-1.000000-2,1.000000 0.000000-1,0.000000 4.000000 0,2.000000 7.000000 0,1.000000 7.000000 0,2.000000 8.000000-1,-1.000000 5.000000-3,-3.000000 4.000000-9,-3.000000 4.000000-9,-2.000000 5.000000-7,-3.000000 2.000000-6,-1.000000 0.000000-1,-2.000000 0.000000-1,-1.000000-1.000000-2,0.000000 0.000000-1,-1.000000-4.000000 0,0.000000-2.000000-1,1.000000-3.000000-1,0.000000-7.000000-2,4.000000-12.000000-2,2.000000-11.000000-3,4.000000-11.000000-3,5.000000-11.000000 0,8.000000-10.000000 3,9.000000-10.000000 1,9.000000-10.000000 2,4.000000-2.000000 4,0.000000 5.000000 6,-1.000000 7.000000 5,1.000000 5.000000 6,-1.000000 5.000000 4,-1.000000 7.000000 2,-1.000000 5.000000 1,-3.000000 5.000000 3,-2.000000 6.000000 1,-4.000000 4.000000 2,-4.000000 4.000000 0,-5.000000 5.000000 3,-3.000000 5.000000-1,-4.000000 5.000000-3,-2.000000 6.000000-1,-2.000000 5.000000-4,-5.000000 5.000000-1,-4.000000 3.000000-1,-4.000000 3.000000-1,-4.000000 2.000000-1,-2.000000-1.000000-1,2.000000-6.000000-2,1.000000-5.000000-1,2.000000-6.000000-1,0.000000-4.000000-2,1.000000-4.000000-1,-1.000000-2.000000 0,0.000000-2.000000-2,3.000000-6.000000-2,3.000000-7.000000-1,5.000000-7.000000-4,5.000000-8.000000-1,3.000000-5.000000-2,5.000000-4.000000-1,4.000000-4.000000-1,4.000000-5.000000 0,4.000000-1.000000 1,0.000000 1.000000 2,2.000000 2.000000 2,2.000000 1.000000 2,-2.000000 3.000000 2,-2.000000 4.000000 4,-3.000000 5.000000 3,-2.000000 3.000000 3,-4.000000 5.000000 2,-3.000000 5.000000 0,-2.000000 3.000000-1,-3.000000 5.000000 0,-3.000000 6.000000 2,-3.000000 6.000000 2,-3.000000 8.000000 3,-2.000000 7.000000 2,-3.000000 6.000000 2,-1.000000 4.000000-1,-2.000000 4.000000 1,-1.000000 4.000000 0,0.000000 2.000000 1,-1.000000-1.000000-1,0.000000-2.000000 1,1.000000-2.000000-1,0.000000-4.000000 0,1.000000-6.000000-2,2.000000-8.000000-3,1.000000-7.000000-2</inkml:trace>
</inkml:ink>
</file>

<file path=ppt/ink/ink10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7"/>
    </inkml:context>
    <inkml:brush xml:id="br0">
      <inkml:brushProperty name="width" value="0.0205253288149834" units="cm"/>
      <inkml:brushProperty name="height" value="0.0205253288149834" units="cm"/>
      <inkml:brushProperty name="color" value="#000000"/>
      <inkml:brushProperty name="ignorePressure" value="0"/>
    </inkml:brush>
  </inkml:definitions>
  <inkml:trace contextRef="#ctx0" brushRef="#br0">18296.000000 39856.000000 714,'-1.000000'33.000000'104,"-1.000000"0.000000"-27 ,-1.000000-3.000000-25,-2.000000-1.000000-27,-2.000000 1.000000-16,-1.000000 0.000000-5,-1.000000 2.000000-7,-2.000000 2.000000-6,1.000000-2.000000-3,1.000000-2.000000-1,1.000000-3.000000 0,1.000000-2.000000 0,5.000000-10.000000-3,7.000000-13.000000-3,7.000000-15.000000-4,7.000000-14.000000-4,4.000000-7.000000 1,0.000000 2.000000 4,0.000000 2.000000 6,0.000000 0.000000 4,2.000000 1.000000 4,4.000000-1.000000 6,4.000000-2.000000 4,5.000000-2.000000 5,0.000000 4.000000 4,-2.000000 6.000000 0,-3.000000 8.000000 2,-3.000000 6.000000 2,-3.000000 8.000000 0,-3.000000 4.000000 1,-3.000000 7.000000 1,-2.000000 5.000000-1,-4.000000 5.000000 1,-5.000000 5.000000-1,-3.000000 4.000000-1,-5.000000 4.000000-1,-2.000000 2.000000-1,0.000000 0.000000-2,0.000000 0.000000-1,0.000000 0.000000-2,-1.000000-2.000000-1,-4.000000-4.000000-1,-2.000000-4.000000-2,-3.000000-5.000000 1,1.000000-7.000000-7,4.000000-10.000000-10,4.000000-10.000000-10,5.000000-9.000000-11,4.000000-8.000000-2,4.000000-2.000000 3,4.000000-3.000000 5,5.000000-2.000000 3,1.000000-1.000000 6,-2.000000 3.000000 4,0.000000 3.000000 5,-2.000000 3.000000 4,-1.000000 2.000000 6,3.000000 4.000000 5,0.000000 2.000000 4,2.000000 3.000000 5,0.000000 3.000000 3,-4.000000 3.000000 0,-2.000000 3.000000 2,-3.000000 3.000000 1,-3.000000 3.000000-3,0.000000 7.000000-7,-3.000000 5.000000-5,0.000000 6.000000-7,-2.000000 4.000000-7,1.000000 1.000000-6,0.000000 1.000000-8,0.000000 2.000000-7,-1.000000-3.000000-5,1.000000-5.000000-4,0.000000-6.000000-3,-1.000000-5.000000-3</inkml:trace>
</inkml:ink>
</file>

<file path=ppt/ink/ink10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7"/>
    </inkml:context>
    <inkml:brush xml:id="br0">
      <inkml:brushProperty name="width" value="0.0227001160383224" units="cm"/>
      <inkml:brushProperty name="height" value="0.0227001160383224" units="cm"/>
      <inkml:brushProperty name="color" value="#000000"/>
      <inkml:brushProperty name="ignorePressure" value="0"/>
    </inkml:brush>
  </inkml:definitions>
  <inkml:trace contextRef="#ctx0" brushRef="#br0">19321.000000 39902.000000 646,'-10.000000'24.000000'116,"3.000000"3.000000"-26 ,3.000000 3.000000-28,3.000000 3.000000-27,2.000000 0.000000-17,3.000000-1.000000-4,3.000000-1.000000-4,3.000000-2.000000-6,4.000000-4.000000-2,4.000000-5.000000-1,4.000000-5.000000 0,4.000000-7.000000-1,3.000000-4.000000 0,2.000000-5.000000-3,1.000000-4.000000-1,1.000000-4.000000-3,-1.000000-5.000000 1,-4.000000-4.000000-1,-4.000000-4.000000 0,-5.000000-4.000000 1,-4.000000-2.000000-1,-4.000000 2.000000 0,-5.000000 1.000000-2,-4.000000 2.000000-1,-3.000000 0.000000-4,-1.000000 3.000000-7,-1.000000 1.000000-8,-2.000000 1.000000-8</inkml:trace>
</inkml:ink>
</file>

<file path=ppt/ink/ink10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18"/>
    </inkml:context>
    <inkml:brush xml:id="br0">
      <inkml:brushProperty name="width" value="0.0236398931592703" units="cm"/>
      <inkml:brushProperty name="height" value="0.0236398931592703" units="cm"/>
      <inkml:brushProperty name="color" value="#000000"/>
      <inkml:brushProperty name="ignorePressure" value="0"/>
    </inkml:brush>
  </inkml:definitions>
  <inkml:trace contextRef="#ctx0" brushRef="#br0">20164.000000 40038.000000 620,'0.000000'-32.000000'53,"0.000000"4.000000"-2 ,0.000000 5.000000-2,0.000000 4.000000-3,-1.000000 2.000000-4,-3.000000 0.000000-6,-3.000000-1.000000-6,-3.000000 1.000000-7,-2.000000 1.000000-5,-2.000000 1.000000-7,-1.000000 2.000000-6,-1.000000 0.000000-6,-3.000000 6.000000-3,-2.000000 6.000000-3,-3.000000 7.000000 0,-3.000000 8.000000-3,-1.000000 7.000000-1,4.000000 9.000000-2,3.000000 9.000000-2,2.000000 8.000000-3,4.000000 3.000000 0,2.000000-1.000000 3,3.000000-1.000000 0,3.000000-2.000000 3,4.000000-3.000000 2,6.000000-6.000000 2,5.000000-6.000000 3,7.000000-5.000000 3,5.000000-8.000000 2,5.000000-10.000000 2,7.000000-11.000000 1,5.000000-9.000000 2,3.000000-9.000000-1,2.000000-9.000000-2,2.000000-8.000000-2,0.000000-9.000000-2,1.000000-7.000000-2,-4.000000-3.000000-3,-3.000000-5.000000-2,-2.000000-5.000000-1,-3.000000-2.000000-3,-3.000000-4.000000-2,-3.000000-3.000000-1,-3.000000-2.000000-3,-3.000000 1.000000 1,-5.000000 3.000000 2,-4.000000 5.000000 2,-4.000000 4.000000 1,-2.000000 7.000000 1,-1.000000 8.000000 0,1.000000 9.000000-2,0.000000 8.000000-1,-2.000000 12.000000 8,-3.000000 14.000000 15,-2.000000 14.000000 14,-3.000000 14.000000 15,-4.000000 13.000000 7,-1.000000 9.000000-1,-4.000000 10.000000-2,-3.000000 11.000000-1,-1.000000 7.000000-3,0.000000 6.000000-3,0.000000 5.000000-4,0.000000 7.000000-4,1.000000-1.000000-8,3.000000-5.000000-11,3.000000-6.000000-13,3.000000-6.000000-11,2.000000-8.000000-15,2.000000-10.000000-17,0.000000-9.000000-17,3.000000-11.000000-18</inkml:trace>
</inkml:ink>
</file>

<file path=ppt/ink/ink10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5"/>
    </inkml:context>
    <inkml:brush xml:id="br0">
      <inkml:brushProperty name="width" value="0.022313691675663" units="cm"/>
      <inkml:brushProperty name="height" value="0.022313691675663" units="cm"/>
      <inkml:brushProperty name="color" value="#000000"/>
      <inkml:brushProperty name="ignorePressure" value="0"/>
    </inkml:brush>
  </inkml:definitions>
  <inkml:trace contextRef="#ctx0" brushRef="#br0">62894.000000 11526.000000 657,'-44.000000'0.000000'1,"6.000000"0.000000"1 ,6.000000 0.000000 2,6.000000 0.000000 2,10.000000 0.000000 6,14.000000 0.000000 13,16.000000 0.000000 12,13.000000 0.000000 13,11.000000 1.000000 0,6.000000 4.000000-10,6.000000 2.000000-11,5.000000 3.000000-9,2.000000 2.000000-9,-3.000000 0.000000-7,-3.000000-1.000000-5,-3.000000 1.000000-7,-1.000000-2.000000-3,0.000000-2.000000-4,0.000000-4.000000-1,-1.000000-3.000000-3,0.000000-1.000000-1,-4.000000 0.000000 3,-3.000000 0.000000 0,-2.000000 0.000000 2,-4.000000 0.000000 2,-2.000000 0.000000 2,-3.000000 0.000000 1,-3.000000 0.000000 3,-8.000000 3.000000 3,-11.000000 6.000000 6,-12.000000 6.000000 6,-11.000000 5.000000 6,-7.000000 8.000000 2,1.000000 8.000000-1,0.000000 10.000000 0,-1.000000 8.000000-1,1.000000 6.000000 0,0.000000 2.000000-1,-1.000000 4.000000 1,1.000000 3.000000 0,-2.000000 5.000000-1,-3.000000 9.000000-1,-2.000000 9.000000-1,-4.000000 9.000000-2,2.000000 6.000000 0,6.000000 2.000000-1,5.000000 4.000000-1,7.000000 2.000000 0,2.000000-4.000000-1,0.000000-12.000000-1,0.000000-11.000000-1,1.000000-12.000000 0,1.000000-12.000000-3,2.000000-11.000000-1,4.000000-12.000000-3,2.000000-12.000000-2,5.000000-10.000000-12,6.000000-9.000000-19,6.000000-9.000000-21,5.000000-8.000000-19,2.000000-5.000000-3,-3.000000 1.000000 15,-3.000000-1.000000 15,-3.000000 0.000000 15</inkml:trace>
</inkml:ink>
</file>

<file path=ppt/ink/ink10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6"/>
    </inkml:context>
    <inkml:brush xml:id="br0">
      <inkml:brushProperty name="width" value="0.0213643535971642" units="cm"/>
      <inkml:brushProperty name="height" value="0.0213643535971642" units="cm"/>
      <inkml:brushProperty name="color" value="#000000"/>
      <inkml:brushProperty name="ignorePressure" value="0"/>
    </inkml:brush>
  </inkml:definitions>
  <inkml:trace contextRef="#ctx0" brushRef="#br0">63782.000000 12694.000000 686,'0.000000'-38.000000'40,"0.000000"18.000000"2 ,0.000000 17.000000 2,0.000000 17.000000 2,0.000000 14.000000-3,0.000000 9.000000-8,0.000000 8.000000-10,0.000000 9.000000-8,1.000000 3.000000-7,4.000000-3.000000-2,2.000000-3.000000-5,3.000000-3.000000-3,0.000000-1.000000-2,-2.000000 0.000000-2,-4.000000-1.000000-2,-2.000000 1.000000-2,1.000000-3.000000-1,5.000000-6.000000-2,7.000000-6.000000 0,5.000000-6.000000-2,7.000000-5.000000-1,5.000000-7.000000-1,6.000000-5.000000-2,6.000000-6.000000-1,5.000000-10.000000-1,7.000000-15.000000-2,5.000000-15.000000-2,6.000000-14.000000-2,0.000000-7.000000 1,-5.000000-1.000000 2,-7.000000 1.000000 2,-5.000000 0.000000 3,-5.000000 1.000000 2,-3.000000 3.000000 7,-2.000000 3.000000 5,-4.000000 2.000000 5,-6.000000 16.000000 10,-13.000000 25.000000 12,-11.000000 27.000000 13,-12.000000 27.000000 13,-6.000000 11.000000 1,1.000000-3.000000-10,-1.000000-3.000000-10,0.000000-3.000000-9,2.000000-3.000000-12,3.000000-2.000000-10,2.000000-4.000000-13,4.000000-3.000000-10,1.000000-2.000000-9,0.000000-3.000000-4,0.000000-4.000000-6,0.000000-2.000000-4,3.000000-4.000000 0,6.000000-7.000000 5,5.000000-5.000000 5,7.000000-6.000000 4</inkml:trace>
</inkml:ink>
</file>

<file path=ppt/ink/ink10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6"/>
    </inkml:context>
    <inkml:brush xml:id="br0">
      <inkml:brushProperty name="width" value="0.0234322194010019" units="cm"/>
      <inkml:brushProperty name="height" value="0.0234322194010019" units="cm"/>
      <inkml:brushProperty name="color" value="#000000"/>
      <inkml:brushProperty name="ignorePressure" value="0"/>
    </inkml:brush>
  </inkml:definitions>
  <inkml:trace contextRef="#ctx0" brushRef="#br0">64810.000000 12647.000000 625,'-15.000000'-20.000000'9,"18.000000"5.000000"18 ,18.000000 7.000000 18,17.000000 5.000000 18,8.000000 0.000000 3,1.000000-6.000000-12,0.000000-6.000000-13,0.000000-5.000000-11,-2.000000-2.000000-10,-3.000000 3.000000-7,-2.000000 3.000000-6,-4.000000 3.000000-8,-1.000000 0.000000-9,0.000000-3.000000-11,0.000000-3.000000-11,0.000000-3.000000-13,-3.000000 0.000000-6,-5.000000 3.000000-4,-7.000000 3.000000-4,-5.000000 3.000000-3</inkml:trace>
</inkml:ink>
</file>

<file path=ppt/ink/ink10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6"/>
    </inkml:context>
    <inkml:brush xml:id="br0">
      <inkml:brushProperty name="width" value="0.0224032513797283" units="cm"/>
      <inkml:brushProperty name="height" value="0.0224032513797283" units="cm"/>
      <inkml:brushProperty name="color" value="#000000"/>
      <inkml:brushProperty name="ignorePressure" value="0"/>
    </inkml:brush>
  </inkml:definitions>
  <inkml:trace contextRef="#ctx0" brushRef="#br0">65277.000000 12227.000000 654,'-1.000000'134.000000'112,"-4.000000"-11.000000"-26 ,-2.000000-12.000000-25,-3.000000-12.000000-27,-2.000000-5.000000-15,0.000000-1.000000-4,1.000000 0.000000-5,-1.000000 1.000000-3,2.000000-5.000000-5,3.000000-9.000000-7,2.000000-8.000000-5,4.000000-9.000000-6,4.000000-9.000000-5,5.000000-9.000000-3,7.000000-9.000000-5,5.000000-8.000000-3,5.000000-10.000000-2,3.000000-12.000000 0,3.000000-12.000000 1,2.000000-12.000000 1,4.000000-10.000000 2,2.000000-8.000000 4,4.000000-9.000000 5,2.000000-9.000000 4,-1.000000-2.000000 4,-6.000000 7.000000 3,-6.000000 5.000000 4,-6.000000 6.000000 4,-3.000000 4.000000 2,1.000000 4.000000 3,-1.000000 2.000000 3,0.000000 3.000000 1,-1.000000 5.000000 3,-3.000000 5.000000 2,-3.000000 6.000000 1,-3.000000 6.000000 1,-2.000000 9.000000 2,-4.000000 12.000000 1,-3.000000 11.000000 0,-2.000000 12.000000 1,-1.000000 4.000000 0,4.000000-3.000000-1,2.000000-2.000000-2,3.000000-4.000000-2,3.000000-2.000000-1,3.000000-4.000000-1,3.000000-2.000000-2,3.000000-3.000000-1,2.000000-5.000000-1,-1.000000-5.000000 0,0.000000-6.000000-1,1.000000-6.000000 0,1.000000-6.000000-1,2.000000-6.000000-2,4.000000-6.000000-1,3.000000-5.000000-2,-1.000000-8.000000-1,-2.000000-8.000000-1,-3.000000-9.000000-1,-4.000000-10.000000-1,-2.000000-1.000000 0,-3.000000 2.000000-1,-3.000000 2.000000 0,-2.000000 4.000000-1,-9.000000 4.000000-1,-10.000000 6.000000 0,-13.000000 6.000000 1,-11.000000 6.000000-1,-8.000000 6.000000-1,-2.000000 5.000000-2,-4.000000 6.000000-2,-2.000000 6.000000-2,1.000000 5.000000-4,6.000000 2.000000-4,6.000000 3.000000-4,6.000000 4.000000-5,4.000000 0.000000-1,3.000000 1.000000 2,3.000000 0.000000 3,3.000000-1.000000 3</inkml:trace>
</inkml:ink>
</file>

<file path=ppt/ink/ink10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7"/>
    </inkml:context>
    <inkml:brush xml:id="br0">
      <inkml:brushProperty name="width" value="0.0209466200321913" units="cm"/>
      <inkml:brushProperty name="height" value="0.0209466200321913" units="cm"/>
      <inkml:brushProperty name="color" value="#000000"/>
      <inkml:brushProperty name="ignorePressure" value="0"/>
    </inkml:brush>
  </inkml:definitions>
  <inkml:trace contextRef="#ctx0" brushRef="#br0">66679.000000 12788.000000 700,'66.000000'3.000000'69,"-9.000000"5.000000"-13 ,-9.000000 7.000000-13,-9.000000 5.000000-14,-8.000000 8.000000-9,-9.000000 9.000000-6,-9.000000 8.000000-4,-9.000000 9.000000-6,-4.000000 4.000000-4,0.000000 1.000000-2,0.000000-1.000000-2,0.000000 0.000000-2,-3.000000-1.000000 0,-5.000000-3.000000 3,-7.000000-2.000000 3,-5.000000-4.000000 4,2.000000-13.000000 2,12.000000-24.000000 4,12.000000-22.000000 4,12.000000-24.000000 4,12.000000-22.000000-2,16.000000-21.000000-9,13.000000-19.000000-7,16.000000-22.000000-8,4.000000 0.000000-6,-6.000000 16.000000-6,-6.000000 19.000000-4,-6.000000 17.000000-6,-4.000000 10.000000-6,-3.000000 3.000000-7,-3.000000 2.000000-8,-3.000000 4.000000-7</inkml:trace>
</inkml:ink>
</file>

<file path=ppt/ink/ink10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7"/>
    </inkml:context>
    <inkml:brush xml:id="br0">
      <inkml:brushProperty name="width" value="0.0251885131001472" units="cm"/>
      <inkml:brushProperty name="height" value="0.0251885131001472" units="cm"/>
      <inkml:brushProperty name="color" value="#000000"/>
      <inkml:brushProperty name="ignorePressure" value="0"/>
    </inkml:brush>
  </inkml:definitions>
  <inkml:trace contextRef="#ctx0" brushRef="#br0">70043.000000 11900.000000 582,'-1.000000'93.000000'94,"-4.000000"1.000000"-18 ,-2.000000-1.000000-20,-3.000000 1.000000-20,-5.000000 6.000000-10,-5.000000 16.000000-1,-6.000000 14.000000-3,-7.000000 14.000000-2,0.000000 5.000000-2,2.000000-6.000000-2,3.000000-5.000000-3,4.000000-7.000000-3,2.000000-10.000000-5,3.000000-14.000000-7,3.000000-15.000000-7,3.000000-15.000000-8,10.000000-16.000000-12,17.000000-17.000000-16,18.000000-17.000000-16,18.000000-19.000000-17,3.000000-9.000000 0,-13.000000-4.000000 14,-10.000000-2.000000 13,-13.000000-3.000000 15</inkml:trace>
</inkml:ink>
</file>

<file path=ppt/ink/ink10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7"/>
    </inkml:context>
    <inkml:brush xml:id="br0">
      <inkml:brushProperty name="width" value="0.0203790124505758" units="cm"/>
      <inkml:brushProperty name="height" value="0.0203790124505758" units="cm"/>
      <inkml:brushProperty name="color" value="#000000"/>
      <inkml:brushProperty name="ignorePressure" value="0"/>
    </inkml:brush>
  </inkml:definitions>
  <inkml:trace contextRef="#ctx0" brushRef="#br0">70324.000000 13488.000000 719,'26.000000'-21.000000'46,"6.000000"2.000000"-6 ,6.000000 3.000000-9,6.000000 2.000000-6,3.000000 1.000000-6,-1.000000-3.000000-2,1.000000-3.000000-3,0.000000-3.000000-3,1.000000-1.000000-2,3.000000 0.000000-2,3.000000-1.000000-3,3.000000 1.000000-2,-1.000000-3.000000-2,-7.000000-7.000000-1,-5.000000-5.000000-2,-6.000000-5.000000-1,-6.000000-3.000000 0,-6.000000 4.000000 0,-5.000000 3.000000 1,-7.000000 2.000000 0,-6.000000 5.000000 1,-10.000000 6.000000 1,-8.000000 5.000000 0,-9.000000 7.000000 0,-9.000000 6.000000 1,-8.000000 10.000000 0,-9.000000 8.000000 1,-10.000000 9.000000 1,-1.000000 9.000000 1,1.000000 8.000000 1,4.000000 10.000000 4,3.000000 8.000000 1,4.000000 4.000000 1,6.000000 0.000000 0,6.000000 1.000000 0,6.000000-1.000000 0,6.000000 1.000000-2,5.000000-1.000000-3,6.000000 0.000000-2,6.000000 1.000000-4,8.000000-7.000000-5,8.000000-11.000000-7,9.000000-11.000000-6,8.000000-13.000000-7,11.000000-5.000000-6,12.000000-1.000000-4,11.000000 1.000000-4,12.000000 0.000000-5,-2.000000-2.000000 1,-14.000000-3.000000 3,-14.000000-2.000000 6,-16.000000-4.000000 4</inkml:trace>
</inkml:ink>
</file>

<file path=ppt/ink/ink10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8"/>
    </inkml:context>
    <inkml:brush xml:id="br0">
      <inkml:brushProperty name="width" value="0.0205950140953064" units="cm"/>
      <inkml:brushProperty name="height" value="0.0205950140953064" units="cm"/>
      <inkml:brushProperty name="color" value="#000000"/>
      <inkml:brushProperty name="ignorePressure" value="0"/>
    </inkml:brush>
  </inkml:definitions>
  <inkml:trace contextRef="#ctx0" brushRef="#br0">71959.000000 12974.000000 712,'-63.000000'-21.000000'22,"15.000000"2.000000"2 ,15.000000 3.000000 3,14.000000 2.000000 3,5.000000 4.000000 1,-2.000000 3.000000 0,-3.000000 3.000000-1,-3.000000 2.000000-1,-1.000000 5.000000-3,0.000000 6.000000-7,-1.000000 5.000000-7,1.000000 7.000000-6,1.000000 4.000000-5,3.000000 2.000000-3,3.000000 4.000000-1,3.000000 3.000000-3,3.000000 1.000000-2,2.000000 0.000000-1,4.000000 0.000000-2,3.000000 0.000000-1,2.000000 0.000000-3,3.000000 0.000000 0,4.000000 0.000000-2,2.000000 0.000000-1,5.000000-1.000000 0,5.000000-4.000000 3,6.000000-2.000000 2,6.000000-3.000000 3,5.000000-3.000000 3,2.000000-3.000000 2,4.000000-3.000000 3,2.000000-3.000000 4,0.000000 0.000000 2,-2.000000 3.000000 2,-4.000000 3.000000 2,-3.000000 3.000000 2,-2.000000 1.000000 2,-3.000000 1.000000 2,-4.000000-1.000000 2,-2.000000 0.000000 2,-10.000000 2.000000-2,-18.000000 3.000000-2,-17.000000 3.000000-4,-18.000000 2.000000-3,-6.000000-2.000000-13,6.000000-9.000000-23,6.000000-9.000000-21,5.000000-9.000000-24</inkml:trace>
</inkml:ink>
</file>

<file path=ppt/ink/ink10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8"/>
    </inkml:context>
    <inkml:brush xml:id="br0">
      <inkml:brushProperty name="width" value="0.0202515088021755" units="cm"/>
      <inkml:brushProperty name="height" value="0.0202515088021755" units="cm"/>
      <inkml:brushProperty name="color" value="#000000"/>
      <inkml:brushProperty name="ignorePressure" value="0"/>
    </inkml:brush>
  </inkml:definitions>
  <inkml:trace contextRef="#ctx0" brushRef="#br0">72847.000000 12928.000000 724,'-23.000000'-21.000000'109,"-1.000000"7.000000"-29 ,1.000000 5.000000-27,-1.000000 6.000000-30,0.000000 7.000000-15,-4.000000 10.000000-5,-3.000000 7.000000-5,-2.000000 10.000000-4,1.000000 4.000000-4,5.000000 0.000000-4,7.000000 0.000000-2,5.000000 0.000000-3,5.000000 0.000000-2,3.000000 0.000000 0,2.000000 0.000000 0,4.000000 0.000000 0,4.000000 1.000000 3,6.000000-1.000000 5,5.000000 0.000000 5,7.000000 0.000000 5,3.000000-2.000000 3,4.000000-2.000000 2,3.000000-3.000000 2,2.000000-4.000000 1,1.000000 0.000000 2,-3.000000-1.000000 3,-4.000000 1.000000 3,-2.000000-1.000000 1,-4.000000 0.000000 3,-7.000000 1.000000-1,-5.000000-1.000000 0,-6.000000 0.000000 0,-6.000000 2.000000-1,-6.000000 3.000000-6,-5.000000 3.000000-4,-7.000000 2.000000-5,-2.000000-1.000000-6,-1.000000-5.000000-6,1.000000-7.000000-7,0.000000-5.000000-7,-1.000000-4.000000-7,1.000000 1.000000-7,0.000000 0.000000-6,-1.000000-1.000000-8</inkml:trace>
</inkml:ink>
</file>

<file path=ppt/ink/ink10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8"/>
    </inkml:context>
    <inkml:brush xml:id="br0">
      <inkml:brushProperty name="width" value="0.0235793702304363" units="cm"/>
      <inkml:brushProperty name="height" value="0.0235793702304363" units="cm"/>
      <inkml:brushProperty name="color" value="#000000"/>
      <inkml:brushProperty name="ignorePressure" value="0"/>
    </inkml:brush>
  </inkml:definitions>
  <inkml:trace contextRef="#ctx0" brushRef="#br0">73267.000000 13255.000000 622,'2.000000'106.000000'116,"2.000000"-19.000000"-28 ,4.000000-22.000000-27,2.000000-19.000000-28,3.000000-11.000000-14,3.000000 0.000000-1,3.000000 0.000000-1,3.000000 0.000000-1,1.000000-5.000000-7,1.000000-8.000000-9,-1.000000-9.000000-11,0.000000-8.000000-10,4.000000-11.000000-3,5.000000-12.000000 3,6.000000-11.000000 4,6.000000-12.000000 3,-1.000000-8.000000 3,-5.000000-7.000000 3,-6.000000-5.000000 2,-5.000000-6.000000 2,-5.000000-3.000000 2,-3.000000 0.000000 0,-3.000000-1.000000 0,-3.000000 1.000000 0,-7.000000 5.000000 1,-12.000000 8.000000-1,-12.000000 9.000000-1,-11.000000 8.000000 0,-7.000000 9.000000-3,-4.000000 10.000000-4,-2.000000 7.000000-6,-3.000000 10.000000-5,2.000000 7.000000-4,10.000000 6.000000-2,8.000000 5.000000-3,9.000000 7.000000-2,4.000000 1.000000-1,0.000000-3.000000 2,1.000000-3.000000 1,-1.000000-3.000000 1</inkml:trace>
</inkml:ink>
</file>

<file path=ppt/ink/ink10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9"/>
    </inkml:context>
    <inkml:brush xml:id="br0">
      <inkml:brushProperty name="width" value="0.0207864306867123" units="cm"/>
      <inkml:brushProperty name="height" value="0.0207864306867123" units="cm"/>
      <inkml:brushProperty name="color" value="#000000"/>
      <inkml:brushProperty name="ignorePressure" value="0"/>
    </inkml:brush>
  </inkml:definitions>
  <inkml:trace contextRef="#ctx0" brushRef="#br0">74202.000000 12834.000000 705,'-1.000000'110.000000'101,"-4.000000"-15.000000"-26 ,-2.000000-15.000000-26,-3.000000-14.000000-26,-2.000000-9.000000-13,0.000000-3.000000-3,1.000000-3.000000-1,-1.000000-3.000000-2,9.000000-13.000000-7,18.000000-23.000000-14,17.000000-24.000000-11,17.000000-23.000000-14,8.000000-13.000000-2,-3.000000-3.000000 10,-3.000000-3.000000 8,-2.000000-3.000000 10,-4.000000 1.000000 4,-3.000000 7.000000 0,-2.000000 5.000000 0,-4.000000 6.000000 1,-2.000000 6.000000 4,-4.000000 5.000000 9,-2.000000 7.000000 11,-3.000000 5.000000 8,-5.000000 8.000000 7,-5.000000 9.000000 1,-6.000000 8.000000 3,-6.000000 9.000000 1,-3.000000 9.000000 0,0.000000 8.000000-5,0.000000 9.000000-3,0.000000 9.000000-4,-2.000000 5.000000-7,-2.000000-1.000000-10,-3.000000 1.000000-9,-4.000000-1.000000-10,1.000000-1.000000-8,3.000000-3.000000-8,2.000000-3.000000-6,4.000000-3.000000-6,2.000000-5.000000-4,4.000000-10.000000 1,2.000000-8.000000 2,3.000000-9.000000 0</inkml:trace>
</inkml:ink>
</file>

<file path=ppt/ink/ink10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29"/>
    </inkml:context>
    <inkml:brush xml:id="br0">
      <inkml:brushProperty name="width" value="0.021419009193778" units="cm"/>
      <inkml:brushProperty name="height" value="0.021419009193778" units="cm"/>
      <inkml:brushProperty name="color" value="#000000"/>
      <inkml:brushProperty name="ignorePressure" value="0"/>
    </inkml:brush>
  </inkml:definitions>
  <inkml:trace contextRef="#ctx0" brushRef="#br0">75744.000000 12741.000000 684,'-20.000000'-44.000000'33,"5.000000"6.000000"0 ,6.000000 6.000000 1,6.000000 6.000000 1,2.000000 4.000000-1,-4.000000 3.000000-3,-2.000000 3.000000-4,-3.000000 3.000000-2,-3.000000 4.000000-5,-3.000000 6.000000-5,-3.000000 6.000000-6,-3.000000 6.000000-5,0.000000 7.000000-4,3.000000 8.000000-2,3.000000 10.000000 0,3.000000 8.000000-3,3.000000 5.000000-1,2.000000 0.000000-1,4.000000 0.000000-2,2.000000-1.000000-2,2.000000 1.000000 0,0.000000 0.000000 2,0.000000-1.000000 2,0.000000 1.000000 1,3.000000-2.000000 2,6.000000-2.000000 2,6.000000-4.000000 0,5.000000-2.000000 2,5.000000-4.000000 1,3.000000-2.000000 1,2.000000-3.000000 2,4.000000-3.000000 0,-2.000000-2.000000 1,-6.000000 0.000000 1,-5.000000 1.000000 1,-7.000000-1.000000 1,-2.000000 0.000000 1,0.000000 1.000000-1,-1.000000-1.000000 0,1.000000 0.000000 1,-5.000000 2.000000-1,-8.000000 3.000000-1,-9.000000 3.000000 0,-9.000000 2.000000-2,-5.000000-1.000000-5,1.000000-5.000000-10,0.000000-7.000000-11,-1.000000-5.000000-11,1.000000-4.000000-9,0.000000 1.000000-8,-1.000000 0.000000-8,1.000000-1.000000-8</inkml:trace>
</inkml:ink>
</file>

<file path=ppt/ink/ink10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35"/>
    </inkml:context>
    <inkml:brush xml:id="br0">
      <inkml:brushProperty name="width" value="0.0227252505719662" units="cm"/>
      <inkml:brushProperty name="height" value="0.0227252505719662" units="cm"/>
      <inkml:brushProperty name="color" value="#000000"/>
      <inkml:brushProperty name="ignorePressure" value="0"/>
    </inkml:brush>
  </inkml:definitions>
  <inkml:trace contextRef="#ctx0" brushRef="#br0">59203.000000 16292.000000 645,'-41.000000'-36.000000'4,"12.000000"20.000000"8 ,11.000000 20.000000 8,12.000000 21.000000 6,6.000000 16.000000 2,0.000000 11.000000-4,0.000000 12.000000-4,0.000000 12.000000-4,0.000000 12.000000-3,0.000000 11.000000 0,0.000000 12.000000 0,0.000000 12.000000-1,0.000000 11.000000-1,0.000000 12.000000 0,0.000000 12.000000 0,0.000000 11.000000 0,0.000000 10.000000-2,0.000000 5.000000-1,0.000000 5.000000-2,0.000000 7.000000-2,-1.000000 4.000000-1,-4.000000 3.000000-2,-2.000000 3.000000-1,-3.000000 3.000000-2,0.000000-6.000000-1,2.000000-15.000000 1,4.000000-14.000000 1,2.000000-15.000000 1,2.000000-10.000000 1,0.000000-6.000000 1,0.000000-6.000000 2,0.000000-5.000000 2,0.000000-1.000000 1,0.000000 6.000000-2,0.000000 7.000000 0,0.000000 4.000000-1,0.000000 0.000000-1,0.000000-9.000000 0,0.000000-9.000000 1,0.000000-9.000000 0,0.000000-10.000000 0,0.000000-12.000000 1,0.000000-11.000000 1,0.000000-12.000000 0,0.000000-12.000000 0,0.000000-12.000000-1,0.000000-11.000000-1,0.000000-11.000000-1,0.000000-17.000000-10,0.000000-21.000000-17,0.000000-19.000000-17,0.000000-22.000000-18,0.000000-5.000000-3,0.000000 9.000000 8,0.000000 9.000000 9,0.000000 8.000000 9,2.000000 3.000000 6,2.000000-3.000000 1,4.000000-2.000000 2,2.000000-4.000000 2</inkml:trace>
</inkml:ink>
</file>

<file path=ppt/ink/ink10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37"/>
    </inkml:context>
    <inkml:brush xml:id="br0">
      <inkml:brushProperty name="width" value="0.0225660540163517" units="cm"/>
      <inkml:brushProperty name="height" value="0.0225660540163517" units="cm"/>
      <inkml:brushProperty name="color" value="#000000"/>
      <inkml:brushProperty name="ignorePressure" value="0"/>
    </inkml:brush>
  </inkml:definitions>
  <inkml:trace contextRef="#ctx0" brushRef="#br0">59343.000000 16199.000000 649,'1.000000'-41.000000'-19,"4.000000"12.000000"3 ,2.000000 11.000000 3,3.000000 12.000000 4,0.000000 5.000000 3,-2.000000-4.000000 4,-4.000000-2.000000 3,-2.000000-3.000000 3,0.000000 0.000000 3,7.000000 2.000000 3,6.000000 4.000000 2,5.000000 2.000000 3,7.000000 2.000000 2,5.000000 0.000000 2,6.000000 0.000000 1,5.000000 0.000000 2,7.000000 0.000000-1,6.000000 0.000000-4,5.000000 0.000000-3,6.000000 0.000000-4,8.000000 2.000000-2,8.000000 2.000000-3,9.000000 4.000000-1,9.000000 2.000000-3,2.000000 0.000000 0,-2.000000-3.000000-1,-3.000000-2.000000-1,-3.000000-4.000000 0,0.000000-1.000000-1,2.000000 0.000000 2,4.000000 0.000000 0,3.000000 0.000000 1,0.000000 0.000000-1,-4.000000 0.000000 1,-2.000000 0.000000-2,-3.000000 0.000000 0,-1.000000 0.000000 0,-1.000000 0.000000 0,0.000000 0.000000 1,1.000000 0.000000 0,4.000000 0.000000 0,8.000000 0.000000-1,10.000000 0.000000 0,8.000000 0.000000-1,4.000000 0.000000-1,1.000000 0.000000 2,-1.000000 0.000000-1,1.000000 0.000000 1,-2.000000-3.000000 1,-3.000000-5.000000-1,-3.000000-7.000000 1,-3.000000-6.000000 0,-4.000000 0.000000-1,-6.000000 2.000000 1,-5.000000 3.000000 0,-7.000000 2.000000-1,0.000000 3.000000 0,7.000000-1.000000 1,5.000000 0.000000-1,6.000000 1.000000 0,4.000000 0.000000 0,3.000000 4.000000 0,3.000000 3.000000 0,3.000000 2.000000 1,-1.000000 2.000000-1,-7.000000 0.000000 0,-5.000000 0.000000-1,-6.000000 0.000000 0,-5.000000 0.000000 0,-7.000000 0.000000 1,-5.000000 0.000000 1,-7.000000 0.000000 1,-5.000000 0.000000 2,-6.000000 0.000000 0,-6.000000 0.000000-1,-5.000000 0.000000 2,5.000000 0.000000-1,17.000000 0.000000 0,19.000000 0.000000 0,16.000000 0.000000 0,8.000000 0.000000-1,-2.000000 0.000000-1,-4.000000 0.000000-1,-3.000000 0.000000 0,-3.000000-1.000000-2,-2.000000-4.000000 0,-4.000000-2.000000 0,-2.000000-3.000000-1,-5.000000-2.000000-1,-5.000000 1.000000 2,-7.000000-1.000000 0,-5.000000 0.000000 0,-5.000000 1.000000 1,-3.000000-1.000000 0,-2.000000 0.000000 1,-4.000000 0.000000 0,2.000000 2.000000 1,6.000000 3.000000 2,6.000000 3.000000 0,6.000000 2.000000 2,5.000000 1.000000 0,6.000000-4.000000-2,6.000000-2.000000-2,6.000000-3.000000-2,0.000000-2.000000 0,-6.000000 0.000000 0,-6.000000 1.000000 1,-5.000000-1.000000 1,-7.000000 2.000000 0,-5.000000 3.000000-1,-6.000000 2.000000 1,-6.000000 4.000000-1,-5.000000 1.000000 0,-2.000000 0.000000 0,-3.000000 0.000000-1,-3.000000 0.000000 1,0.000000 0.000000-1,2.000000 0.000000 0,4.000000 0.000000 0,3.000000 0.000000 0,1.000000 1.000000 0,0.000000 4.000000-1,0.000000 2.000000 1,0.000000 3.000000 0,5.000000 3.000000 0,8.000000 3.000000 0,9.000000 3.000000 0,9.000000 3.000000 0,4.000000-1.000000 0,0.000000-7.000000-2,0.000000-5.000000-1,0.000000-6.000000-1,-1.000000-2.000000 0,-3.000000 4.000000 0,-4.000000 2.000000 1,-2.000000 3.000000 0,-3.000000 0.000000 2,-3.000000-2.000000 0,-2.000000-4.000000 1,-4.000000-2.000000 2,-4.000000-4.000000 0,-6.000000-2.000000 2,-6.000000-4.000000 2,-6.000000-2.000000 0,-1.000000 0.000000 1,3.000000 3.000000 0,2.000000 2.000000-1,4.000000 4.000000 0,1.000000-1.000000 0,0.000000-2.000000-1,0.000000-3.000000 0,0.000000-4.000000 0,-1.000000 1.000000 0,-3.000000 3.000000-2,-3.000000 3.000000-1,-4.000000 2.000000-1,-2.000000 1.000000-2,-3.000000-4.000000 0,-2.000000-2.000000 0,-4.000000-3.000000-1,-4.000000 0.000000-1,-6.000000 2.000000 0,-6.000000 4.000000 0,-6.000000 2.000000-1,-9.000000 5.000000 1,-11.000000 6.000000 4,-12.000000 6.000000 3,-11.000000 5.000000 4,-5.000000 5.000000 1,3.000000 3.000000 1,3.000000 2.000000 0,3.000000 4.000000 0,3.000000 8.000000 0,2.000000 15.000000-1,4.000000 15.000000 1,2.000000 14.000000-1,1.000000 16.000000 1,-3.000000 18.000000 2,-4.000000 17.000000 1,-2.000000 18.000000 2,0.000000 13.000000-1,3.000000 9.000000-2,2.000000 8.000000-2,4.000000 9.000000-2,1.000000 3.000000-1,0.000000-2.000000-2,0.000000-4.000000-1,0.000000-3.000000-1,0.000000-1.000000-1,0.000000 0.000000-1,0.000000 0.000000-2,0.000000 0.000000-1,0.000000-2.000000 0,0.000000-2.000000 1,0.000000-4.000000 1,0.000000-2.000000 2,0.000000-3.000000 1,0.000000-3.000000 1,0.000000-3.000000 1,0.000000-3.000000 2,0.000000-9.000000 0,0.000000-14.000000 0,0.000000-15.000000 0,0.000000-15.000000 0,0.000000-8.000000 0,0.000000-4.000000-1,0.000000-2.000000 0,0.000000-3.000000 0,0.000000-7.000000-3,0.000000-12.000000-2,0.000000-12.000000-5,0.000000-11.000000-3,0.000000-10.000000-3,0.000000-5.000000-4,0.000000-6.000000-2,0.000000-5.000000-3</inkml:trace>
</inkml:ink>
</file>

<file path=ppt/ink/ink10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39"/>
    </inkml:context>
    <inkml:brush xml:id="br0">
      <inkml:brushProperty name="width" value="0.0242723654955626" units="cm"/>
      <inkml:brushProperty name="height" value="0.0242723654955626" units="cm"/>
      <inkml:brushProperty name="color" value="#000000"/>
      <inkml:brushProperty name="ignorePressure" value="0"/>
    </inkml:brush>
  </inkml:definitions>
  <inkml:trace contextRef="#ctx0" brushRef="#br0">59623.000000 26479.000000 604,'-1.000000'45.000000'-1,"-4.000000"-3.000000"-3 ,-2.000000-2.000000-2,-3.000000-4.000000-2,0.000000 1.000000 2,2.000000 2.000000 5,4.000000 3.000000 5,2.000000 4.000000 5,2.000000 2.000000 3,0.000000 3.000000 3,0.000000 3.000000 1,0.000000 3.000000 1,3.000000 4.000000 1,6.000000 6.000000 0,6.000000 6.000000-1,5.000000 6.000000-1,2.000000 7.000000 0,-3.000000 9.000000-1,-3.000000 9.000000-2,-3.000000 9.000000 0,-2.000000 9.000000 0,-4.000000 13.000000 0,-3.000000 11.000000 1,-2.000000 11.000000 0,-2.000000 14.000000 0,0.000000 15.000000-2,0.000000 14.000000-2,0.000000 14.000000-1,0.000000 8.000000 0,0.000000 0.000000-1,0.000000 0.000000 1,0.000000 0.000000-1,0.000000-1.000000 0,0.000000-4.000000-1,0.000000-2.000000 0,0.000000-4.000000-2,1.000000-3.000000 1,3.000000-7.000000 0,4.000000-5.000000 0,2.000000-6.000000 1,2.000000-12.000000 0,-1.000000-17.000000-1,1.000000-18.000000-1,0.000000-18.000000-1,-2.000000-9.000000 0,-3.000000-4.000000-1,-2.000000-2.000000 0,-4.000000-4.000000 0,1.000000-11.000000 0,2.000000-20.000000-4,3.000000-21.000000-1,3.000000-21.000000-3,1.000000-18.000000-9,-4.000000-18.000000-14,-3.000000-18.000000-15,-2.000000-17.000000-15,-2.000000-16.000000-4,0.000000-14.000000 7,0.000000-15.000000 6,0.000000-15.000000 7,0.000000-2.000000 6,0.000000 13.000000 4,0.000000 11.000000 4,0.000000 12.000000 4</inkml:trace>
</inkml:ink>
</file>

<file path=ppt/ink/ink10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39"/>
    </inkml:context>
    <inkml:brush xml:id="br0">
      <inkml:brushProperty name="width" value="0.0214167200028896" units="cm"/>
      <inkml:brushProperty name="height" value="0.0214167200028896" units="cm"/>
      <inkml:brushProperty name="color" value="#000000"/>
      <inkml:brushProperty name="ignorePressure" value="0"/>
    </inkml:brush>
  </inkml:definitions>
  <inkml:trace contextRef="#ctx0" brushRef="#br0">60277.000000 26525.000000 684,'27.000000'-41.000000'39,"5.000000"12.000000"-5 ,6.000000 12.000000-3,6.000000 11.000000-5,10.000000 4.000000-2,14.000000-2.000000-2,15.000000-3.000000-3,15.000000-3.000000-2,10.000000-1.000000-2,6.000000 4.000000-3,6.000000 3.000000-2,6.000000 2.000000-3,12.000000 1.000000-2,21.000000-4.000000 0,21.000000-2.000000 0,20.000000-3.000000-1,9.000000-2.000000-1,-3.000000 0.000000-4,-3.000000 1.000000-1,-3.000000-1.000000-4,-5.000000 2.000000 0,-5.000000 3.000000-1,-6.000000 2.000000 1,-6.000000 4.000000 0,1.000000 1.000000 1,5.000000 0.000000-1,5.000000 0.000000 2,7.000000 0.000000-1,1.000000 0.000000 2,-3.000000 0.000000 1,-2.000000 0.000000 2,-4.000000 0.000000 2,-2.000000 0.000000 0,-4.000000 0.000000 1,-2.000000 0.000000-1,-4.000000 0.000000-1,7.000000 0.000000 1,14.000000 0.000000 1,15.000000 0.000000 1,14.000000 0.000000 0,-1.000000 1.000000 0,-18.000000 4.000000-1,-17.000000 2.000000-2,-18.000000 3.000000-1,-7.000000 2.000000-1,3.000000-1.000000 1,3.000000 1.000000 0,3.000000 0.000000 1,4.000000-1.000000 0,6.000000 1.000000 0,6.000000 0.000000 0,6.000000 0.000000 0,-7.000000-2.000000 0,-16.000000-3.000000 0,-18.000000-3.000000-1,-18.000000-2.000000 0,-9.000000-2.000000-1,1.000000 0.000000 1,-1.000000 0.000000 0,1.000000 0.000000 0,4.000000-2.000000 1,8.000000-2.000000 1,10.000000-3.000000 0,8.000000-3.000000 1,-1.000000-2.000000-1,-12.000000 0.000000 0,-12.000000 0.000000-1,-11.000000 1.000000-2,-11.000000-2.000000 0,-8.000000-3.000000 0,-9.000000-3.000000-1,-9.000000-3.000000-1,-6.000000 1.000000 1,-3.000000 7.000000 1,-2.000000 5.000000 2,-4.000000 6.000000 1,2.000000 3.000000 1,6.000000 0.000000-1,6.000000 0.000000 1,6.000000 0.000000-2,2.000000 0.000000 2,0.000000 0.000000 0,1.000000 0.000000 2,-1.000000 0.000000 2,-4.000000 0.000000-1,-8.000000 0.000000-2,-10.000000 0.000000-1,-8.000000 0.000000-1,-7.000000 0.000000-1,-7.000000 0.000000 1,-5.000000 0.000000 0,-6.000000 0.000000 2,-4.000000 0.000000-2,-4.000000 0.000000 0,-2.000000 0.000000-1,-3.000000 0.000000-2,-3.000000 3.000000-2,-3.000000 6.000000-2,-3.000000 5.000000-3,-3.000000 7.000000-2,0.000000 1.000000-11,3.000000-3.000000-19,3.000000-3.000000-18,3.000000-3.000000-19</inkml:trace>
</inkml:ink>
</file>

<file path=ppt/ink/ink10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0"/>
    </inkml:context>
    <inkml:brush xml:id="br0">
      <inkml:brushProperty name="width" value="0.0251727141439915" units="cm"/>
      <inkml:brushProperty name="height" value="0.0251727141439915" units="cm"/>
      <inkml:brushProperty name="color" value="#000000"/>
      <inkml:brushProperty name="ignorePressure" value="0"/>
    </inkml:brush>
  </inkml:definitions>
  <inkml:trace contextRef="#ctx0" brushRef="#br0">73127.000000 26479.000000 582,'0.000000'46.000000'24,"0.000000"1.000000"-2 ,0.000000 0.000000-1,0.000000 0.000000-1,0.000000 5.000000 0,0.000000 12.000000 0,0.000000 12.000000 1,0.000000 12.000000 0,2.000000 10.000000 0,2.000000 8.000000-2,3.000000 10.000000-1,4.000000 8.000000-2,-3.000000 16.000000-2,-5.000000 24.000000-1,-6.000000 22.000000-1,-5.000000 25.000000-1,-4.000000 21.000000-1,0.000000 20.000000 2,1.000000 22.000000 1,-1.000000 19.000000 0,2.000000 1.000000 1,2.000000-21.000000-1,4.000000-21.000000-1,3.000000-20.000000 0,-1.000000-11.000000-2,-2.000000-4.000000-3,-4.000000-2.000000-2,-2.000000-3.000000-2,0.000000-11.000000-2,3.000000-17.000000-2,2.000000-17.000000 1,4.000000-18.000000-2,-1.000000-13.000000-5,-2.000000-9.000000-8,-3.000000-9.000000-9,-4.000000-9.000000-9,1.000000-3.000000 0,3.000000-1.000000 9,3.000000 0.000000 10,2.000000 0.000000 9,1.000000-1.000000 5,-4.000000-4.000000-2,-2.000000-2.000000 0,-3.000000-3.000000-1,-2.000000-7.000000-1,0.000000-12.000000-4,1.000000-12.000000-3,-1.000000-12.000000-2,0.000000-6.000000-6,1.000000-4.000000-7,-1.000000-2.000000-8,0.000000-4.000000-7</inkml:trace>
</inkml:ink>
</file>

<file path=ppt/ink/ink10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1"/>
    </inkml:context>
    <inkml:brush xml:id="br0">
      <inkml:brushProperty name="width" value="0.0227413848042488" units="cm"/>
      <inkml:brushProperty name="height" value="0.0227413848042488" units="cm"/>
      <inkml:brushProperty name="color" value="#000000"/>
      <inkml:brushProperty name="ignorePressure" value="0"/>
    </inkml:brush>
  </inkml:definitions>
  <inkml:trace contextRef="#ctx0" brushRef="#br0">60885.000000 33301.000000 644,'-85.000000'-22.000000'-10,"18.000000"3.000000"1 ,17.000000 3.000000 2,18.000000 3.000000 2,10.000000 1.000000 2,3.000000 0.000000 2,3.000000 1.000000 2,3.000000-1.000000 2,1.000000 0.000000 1,1.000000 1.000000 2,-1.000000-1.000000 0,0.000000 0.000000 1,6.000000 2.000000 4,12.000000 3.000000 8,12.000000 2.000000 9,11.000000 4.000000 7,9.000000 2.000000 2,6.000000 4.000000-5,5.000000 2.000000-4,7.000000 3.000000-5,5.000000 0.000000-3,6.000000-2.000000-2,6.000000-4.000000-2,6.000000-2.000000-2,9.000000-2.000000-1,11.000000 0.000000-2,12.000000 0.000000-1,12.000000 0.000000-1,14.000000 0.000000-2,18.000000 0.000000-1,17.000000 0.000000-1,18.000000 0.000000-2,10.000000 0.000000-1,3.000000 0.000000 0,3.000000 0.000000 0,3.000000 0.000000-1,1.000000 0.000000 0,0.000000 0.000000-1,1.000000 0.000000 0,-1.000000 0.000000-1,0.000000 0.000000 0,0.000000 0.000000 0,1.000000 0.000000 0,-1.000000 0.000000 0,-4.000000-3.000000 0,-9.000000-6.000000 0,-9.000000-6.000000 2,-8.000000-5.000000 0,-2.000000-4.000000 0,6.000000 1.000000-1,6.000000 0.000000-1,6.000000-1.000000-1,1.000000 2.000000 0,-3.000000 4.000000 0,-3.000000 1.000000 1,-2.000000 4.000000 1,-8.000000 0.000000-1,-12.000000-3.000000-1,-11.000000-3.000000 0,-12.000000-3.000000 0,-2.000000 0.000000-1,10.000000 3.000000 0,8.000000 3.000000 0,9.000000 3.000000 0,1.000000 3.000000 0,-6.000000 3.000000 1,-5.000000 2.000000 0,-6.000000 4.000000 2,-12.000000 1.000000 0,-18.000000 0.000000 1,-16.000000 0.000000 0,-19.000000 0.000000 1,-5.000000 0.000000 0,5.000000 0.000000 0,7.000000 0.000000 0,5.000000 0.000000 0,2.000000 1.000000-1,-4.000000 4.000000 0,-2.000000 2.000000-2,-3.000000 3.000000 0,-1.000000 0.000000 1,-1.000000-2.000000 0,0.000000-4.000000 2,1.000000-3.000000 0,-4.000000 1.000000 2,-5.000000 2.000000-1,-6.000000 4.000000 0,-6.000000 2.000000 1,-4.000000 2.000000-1,-4.000000-1.000000 1,-2.000000 1.000000-1,-3.000000 0.000000 2,-2.000000-1.000000-2,1.000000 1.000000-2,-1.000000 0.000000-3,1.000000-1.000000-1,-4.000000 0.000000-2,-5.000000-4.000000 2,-6.000000-3.000000 1,-7.000000-2.000000 0,0.000000-1.000000 1,2.000000 4.000000 1,4.000000 2.000000 0,2.000000 3.000000 0,3.000000 0.000000 0,3.000000-2.000000 0,3.000000-4.000000 1,3.000000-3.000000 0,2.000000-1.000000-1,-1.000000 0.000000 1,1.000000 0.000000 0,-1.000000 0.000000-1,-3.000000 2.000000 1,-5.000000 2.000000-1,-6.000000 4.000000 1,-6.000000 2.000000-1,-2.000000 0.000000 0,4.000000-3.000000-1,2.000000-2.000000 1,3.000000-4.000000-2,-1.000000-1.000000 1,-6.000000 0.000000-1,-6.000000 0.000000 1,-5.000000 0.000000 0,-4.000000-1.000000-2,0.000000-4.000000-2,1.000000-2.000000-3,-1.000000-3.000000-2,0.000000-3.000000-11,1.000000-3.000000-19,-1.000000-3.000000-20,0.000000-3.000000-19</inkml:trace>
</inkml:ink>
</file>

<file path=ppt/ink/ink10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2"/>
    </inkml:context>
    <inkml:brush xml:id="br0">
      <inkml:brushProperty name="width" value="0.0233874320983887" units="cm"/>
      <inkml:brushProperty name="height" value="0.0233874320983887" units="cm"/>
      <inkml:brushProperty name="color" value="#000000"/>
      <inkml:brushProperty name="ignorePressure" value="0"/>
    </inkml:brush>
  </inkml:definitions>
  <inkml:trace contextRef="#ctx0" brushRef="#br0">62427.000000 17881.000000 627,'22.000000'28.000000'75,"-3.000000"8.000000"-15 ,-3.000000 9.000000-16,-3.000000 9.000000-15,-1.000000 14.000000-9,-1.000000 16.000000-1,1.000000 18.000000-1,0.000000 18.000000-2,-4.000000 15.000000 0,-5.000000 11.000000-1,-6.000000 11.000000-1,-5.000000 13.000000 0,-7.000000 3.000000-2,-5.000000-2.000000-2,-7.000000-3.000000-3,-5.000000-3.000000-4,0.000000-9.000000-3,6.000000-14.000000-6,5.000000-15.000000-5,7.000000-14.000000-7,8.000000-30.000000-6,12.000000-44.000000-10,11.000000-43.000000-9,12.000000-44.000000-9,4.000000-18.000000-1,-7.000000 9.000000 9,-6.000000 9.000000 9,-5.000000 8.000000 8,-3.000000 5.000000 4,-1.000000 0.000000-1,1.000000 0.000000-1,0.000000 0.000000-1</inkml:trace>
</inkml:ink>
</file>

<file path=ppt/ink/ink10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3"/>
    </inkml:context>
    <inkml:brush xml:id="br0">
      <inkml:brushProperty name="width" value="0.0239614155143499" units="cm"/>
      <inkml:brushProperty name="height" value="0.0239614155143499" units="cm"/>
      <inkml:brushProperty name="color" value="#000000"/>
      <inkml:brushProperty name="ignorePressure" value="0"/>
    </inkml:brush>
  </inkml:definitions>
  <inkml:trace contextRef="#ctx0" brushRef="#br0">62567.000000 17834.000000 612,'6.000000'-42.000000'15,"11.000000"8.000000"5 ,13.000000 9.000000 4,10.000000 9.000000 5,10.000000 8.000000 1,6.000000 5.000000-4,5.000000 6.000000-2,6.000000 5.000000-3,5.000000 7.000000-2,2.000000 5.000000-2,3.000000 7.000000-1,4.000000 5.000000-1,-2.000000 4.000000-1,-6.000000 4.000000 1,-6.000000 2.000000-1,-6.000000 3.000000 1,-8.000000 3.000000 0,-12.000000 4.000000-2,-12.000000 2.000000 0,-12.000000 3.000000-1,-11.000000 5.000000-3,-12.000000 10.000000-2,-11.000000 8.000000-3,-12.000000 9.000000-4,-11.000000 0.000000-3,-8.000000-8.000000-7,-9.000000-10.000000-7,-9.000000-8.000000-6,2.000000-10.000000-1,12.000000-13.000000 4,11.000000-10.000000 6,11.000000-13.000000 4,7.000000-5.000000-7,0.000000 0.000000-18,-1.000000-1.000000-17,1.000000 1.000000-19</inkml:trace>
</inkml:ink>
</file>

<file path=ppt/ink/ink10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9"/>
    </inkml:context>
    <inkml:brush xml:id="br0">
      <inkml:brushProperty name="width" value="0.0257255807518959" units="cm"/>
      <inkml:brushProperty name="height" value="0.0257255807518959" units="cm"/>
      <inkml:brushProperty name="color" value="#000000"/>
      <inkml:brushProperty name="ignorePressure" value="0"/>
    </inkml:brush>
  </inkml:definitions>
  <inkml:trace contextRef="#ctx0" brushRef="#br0">62287.000000 28067.000000 570,'-19.000000'-13.000000'23,"8.000000"20.000000"9 ,10.000000 21.000000 10,8.000000 20.000000 9,5.000000 20.000000 0,0.000000 16.000000-8,-1.000000 18.000000-9,1.000000 18.000000-9,0.000000 17.000000-5,-1.000000 18.000000 0,1.000000 18.000000-2,0.000000 16.000000-2,-5.000000 10.000000-1,-8.000000 0.000000-3,-10.000000-1.000000-2,-8.000000 1.000000-2,-4.000000-6.000000-3,0.000000-12.000000-2,-1.000000-12.000000-2,1.000000-11.000000-2,2.000000-18.000000-2,7.000000-23.000000-2,5.000000-24.000000-2,6.000000-23.000000-2,5.000000-26.000000-9,2.000000-29.000000-17,3.000000-30.000000-18,4.000000-29.000000-16,2.000000-13.000000-5,3.000000 3.000000 10,3.000000 3.000000 8,3.000000 3.000000 9</inkml:trace>
</inkml:ink>
</file>

<file path=ppt/ink/ink10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49"/>
    </inkml:context>
    <inkml:brush xml:id="br0">
      <inkml:brushProperty name="width" value="0.0273440983146429" units="cm"/>
      <inkml:brushProperty name="height" value="0.0273440983146429" units="cm"/>
      <inkml:brushProperty name="color" value="#000000"/>
      <inkml:brushProperty name="ignorePressure" value="0"/>
    </inkml:brush>
  </inkml:definitions>
  <inkml:trace contextRef="#ctx0" brushRef="#br0">62380.000000 27974.000000 536,'6.000000'-42.000000'25,"11.000000"8.000000"0 ,13.000000 9.000000 0,11.000000 9.000000 0,8.000000 6.000000-2,7.000000 3.000000-1,5.000000 2.000000-2,6.000000 4.000000-2,6.000000 4.000000-2,6.000000 5.000000-1,6.000000 7.000000-1,5.000000 5.000000-1,2.000000 7.000000-2,-3.000000 5.000000-4,-3.000000 6.000000-2,-2.000000 6.000000-2,-5.000000 4.000000-2,-6.000000 3.000000 3,-6.000000 3.000000 1,-6.000000 3.000000 1,-13.000000 9.000000 2,-20.000000 14.000000-1,-21.000000 15.000000 0,-20.000000 14.000000 0,-20.000000 11.000000 0,-21.000000 6.000000 0,-21.000000 5.000000 0,-20.000000 6.000000 1,-10.000000-2.000000 0,0.000000-13.000000 1,0.000000-11.000000 0,0.000000-11.000000 1,7.000000-17.000000 3,15.000000-20.000000 6,14.000000-21.000000 5,15.000000-20.000000 7</inkml:trace>
</inkml:ink>
</file>

<file path=ppt/ink/ink10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30:56"/>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59180.000000 22319.000000,'335.000000'-3.000000,"0.000000"0.000000,0.000000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0.000000,0.000000 0.000000</inkml:trace>
</inkml:ink>
</file>

<file path=ppt/ink/ink10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0:57"/>
    </inkml:context>
    <inkml:brush xml:id="br0">
      <inkml:brushProperty name="width" value="0.020060982555151" units="cm"/>
      <inkml:brushProperty name="height" value="0.020060982555151" units="cm"/>
      <inkml:brushProperty name="color" value="#000000"/>
      <inkml:brushProperty name="ignorePressure" value="0"/>
    </inkml:brush>
  </inkml:definitions>
  <inkml:trace contextRef="#ctx0" brushRef="#br0">72700.000000 21600.000000 731,'-18.000000'-1.000000'-14,"6.000000"-1.000000"11 ,4.000000-1.000000 13,6.000000-2.000000 11,2.000000 2.000000 5,0.000000 4.000000-2,0.000000 3.000000-2,0.000000 5.000000-2,0.000000 2.000000-3,0.000000 3.000000-2,0.000000 2.000000-3,0.000000 3.000000-3,0.000000 1.000000-1,0.000000 2.000000 0,0.000000 1.000000 0,0.000000 2.000000-1,0.000000 1.000000 1,0.000000 5.000000-1,0.000000 3.000000 1,0.000000 5.000000 0,0.000000-1.000000-1,0.000000-1.000000-1,0.000000-4.000000-1,0.000000-2.000000-2,-1.000000-1.000000-1,-1.000000-2.000000 2,-1.000000-1.000000 0,-1.000000-1.000000 0,-1.000000-3.000000 0,2.000000-1.000000 0,1.000000-4.000000-1,1.000000-1.000000-2,2.000000-6.000000-10,1.000000-5.000000-24,1.000000-7.000000-23,2.000000-6.000000-22</inkml:trace>
</inkml:ink>
</file>

<file path=ppt/ink/ink10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00"/>
    </inkml:context>
    <inkml:brush xml:id="br0">
      <inkml:brushProperty name="width" value="0.0303387623280287" units="cm"/>
      <inkml:brushProperty name="height" value="0.0303387623280287" units="cm"/>
      <inkml:brushProperty name="color" value="#000000"/>
      <inkml:brushProperty name="ignorePressure" value="0"/>
    </inkml:brush>
  </inkml:definitions>
  <inkml:trace contextRef="#ctx0" brushRef="#br0">60850.000000 37500.000000 483,'-44.000000'12.000000'94,"13.000000"26.000000"-19 ,12.000000 24.000000-18,13.000000 26.000000-18,4.000000 33.000000-12,-3.000000 45.000000-3,-3.000000 43.000000-4,-2.000000 45.000000-4,-3.000000 31.000000-3,1.000000 23.000000-1,-1.000000 22.000000-1,1.000000 22.000000-2,1.000000 2.000000-1,3.000000-15.000000 1,3.000000-15.000000 0,4.000000-16.000000 1,2.000000-18.000000-1,4.000000-18.000000 0,3.000000-19.000000 0,3.000000-18.000000-1,3.000000-17.000000-1,3.000000-11.000000 0,3.000000-14.000000 0,4.000000-11.000000-2,-1.000000-15.000000 1,-3.000000-16.000000-1,-3.000000-15.000000 1,-2.000000-15.000000 0,-6.000000-46.000000-13,-6.000000-75.000000-24,-6.000000-75.000000-25,-6.000000-75.000000-25,-4.000000-24.000000-3,1.000000 29.000000 16,-1.000000 28.000000 17,1.000000 28.000000 17,-1.000000 14.000000 7,1.000000 0.000000-2,-1.000000 0.000000-2,1.000000 0.000000-2</inkml:trace>
</inkml:ink>
</file>

<file path=ppt/ink/ink10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01"/>
    </inkml:context>
    <inkml:brush xml:id="br0">
      <inkml:brushProperty name="width" value="0.031630277633667" units="cm"/>
      <inkml:brushProperty name="height" value="0.031630277633667" units="cm"/>
      <inkml:brushProperty name="color" value="#000000"/>
      <inkml:brushProperty name="ignorePressure" value="0"/>
    </inkml:brush>
  </inkml:definitions>
  <inkml:trace contextRef="#ctx0" brushRef="#br0">61000.000000 37400.000000 463,'103.000000'-22.000000'100,"6.000000"6.000000"-23 ,7.000000 7.000000-22,6.000000 6.000000-22,12.000000 1.000000-13,19.000000-3.000000-3,19.000000-3.000000-1,19.000000-2.000000-4,10.000000-3.000000-1,4.000000 1.000000-2,3.000000-1.000000-1,3.000000 1.000000-1,-2.000000 1.000000-3,-6.000000 3.000000-2,-6.000000 3.000000-3,-6.000000 4.000000-4,-2.000000 1.000000 0,3.000000 0.000000-1,3.000000 0.000000 2,4.000000 0.000000-1,-4.000000 0.000000 1,-9.000000 0.000000 1,-10.000000 0.000000 1,-8.000000 0.000000 1,-8.000000 1.000000 0,-2.000000 4.000000 1,-3.000000 3.000000 1,-3.000000 3.000000 0,1.000000-1.000000 1,6.000000-2.000000 0,7.000000-3.000000 2,6.000000-3.000000 0,-1.000000-2.000000 2,-5.000000 0.000000-1,-7.000000 0.000000 0,-5.000000 0.000000 0,-9.000000 0.000000-1,-9.000000 0.000000 1,-10.000000 0.000000-1,-8.000000 0.000000 0,-6.000000 1.000000-1,1.000000 4.000000 1,-1.000000 3.000000 0,1.000000 3.000000 0,1.000000 1.000000 0,3.000000 1.000000 0,3.000000-1.000000-1,4.000000 1.000000 0,2.000000-3.000000 0,4.000000-2.000000 1,3.000000-3.000000 0,3.000000-3.000000 0,-2.000000-1.000000 0,-6.000000 4.000000-1,-6.000000 3.000000-1,-6.000000 3.000000 0,-6.000000-1.000000-1,-2.000000-2.000000 1,-3.000000-3.000000 0,-3.000000-3.000000 1,-1.000000-2.000000-1,4.000000 0.000000 1,3.000000 0.000000 1,3.000000 0.000000-1,14.000000 0.000000 0,25.000000 0.000000-1,25.000000 0.000000-1,25.000000 0.000000-1,3.000000-2.000000 0,-19.000000-3.000000 2,-18.000000-3.000000 0,-19.000000-2.000000 1,-10.000000-1.000000 1,1.000000 3.000000 1,-1.000000 3.000000-1,1.000000 4.000000 1,2.000000-1.000000 1,7.000000-3.000000-1,6.000000-3.000000-1,7.000000-2.000000 1,0.000000-1.000000-1,-2.000000 3.000000 0,-3.000000 3.000000-1,-3.000000 4.000000 0,-9.000000-1.000000-1,-11.000000-3.000000 0,-14.000000-3.000000 0,-11.000000-2.000000-1,-14.000000-1.000000 1,-11.000000 3.000000-1,-14.000000 3.000000-1,-11.000000 4.000000 0,-11.000000 2.000000 0,-5.000000 4.000000-1,-7.000000 3.000000-1,-5.000000 3.000000 0</inkml:trace>
</inkml:ink>
</file>

<file path=ppt/ink/ink10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01"/>
    </inkml:context>
    <inkml:brush xml:id="br0">
      <inkml:brushProperty name="width" value="0.0279581993818283" units="cm"/>
      <inkml:brushProperty name="height" value="0.0279581993818283" units="cm"/>
      <inkml:brushProperty name="color" value="#000000"/>
      <inkml:brushProperty name="ignorePressure" value="0"/>
    </inkml:brush>
  </inkml:definitions>
  <inkml:trace contextRef="#ctx0" brushRef="#br0">74500.000000 37350.000000 524,'0.000000'101.000000'137,"0.000000"4.000000"-32 ,0.000000 3.000000-32,0.000000 3.000000-31,-2.000000 15.000000-18,-3.000000 29.000000-2,-3.000000 28.000000-4,-2.000000 28.000000-2,-3.000000 17.000000-3,1.000000 6.000000-3,-1.000000 7.000000-3,1.000000 6.000000-2,-1.000000 1.000000-2,1.000000-3.000000-3,-1.000000-3.000000 0,1.000000-2.000000-3,1.000000-6.000000-1,3.000000-6.000000-1,3.000000-6.000000-1,4.000000-6.000000-1,-1.000000-13.000000-1,-3.000000-19.000000 2,-3.000000-18.000000 0,-2.000000-19.000000 1,-1.000000-16.000000 0,3.000000-12.000000 1,3.000000-13.000000 1,4.000000-12.000000 0,1.000000-5.000000 0,0.000000 3.000000 1,0.000000 3.000000 1,0.000000 4.000000 0,0.000000-3.000000 0,0.000000-5.000000 0,0.000000-7.000000 1,0.000000-5.000000-1,-2.000000-6.000000 0,-3.000000-3.000000-1,-3.000000-3.000000 0,-2.000000-2.000000-1,-1.000000-8.000000-4,3.000000-8.000000-10,3.000000-10.000000-7,4.000000-9.000000-10</inkml:trace>
</inkml:ink>
</file>

<file path=ppt/ink/ink10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02"/>
    </inkml:context>
    <inkml:brush xml:id="br0">
      <inkml:brushProperty name="width" value="0.0327205061912537" units="cm"/>
      <inkml:brushProperty name="height" value="0.0327205061912537" units="cm"/>
      <inkml:brushProperty name="color" value="#000000"/>
      <inkml:brushProperty name="ignorePressure" value="0"/>
    </inkml:brush>
  </inkml:definitions>
  <inkml:trace contextRef="#ctx0" brushRef="#br0">61050.000000 43550.000000 448,'-46.000000'23.000000'-2,"10.000000"-3.000000"-2 ,10.000000-3.000000-4,9.000000-2.000000-2,7.000000-5.000000 5,7.000000-2.000000 14,6.000000-3.000000 14,7.000000-3.000000 14,8.000000-4.000000 5,14.000000-3.000000-5,11.000000-3.000000-5,14.000000-2.000000-6,11.000000-3.000000-2,14.000000 1.000000-2,11.000000-1.000000-2,14.000000 1.000000-1,16.000000-3.000000-2,22.000000-2.000000-2,22.000000-3.000000-1,23.000000-3.000000-1,14.000000-2.000000-2,10.000000 0.000000-1,10.000000 0.000000-1,9.000000 0.000000-2,7.000000 3.000000 0,7.000000 6.000000-2,6.000000 7.000000-1,7.000000 6.000000-2,-1.000000 3.000000-1,-6.000000 0.000000 1,-6.000000 0.000000 0,-6.000000 0.000000-1,-12.000000 0.000000 1,-15.000000 0.000000 1,-15.000000 0.000000-1,-16.000000 0.000000 1,-4.000000 0.000000 1,10.000000 0.000000 0,10.000000 0.000000 0,9.000000 0.000000 0,-1.000000-2.000000 0,-8.000000-3.000000-1,-10.000000-3.000000-1,-9.000000-2.000000 0,-9.000000-1.000000-1,-5.000000 3.000000 1,-7.000000 3.000000-1,-5.000000 4.000000 1,-1.000000 1.000000-1,6.000000 0.000000 0,7.000000 0.000000 1,6.000000 0.000000-1,-1.000000 1.000000 0,-5.000000 4.000000-1,-7.000000 3.000000 1,-5.000000 3.000000-1,-9.000000 1.000000 1,-9.000000 1.000000 0,-10.000000-1.000000 1,-8.000000 1.000000 1,-9.000000-1.000000-1,-6.000000 1.000000 0,-6.000000-1.000000-2,-6.000000 1.000000-2,-1.000000 1.000000 1,7.000000 3.000000 1,6.000000 3.000000 1,7.000000 4.000000 2,2.000000-1.000000 0,1.000000-3.000000 0,-1.000000-3.000000-1,1.000000-2.000000 0,-3.000000-3.000000 1,-2.000000 1.000000-1,-3.000000-1.000000 2,-3.000000 1.000000 0,-4.000000-1.000000 0,-3.000000 1.000000 0,-3.000000-1.000000 0,-2.000000 1.000000-1,-5.000000-1.000000 0,-2.000000 1.000000 0,-3.000000-1.000000 2,-3.000000 1.000000 0,-2.000000-1.000000 0,0.000000 1.000000 0,0.000000-1.000000 0,0.000000 1.000000 0,6.000000-3.000000 0,13.000000-2.000000 0,12.000000-3.000000 1,13.000000-3.000000 0,2.000000-2.000000-1,-5.000000 0.000000-2,-7.000000 0.000000 0,-5.000000 0.000000-3,-1.000000 0.000000-1,6.000000 0.000000-3,7.000000 0.000000-4,6.000000 0.000000-2,-5.000000-4.000000-5,-16.000000-5.000000-6,-15.000000-7.000000-6,-15.000000-5.000000-6,-14.000000-3.000000-11,-8.000000 4.000000-13,-10.000000 3.000000-15,-9.000000 3.000000-15</inkml:trace>
</inkml:ink>
</file>

<file path=ppt/ink/ink10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0"/>
    </inkml:context>
    <inkml:brush xml:id="br0">
      <inkml:brushProperty name="width" value="0.0286472234874964" units="cm"/>
      <inkml:brushProperty name="height" value="0.0286472234874964" units="cm"/>
      <inkml:brushProperty name="color" value="#000000"/>
      <inkml:brushProperty name="ignorePressure" value="0"/>
    </inkml:brush>
  </inkml:definitions>
  <inkml:trace contextRef="#ctx0" brushRef="#br0">56950.000000 29750.000000 511,'-22.000000'45.000000'-31,"6.000000"-9.000000"8 ,7.000000-10.000000 9,6.000000-8.000000 9,3.000000-6.000000 5,0.000000 1.000000 1,0.000000-1.000000 0,0.000000 1.000000 0,0.000000-1.000000 1,0.000000 1.000000 0,0.000000-1.000000 1,0.000000 1.000000-1,0.000000-1.000000 1,0.000000 1.000000 0,0.000000-1.000000 0,0.000000 1.000000 0,0.000000-1.000000-1,0.000000 1.000000-1,0.000000-1.000000 0,0.000000 1.000000-2,0.000000-1.000000 1,0.000000 1.000000-1,0.000000-1.000000 2,0.000000 1.000000-1,0.000000-1.000000 1,0.000000 1.000000 0,0.000000-1.000000-1,0.000000 1.000000 0,1.000000-3.000000 0,4.000000-2.000000 0,3.000000-3.000000 0,3.000000-3.000000 1,-1.000000-1.000000-1,-2.000000 4.000000 0,-3.000000 3.000000-1,-3.000000 3.000000 0,-1.000000 1.000000 0,4.000000 1.000000 1,3.000000-1.000000 0,3.000000 1.000000 1,-1.000000-1.000000 0,-2.000000 1.000000 0,-3.000000-1.000000 0,-3.000000 1.000000 0,-2.000000-1.000000 0,0.000000 1.000000-1,0.000000-1.000000 1,0.000000 1.000000 0,0.000000-1.000000 0,0.000000 1.000000-1,0.000000-1.000000 1,0.000000 1.000000-1,0.000000-1.000000 1,0.000000 1.000000-1,0.000000-1.000000 1,0.000000 1.000000-1,0.000000-1.000000 0,0.000000 1.000000 1,0.000000-1.000000-1,0.000000 1.000000 0,0.000000-1.000000 0,0.000000 1.000000 1,0.000000-1.000000-1,0.000000 1.000000 0,0.000000 1.000000 1,0.000000 3.000000 0,0.000000 3.000000 0,0.000000 4.000000 0,0.000000-1.000000 0,0.000000-3.000000 0,0.000000-3.000000-1,0.000000-2.000000 1,0.000000-3.000000-1,0.000000 1.000000 0,0.000000-1.000000 0,0.000000 1.000000 0,0.000000 1.000000 0,0.000000 3.000000-1,0.000000 3.000000 0,0.000000 4.000000 0,0.000000 1.000000 0,0.000000 0.000000 0,0.000000 0.000000 0,0.000000 0.000000 1,0.000000-2.000000-1,0.000000-3.000000 1,0.000000-3.000000-1,0.000000-2.000000 1,-2.000000-3.000000-1,-3.000000 1.000000 1,-3.000000-1.000000 0,-2.000000 1.000000-1,-1.000000-1.000000 1,3.000000 1.000000 0,3.000000-1.000000 0,4.000000 1.000000 1,1.000000-1.000000-1,0.000000 1.000000 0,0.000000-1.000000 0,0.000000 1.000000 1,0.000000-1.000000-1,0.000000 1.000000 0,0.000000-1.000000 0,0.000000 1.000000 0,0.000000-1.000000 0,0.000000 1.000000 0,0.000000-1.000000 0,0.000000 1.000000 0,0.000000-1.000000 0,0.000000 1.000000 0,0.000000-1.000000 0,0.000000 1.000000 0,0.000000-1.000000 0,0.000000 1.000000 1,0.000000-1.000000-1,0.000000 1.000000 1,0.000000-1.000000-1,0.000000 1.000000 1,0.000000-1.000000-1,0.000000 1.000000 0,0.000000-1.000000 1,0.000000 1.000000-1,0.000000-1.000000 0,0.000000 1.000000 0,0.000000 1.000000 0,0.000000 3.000000 0,0.000000 3.000000 0,0.000000 4.000000 0,0.000000-1.000000 0,0.000000-3.000000 0,0.000000-3.000000-1,0.000000-2.000000 1,0.000000-3.000000 0,0.000000 1.000000 0,0.000000-1.000000 0,0.000000 1.000000 0,0.000000-1.000000 0,0.000000 1.000000 0,0.000000-1.000000 0,0.000000 1.000000 0,0.000000-1.000000 0,0.000000 1.000000 0,0.000000-1.000000 1,0.000000 1.000000-1,0.000000-1.000000 0,0.000000 1.000000 0,0.000000-1.000000 0,0.000000 1.000000 1,0.000000-1.000000-1,0.000000 1.000000 0,0.000000-1.000000 0,0.000000 1.000000 1,0.000000-1.000000-1,0.000000 1.000000 0,0.000000-1.000000 1,0.000000 1.000000-1,0.000000 1.000000 0,0.000000 3.000000 0,0.000000 3.000000 0,0.000000 4.000000 0,0.000000-1.000000 0,0.000000-3.000000-1,0.000000-3.000000 1,0.000000-2.000000 0,0.000000-3.000000 0,0.000000 1.000000 0,0.000000-1.000000 0,0.000000 1.000000 0,0.000000-1.000000 0,0.000000 1.000000 0,0.000000-1.000000 0,0.000000 1.000000-1,0.000000 1.000000 1,0.000000 3.000000 0,0.000000 3.000000-1,0.000000 4.000000 1,0.000000-1.000000-1,0.000000-3.000000 1,0.000000-3.000000-1,0.000000-2.000000 1,0.000000-1.000000-1,0.000000 3.000000 1,0.000000 3.000000 0,0.000000 4.000000 0,0.000000-1.000000 0,0.000000-3.000000 0,0.000000-3.000000-1,0.000000-2.000000 1,0.000000-1.000000 0,0.000000 3.000000 0,0.000000 3.000000 0,0.000000 4.000000 0,0.000000-1.000000 0,0.000000-3.000000-1,0.000000-3.000000 1,0.000000-2.000000 0,0.000000-1.000000 0,0.000000 3.000000 0,0.000000 3.000000 0,0.000000 4.000000 0,0.000000-1.000000 0,0.000000-3.000000 0,0.000000-3.000000 0,0.000000-2.000000 0,0.000000-1.000000-1,0.000000 3.000000 1,0.000000 3.000000 0,0.000000 4.000000 0,0.000000 1.000000 0,0.000000 0.000000 0,0.000000 0.000000 0,0.000000 0.000000 0,0.000000 0.000000 0,0.000000 0.000000 0,0.000000 0.000000 0,0.000000 0.000000 0,0.000000-2.000000 0,0.000000-3.000000 0,0.000000-3.000000 0,0.000000-2.000000 0,0.000000 0.000000 0,0.000000 7.000000 0,0.000000 6.000000 0,0.000000 7.000000 0,0.000000 0.000000 0,0.000000-2.000000 0,0.000000-3.000000 0,0.000000-3.000000 0,0.000000-2.000000 0,0.000000 0.000000 0,0.000000 0.000000 0,0.000000 0.000000 0,-2.000000 1.000000 1,-3.000000 4.000000-1,-3.000000 3.000000 1,-2.000000 3.000000 1,-1.000000-1.000000-1,3.000000-2.000000 1,3.000000-3.000000-1,4.000000-3.000000 0,1.000000-2.000000 0,0.000000 0.000000-1,0.000000 0.000000 0,0.000000 0.000000-1,0.000000 1.000000 0,0.000000 4.000000 1,0.000000 3.000000-1,0.000000 3.000000 1,0.000000 1.000000-1,0.000000 1.000000 1,0.000000-1.000000 0,0.000000 1.000000-1,0.000000-1.000000 1,0.000000 1.000000 0,0.000000-1.000000 0,0.000000 1.000000 0,0.000000-1.000000 0,0.000000 1.000000 0,0.000000-1.000000 1,0.000000 1.000000 0,0.000000-3.000000-1,0.000000-2.000000 1,0.000000-3.000000-1,0.000000-3.000000 0,0.000000-1.000000 0,0.000000 4.000000 0,0.000000 3.000000 0,0.000000 3.000000 0,0.000000 1.000000 0,0.000000 1.000000 0,0.000000-1.000000 0,0.000000 1.000000 0,0.000000-1.000000 0,0.000000 1.000000 0,0.000000-1.000000 0,0.000000 1.000000 0,0.000000-1.000000 1,0.000000 1.000000-1,0.000000-1.000000 0,0.000000 1.000000 1,0.000000-3.000000-1,0.000000-2.000000 0,0.000000-3.000000 1,0.000000-3.000000-1,0.000000-1.000000 0,0.000000 4.000000 0,0.000000 3.000000 0,0.000000 3.000000 0,0.000000 1.000000 0,0.000000 1.000000 1,0.000000-1.000000-1,0.000000 1.000000 0,0.000000-3.000000 0,0.000000-2.000000 0,0.000000-3.000000 0,0.000000-3.000000 0,0.000000 1.000000 1,0.000000 6.000000 0,0.000000 7.000000 1,0.000000 6.000000 1,0.000000 1.000000 1,0.000000-3.000000-1,0.000000-3.000000 0,0.000000-2.000000 0,0.000000-1.000000-1,0.000000 3.000000 0,0.000000 3.000000 0,0.000000 4.000000-1,0.000000 2.000000 0,0.000000 4.000000-1,0.000000 3.000000 0,0.000000 3.000000 1,0.000000 1.000000-1,0.000000 1.000000 0,0.000000-1.000000 0,0.000000 1.000000 0,-2.000000 4.000000 0,-3.000000 9.000000 0,-3.000000 10.000000 1,-2.000000 10.000000 0,-1.000000 0.000000 0,3.000000-5.000000 0,3.000000-7.000000-1,4.000000-5.000000 1,1.000000-4.000000-1,0.000000 0.000000 1,0.000000 0.000000-1,0.000000 0.000000 1,0.000000-2.000000 0,0.000000-3.000000-1,0.000000-3.000000 1,0.000000-2.000000-1,0.000000-1.000000 0,0.000000 3.000000 1,0.000000 3.000000 0,0.000000 4.000000 0,0.000000 1.000000 1,0.000000 0.000000-1,0.000000 0.000000 0,0.000000 0.000000 0,0.000000 0.000000-1,0.000000 0.000000 0,0.000000 0.000000 1,0.000000 0.000000-1,0.000000 3.000000 0,0.000000 6.000000 1,0.000000 7.000000 0,0.000000 6.000000 0,-2.000000 4.000000 0,-3.000000 4.000000 0,-3.000000 3.000000 0,-2.000000 3.000000 1,-1.000000-2.000000 0,3.000000-6.000000-1,3.000000-6.000000 1,4.000000-6.000000 1,-1.000000-2.000000-1,-3.000000 3.000000 1,-3.000000 3.000000 0,-2.000000 4.000000 0,-1.000000 2.000000 0,3.000000 4.000000-1,3.000000 3.000000 0,4.000000 3.000000-1,-1.000000 3.000000 0,-3.000000 3.000000-1,-3.000000 3.000000 0,-2.000000 4.000000-1,-3.000000 2.000000 0,1.000000 4.000000 2,-1.000000 3.000000 0,1.000000 3.000000 1,-1.000000-2.000000 0,1.000000-6.000000 0,-1.000000-6.000000 0,1.000000-6.000000-1,-1.000000-1.000000 0,1.000000 7.000000 0,-1.000000 6.000000 1,1.000000 7.000000-1,1.000000 4.000000 0,3.000000 3.000000 1,3.000000 3.000000 0,4.000000 4.000000 0,1.000000-4.000000 1,0.000000-9.000000-1,0.000000-10.000000 1,0.000000-8.000000 0,1.000000-3.000000 0,4.000000 7.000000-1,3.000000 6.000000-2,3.000000 7.000000 0,1.000000 0.000000 0,1.000000-2.000000 0,-1.000000-3.000000-1,1.000000-3.000000 1,-3.000000-1.000000 0,-2.000000 4.000000 0,-3.000000 3.000000 1,-3.000000 3.000000-1,-1.000000-1.000000 0,4.000000-2.000000 1,3.000000-3.000000-1,3.000000-3.000000 1,-1.000000-1.000000-1,-2.000000 4.000000 1,-3.000000 3.000000-1,-3.000000 3.000000 1,-2.000000 3.000000 0,0.000000 3.000000 1,0.000000 3.000000 0,0.000000 4.000000 0,0.000000 4.000000 1,0.000000 6.000000 0,0.000000 7.000000-1,0.000000 6.000000 1,0.000000 1.000000 0,0.000000-3.000000 1,0.000000-3.000000-1,0.000000-2.000000 1,0.000000-9.000000-1,0.000000-12.000000 0,0.000000-13.000000 0,0.000000-12.000000 0,0.000000-5.000000 0,0.000000 3.000000-1,0.000000 3.000000 1,0.000000 4.000000-1,1.000000 1.000000 1,4.000000 0.000000-1,3.000000 0.000000 0,3.000000 0.000000 0,1.000000-2.000000-1,1.000000-3.000000 0,-1.000000-3.000000 1,1.000000-2.000000-2,-1.000000-1.000000 1,1.000000 3.000000-1,-1.000000 3.000000 1,1.000000 4.000000-1,-3.000000 1.000000 0,-2.000000 0.000000 0,-3.000000 0.000000 1,-3.000000 0.000000 0,-2.000000 0.000000 0,0.000000 0.000000 0,0.000000 0.000000 1,0.000000 0.000000 0,0.000000 1.000000-1,0.000000 4.000000 0,0.000000 3.000000-1,0.000000 3.000000 0,0.000000 1.000000-1,0.000000 1.000000 1,0.000000-1.000000 1,0.000000 1.000000 1,0.000000-4.000000 0,0.000000-6.000000 0,0.000000-6.000000 0,0.000000-6.000000 1,0.000000 1.000000-1,0.000000 9.000000 0,0.000000 10.000000 0,0.000000 10.000000-1,0.000000 2.000000 0,0.000000-3.000000 0,0.000000-3.000000 1,0.000000-2.000000-1,0.000000-6.000000 0,0.000000-6.000000 1,0.000000-6.000000 0,0.000000-6.000000 0,0.000000-6.000000 0,0.000000-2.000000-1,0.000000-3.000000-1,0.000000-3.000000-1,1.000000-1.000000 1,4.000000 4.000000-1,3.000000 3.000000 2,3.000000 3.000000-1,-1.000000 4.000000 1,-2.000000 7.000000 0,-3.000000 6.000000 0,-3.000000 7.000000-1,-1.000000 0.000000 1,4.000000-2.000000-1,3.000000-3.000000 0,3.000000-3.000000-1,-1.000000-4.000000 1,-2.000000-3.000000-1,-3.000000-3.000000 0,-3.000000-2.000000 0,-1.000000-5.000000 1,4.000000-2.000000-1,3.000000-3.000000 0,3.000000-3.000000 1,-1.000000-2.000000-1,-2.000000 0.000000 0,-3.000000 0.000000-1,-3.000000 0.000000-1,-1.000000 0.000000 0,4.000000 0.000000 1,3.000000 0.000000 0,3.000000 0.000000 1,-1.000000 0.000000 0,-2.000000 0.000000 1,-3.000000 0.000000 1,-3.000000 0.000000 0,-2.000000-2.000000-1,0.000000-3.000000 1,0.000000-3.000000-1,0.000000-2.000000 0,0.000000-5.000000 0,0.000000-2.000000 0,0.000000-3.000000 1,0.000000-3.000000-1,0.000000-4.000000 1,0.000000-3.000000-1,0.000000-3.000000 0,0.000000-2.000000 1,-2.000000-3.000000-1,-3.000000 1.000000 0,-3.000000-1.000000 0,-2.000000 1.000000 0,-1.000000 4.000000-1,3.000000 9.000000 1,3.000000 10.000000 0,4.000000 10.000000-1,1.000000 0.000000 1,0.000000-5.000000 0,0.000000-7.000000-1,0.000000-5.000000 0,-2.000000 0.000000 0,-3.000000 10.000000 0,-3.000000 10.000000 1,-2.000000 9.000000 0,-1.000000 1.000000 0,3.000000-6.000000-1,3.000000-6.000000 1,4.000000-6.000000 0,-1.000000-6.000000 0,-3.000000-2.000000 0,-3.000000-3.000000-1,-2.000000-3.000000 1,-1.000000-2.000000 0,3.000000 0.000000-1,3.000000 0.000000 0,4.000000 0.000000 0,-1.000000 1.000000-1,-3.000000 4.000000 2,-3.000000 3.000000 0,-2.000000 3.000000 0,-3.000000 1.000000 1,1.000000 1.000000 1,-1.000000-1.000000 0,1.000000 1.000000 0,1.000000-3.000000 1,3.000000-2.000000 1,3.000000-3.000000 1,4.000000-3.000000 1,1.000000-4.000000-1,0.000000-3.000000 0,0.000000-3.000000 0,0.000000-2.000000-1,0.000000-5.000000-2,0.000000-2.000000 0,0.000000-3.000000-2,0.000000-3.000000 0,0.000000-4.000000-2,0.000000-3.000000 1,0.000000-3.000000 0,0.000000-2.000000 0,0.000000-5.000000 0,0.000000-2.000000 1,0.000000-3.000000-1,0.000000-3.000000 0,0.000000-1.000000 1,0.000000 4.000000 0,0.000000 3.000000 0,0.000000 3.000000 0,0.000000-1.000000 1,0.000000-2.000000 1,0.000000-3.000000-1,0.000000-3.000000 1,0.000000-1.000000 0,0.000000 4.000000 0,0.000000 3.000000 0,0.000000 3.000000-1,0.000000-1.000000 0,0.000000-2.000000 0,0.000000-3.000000 0,0.000000-3.000000 0,0.000000-1.000000-1,0.000000 4.000000 1,0.000000 3.000000 1,0.000000 3.000000 0,0.000000 1.000000 1,0.000000 1.000000-1,0.000000-1.000000 0,0.000000 1.000000-1,0.000000-3.000000 0,0.000000-2.000000-1,0.000000-3.000000-1,0.000000-3.000000 0,0.000000-2.000000-1,0.000000 0.000000 1,0.000000 0.000000 1,0.000000 0.000000 1,0.000000 1.000000 1,0.000000 4.000000-1,0.000000 3.000000 0,0.000000 3.000000-1,0.000000-1.000000 1,0.000000-2.000000 0,0.000000-3.000000 0,0.000000-3.000000 0,0.000000-2.000000 5,0.000000 0.000000 9,0.000000 0.000000 11,0.000000 0.000000 9,0.000000 1.000000 2,0.000000 4.000000-9,0.000000 3.000000-7,0.000000 3.000000-8,0.000000 1.000000-5,0.000000 1.000000-3,0.000000-1.000000-3,0.000000 1.000000-3,0.000000-3.000000-1,0.000000-2.000000 1,0.000000-3.000000 1,0.000000-3.000000 1,0.000000-2.000000 1,0.000000 0.000000 1,0.000000 0.000000-1,0.000000 0.000000 1,0.000000 0.000000-1,0.000000 0.000000 0,0.000000 0.000000 0,0.000000 0.000000-1,0.000000 0.000000 1,0.000000 0.000000 0,0.000000 0.000000 2,0.000000 0.000000 1,1.000000 0.000000-1,4.000000 0.000000-5,3.000000 0.000000-3,3.000000 0.000000-3</inkml:trace>
</inkml:ink>
</file>

<file path=ppt/ink/ink10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1"/>
    </inkml:context>
    <inkml:brush xml:id="br0">
      <inkml:brushProperty name="width" value="0.026210343465209" units="cm"/>
      <inkml:brushProperty name="height" value="0.026210343465209" units="cm"/>
      <inkml:brushProperty name="color" value="#000000"/>
      <inkml:brushProperty name="ignorePressure" value="0"/>
    </inkml:brush>
  </inkml:definitions>
  <inkml:trace contextRef="#ctx0" brushRef="#br0">60550.000000 48450.000000 559,'1.000000'53.000000'34,"4.000000"6.000000"2 ,3.000000 7.000000 1,3.000000 6.000000 2,3.000000 7.000000-2,3.000000 10.000000-5,3.000000 10.000000-3,4.000000 9.000000-5,1.000000 17.000000-4,0.000000 25.000000-2,0.000000 25.000000-2,0.000000 25.000000-3,-2.000000 20.000000-2,-3.000000 16.000000-1,-3.000000 15.000000-1,-2.000000 17.000000-1,-5.000000 10.000000 0,-2.000000 6.000000-2,-3.000000 7.000000 0,-3.000000 6.000000-1,-1.000000-12.000000 0,4.000000-27.000000 1,3.000000-28.000000 0,3.000000-28.000000 0,-1.000000-29.000000 0,-2.000000-28.000000-1,-3.000000-28.000000 0,-3.000000-27.000000-1,1.000000-30.000000-10,6.000000-27.000000-16,7.000000-28.000000-18,6.000000-28.000000-17,-1.000000-13.000000-5,-5.000000 3.000000 7,-7.000000 3.000000 9,-5.000000 4.000000 8,-3.000000-3.000000 3,4.000000-5.000000 0,3.000000-7.000000-1,3.000000-5.000000 0</inkml:trace>
</inkml:ink>
</file>

<file path=ppt/ink/ink10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2"/>
    </inkml:context>
    <inkml:brush xml:id="br0">
      <inkml:brushProperty name="width" value="0.0298344604671001" units="cm"/>
      <inkml:brushProperty name="height" value="0.0298344604671001" units="cm"/>
      <inkml:brushProperty name="color" value="#000000"/>
      <inkml:brushProperty name="ignorePressure" value="0"/>
    </inkml:brush>
  </inkml:definitions>
  <inkml:trace contextRef="#ctx0" brushRef="#br0">60850.000000 47850.000000 491,'25.000000'-66.000000'-3,"0.000000"19.000000"11 ,0.000000 19.000000 11,0.000000 19.000000 10,4.000000 7.000000 5,10.000000-3.000000-3,10.000000-3.000000-2,9.000000-2.000000-3,13.000000-1.000000-2,20.000000 3.000000-4,18.000000 3.000000-2,20.000000 4.000000-3,19.000000 1.000000-2,22.000000 0.000000-2,22.000000 0.000000 0,23.000000 0.000000-1,11.000000 0.000000-2,4.000000 0.000000-1,3.000000 0.000000 0,3.000000 0.000000-2,3.000000 0.000000 0,3.000000 0.000000-1,3.000000 0.000000 1,4.000000 0.000000-1,2.000000-2.000000 0,4.000000-3.000000 1,3.000000-3.000000 0,3.000000-2.000000 1,-4.000000-5.000000-2,-8.000000-2.000000-2,-10.000000-3.000000-3,-9.000000-3.000000-2,-9.000000-2.000000-1,-5.000000 0.000000-1,-7.000000 0.000000 1,-5.000000 0.000000 0,-12.000000 3.000000 1,-16.000000 6.000000 2,-15.000000 7.000000 1,-15.000000 6.000000 2,-9.000000 3.000000 0,1.000000 0.000000-2,-1.000000 0.000000-1,1.000000 0.000000-1,2.000000 0.000000-1,7.000000 0.000000 0,6.000000 0.000000 0,7.000000 0.000000 0,-1.000000 1.000000 1,-6.000000 4.000000 0,-6.000000 3.000000 1,-6.000000 3.000000 2,-9.000000 1.000000 0,-8.000000 1.000000 0,-10.000000-1.000000 1,-9.000000 1.000000 1,-5.000000-3.000000 0,0.000000-2.000000 1,0.000000-3.000000 2,0.000000-3.000000 0,1.000000-2.000000 0,4.000000 0.000000 0,3.000000 0.000000-2,3.000000 0.000000-1,-1.000000 0.000000 0,-2.000000 0.000000 1,-3.000000 0.000000 0,-3.000000 0.000000 1,-6.000000 0.000000 0,-5.000000 0.000000-1,-7.000000 0.000000-1,-5.000000 0.000000 0,-4.000000 1.000000-1,0.000000 4.000000 0,0.000000 3.000000-1,0.000000 3.000000 0,-4.000000-1.000000 0,-5.000000-2.000000-1,-7.000000-3.000000-1,-5.000000-3.000000 0,-3.000000-2.000000 0,4.000000 0.000000 1,3.000000 0.000000 1,3.000000 0.000000 0,6.000000 0.000000 0,9.000000 0.000000 0,10.000000 0.000000 1,10.000000 0.000000-1,5.000000 0.000000 1,4.000000 0.000000 0,3.000000 0.000000 0,3.000000 0.000000 0,-4.000000 0.000000 1,-8.000000 0.000000-1,-10.000000 0.000000 0,-9.000000 0.000000-1,-10.000000 1.000000 0,-9.000000 4.000000 0,-10.000000 3.000000 0,-8.000000 3.000000-1,-9.000000 3.000000-1,-6.000000 3.000000-3,-6.000000 3.000000-5,-6.000000 4.000000-2,-7.000000 1.000000-9,-6.000000 0.000000-12,-6.000000 0.000000-13,-6.000000 0.000000-13,-2.000000 3.000000 5,3.000000 6.000000 21,3.000000 7.000000 22,4.000000 6.000000 22,-1.000000 9.000000 12,-3.000000 13.000000 3,-3.000000 12.000000 3,-2.000000 13.000000 4,-1.000000 16.000000-1,3.000000 23.000000-3,3.000000 22.000000-4,4.000000 22.000000-4,1.000000 23.000000-2,0.000000 25.000000-2,0.000000 25.000000-2,0.000000 25.000000-2,0.000000 10.000000-1,0.000000-2.000000-2,0.000000-3.000000-2,0.000000-3.000000-1,3.000000-4.000000-4,6.000000-3.000000-3,7.000000-3.000000-6,6.000000-2.000000-3,1.000000-12.000000-4,-3.000000-19.000000 0,-3.000000-18.000000-2,-2.000000-19.000000 0,-5.000000-22.000000-1,-2.000000-25.000000 0,-3.000000-25.000000 0,-3.000000-25.000000 0,-1.000000-15.000000-1,4.000000-2.000000 1,3.000000-3.000000-2,3.000000-3.000000 0,-1.000000-6.000000-2,-2.000000-5.000000-3,-3.000000-7.000000-3,-3.000000-5.000000-2</inkml:trace>
</inkml:ink>
</file>

<file path=ppt/ink/ink10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2"/>
    </inkml:context>
    <inkml:brush xml:id="br0">
      <inkml:brushProperty name="width" value="0.034228652715683" units="cm"/>
      <inkml:brushProperty name="height" value="0.034228652715683" units="cm"/>
      <inkml:brushProperty name="color" value="#000000"/>
      <inkml:brushProperty name="ignorePressure" value="0"/>
    </inkml:brush>
  </inkml:definitions>
  <inkml:trace contextRef="#ctx0" brushRef="#br0">62600.000000 54900.000000 428,'-90.000000'-24.000000'0,"23.000000"4.000000"1 ,22.000000 3.000000 1,22.000000 3.000000 0,15.000000 1.000000 5,9.000000 1.000000 6,10.000000-1.000000 7,10.000000 1.000000 8,5.000000-1.000000 1,4.000000 1.000000-2,3.000000-1.000000-4,3.000000 1.000000-2,6.000000-1.000000-3,9.000000 1.000000 0,10.000000-1.000000-2,10.000000 1.000000-1,10.000000-1.000000-1,13.000000 1.000000-1,12.000000-1.000000 1,13.000000 1.000000-1,16.000000-1.000000 0,23.000000 1.000000 0,22.000000-1.000000-1,22.000000 1.000000-1,24.000000 1.000000 2,29.000000 3.000000 2,28.000000 3.000000 3,28.000000 4.000000 2,20.000000 1.000000-1,13.000000 0.000000-3,12.000000 0.000000-3,13.000000 0.000000-4,-1.000000-2.000000 0,-11.000000-3.000000 2,-14.000000-3.000000 1,-11.000000-2.000000 2,-9.000000-6.000000 1,-3.000000-6.000000-1,-3.000000-6.000000-1,-2.000000-6.000000-1,-17.000000-9.000000-6,-28.000000-8.000000-13,-28.000000-10.000000-13,-27.000000-9.000000-11,-15.000000-4.000000-8,0.000000 4.000000-4,0.000000 3.000000-2,0.000000 3.000000-3,-19.000000 6.000000 2,-37.000000 9.000000 6,-38.000000 10.000000 7,-37.000000 10.000000 6,-21.000000 4.000000 0,-3.000000 0.000000-6,-3.000000 0.000000-7,-2.000000 0.000000-7</inkml:trace>
</inkml:ink>
</file>

<file path=ppt/ink/ink10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3"/>
    </inkml:context>
    <inkml:brush xml:id="br0">
      <inkml:brushProperty name="width" value="0.0243035797029734" units="cm"/>
      <inkml:brushProperty name="height" value="0.0243035797029734" units="cm"/>
      <inkml:brushProperty name="color" value="#000000"/>
      <inkml:brushProperty name="ignorePressure" value="0"/>
    </inkml:brush>
  </inkml:definitions>
  <inkml:trace contextRef="#ctx0" brushRef="#br0">61100.000000 58100.000000 603,'48.000000'23.000000'-1,"-3.000000"-3.000000"-2 ,-3.000000-3.000000-2,-2.000000-2.000000-1,-3.000000-1.000000 1,1.000000 3.000000 6,-1.000000 3.000000 5,1.000000 4.000000 5,-3.000000 5.000000 5,-2.000000 10.000000 3,-3.000000 10.000000 3,-3.000000 9.000000 3,-6.000000 15.000000 1,-5.000000 22.000000 1,-7.000000 22.000000-1,-5.000000 23.000000 0,-9.000000 24.000000 0,-9.000000 28.000000-2,-10.000000 28.000000-1,-8.000000 29.000000-1,-8.000000 29.000000-2,-2.000000 31.000000-3,-3.000000 32.000000-2,-3.000000 31.000000-2,-2.000000 18.000000-2,0.000000 7.000000-2,0.000000 6.000000-1,0.000000 7.000000-2,4.000000-15.000000-1,10.000000-34.000000-1,10.000000-35.000000 0,9.000000-33.000000-1,4.000000-31.000000-1,1.000000-24.000000-3,-1.000000-26.000000 0,1.000000-24.000000-3,5.000000-34.000000-5,14.000000-40.000000-10,11.000000-40.000000-8,14.000000-41.000000-10,3.000000-32.000000-4,-2.000000-21.000000-2,-3.000000-22.000000-1,-3.000000-22.000000-1,-2.000000-10.000000 0,0.000000 4.000000 3,0.000000 3.000000 2,0.000000 3.000000 3</inkml:trace>
</inkml:ink>
</file>

<file path=ppt/ink/ink10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4"/>
    </inkml:context>
    <inkml:brush xml:id="br0">
      <inkml:brushProperty name="width" value="0.0286229234188795" units="cm"/>
      <inkml:brushProperty name="height" value="0.0286229234188795" units="cm"/>
      <inkml:brushProperty name="color" value="#000000"/>
      <inkml:brushProperty name="ignorePressure" value="0"/>
    </inkml:brush>
  </inkml:definitions>
  <inkml:trace contextRef="#ctx0" brushRef="#br0">61700.000000 59100.000000 512,'121.000000'-91.000000'54,"-5.000000"19.000000"-8 ,-7.000000 19.000000-8,-5.000000 19.000000-8,2.000000 10.000000-4,13.000000 4.000000-1,12.000000 3.000000-3,13.000000 3.000000-1,6.000000-2.000000-1,0.000000-6.000000-3,0.000000-6.000000-2,0.000000-6.000000-1,12.000000-6.000000-2,26.000000-2.000000 1,24.000000-3.000000 0,26.000000-3.000000 0,15.000000-1.000000 0,6.000000 4.000000-1,7.000000 3.000000-1,6.000000 3.000000 0,-1.000000 4.000000-3,-5.000000 7.000000-3,-7.000000 6.000000-3,-5.000000 7.000000-4,-3.000000 0.000000-3,4.000000-2.000000-3,3.000000-3.000000-2,3.000000-3.000000-3,-7.000000-2.000000 0,-15.000000 0.000000 2,-15.000000 0.000000 1,-16.000000 0.000000 2,-4.000000 1.000000 0,10.000000 4.000000 0,10.000000 3.000000-1,9.000000 3.000000-1,-4.000000 4.000000 1,-15.000000 7.000000 1,-15.000000 6.000000 3,-16.000000 7.000000 0,-4.000000 7.000000 3,10.000000 9.000000 0,10.000000 10.000000 1,9.000000 10.000000 2,6.000000 2.000000 0,3.000000-3.000000-1,3.000000-3.000000 1,4.000000-2.000000 0,-6.000000-3.000000 0,-11.000000 1.000000 1,-14.000000-1.000000 0,-11.000000 1.000000 1,-7.000000-1.000000-1,0.000000 1.000000 1,0.000000-1.000000-1,0.000000 1.000000-1,-5.000000-3.000000 1,-9.000000-2.000000 0,-10.000000-3.000000 1,-8.000000-3.000000 0,-14.000000-2.000000 0,-15.000000 0.000000 0,-15.000000 0.000000 0,-16.000000 0.000000 0,-19.000000 0.000000 1,-22.000000 0.000000 2,-22.000000 0.000000 2,-21.000000 0.000000 3,-14.000000 1.000000 1,-2.000000 4.000000-1,-3.000000 3.000000 1,-3.000000 3.000000-1,-2.000000 6.000000 0,0.000000 9.000000-2,0.000000 10.000000-1,0.000000 10.000000-1,1.000000 13.000000-1,4.000000 19.000000 2,3.000000 19.000000 0,3.000000 19.000000 1,3.000000 23.000000-2,3.000000 28.000000-3,3.000000 28.000000-5,4.000000 29.000000-4,1.000000 18.000000-2,0.000000 9.000000-3,0.000000 10.000000-2,0.000000 10.000000-1,0.000000 7.000000-2,0.000000 6.000000 2,0.000000 7.000000 0,0.000000 6.000000 2,0.000000-5.000000 1,0.000000-16.000000-1,0.000000-15.000000 2,0.000000-15.000000-1,-2.000000-14.000000 2,-3.000000-8.000000 2,-3.000000-10.000000 1,-2.000000-9.000000 2,-1.000000-15.000000 2,3.000000-18.000000 2,3.000000-19.000000 2,4.000000-18.000000 2,1.000000-20.000000 0,0.000000-18.000000-4,0.000000-19.000000-4,0.000000-18.000000-4,0.000000-17.000000-5,0.000000-11.000000-6,0.000000-14.000000-7,0.000000-11.000000-7</inkml:trace>
</inkml:ink>
</file>

<file path=ppt/ink/ink10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4"/>
    </inkml:context>
    <inkml:brush xml:id="br0">
      <inkml:brushProperty name="width" value="0.0290442556142807" units="cm"/>
      <inkml:brushProperty name="height" value="0.0290442556142807" units="cm"/>
      <inkml:brushProperty name="color" value="#000000"/>
      <inkml:brushProperty name="ignorePressure" value="0"/>
    </inkml:brush>
  </inkml:definitions>
  <inkml:trace contextRef="#ctx0" brushRef="#br0">61200.000000 65550.000000 504,'4.000000'42.000000'-11,"10.000000"-16.000000"8 ,10.000000-15.000000 10,9.000000-15.000000 9,9.000000-12.000000 5,9.000000-6.000000 1,10.000000-6.000000 2,10.000000-6.000000 1,11.000000-2.000000 0,17.000000 3.000000-1,15.000000 3.000000-2,16.000000 4.000000-1,12.000000 4.000000-1,9.000000 6.000000-2,10.000000 7.000000-1,10.000000 6.000000-1,5.000000 4.000000-1,4.000000 4.000000 0,3.000000 3.000000-2,3.000000 3.000000-1,9.000000 3.000000 0,16.000000 3.000000-1,15.000000 3.000000 0,17.000000 4.000000 0,8.000000-1.000000-1,4.000000-3.000000-1,3.000000-3.000000-1,3.000000-2.000000 0,1.000000-1.000000-3,1.000000 3.000000-4,-1.000000 3.000000-3,1.000000 4.000000-4,1.000000 2.000000-1,3.000000 4.000000 1,3.000000 3.000000 1,4.000000 3.000000 2,4.000000 3.000000 1,6.000000 3.000000 1,7.000000 3.000000 2,6.000000 4.000000 1,-1.000000-4.000000 1,-5.000000-9.000000 1,-7.000000-10.000000 2,-5.000000-8.000000 0,-11.000000-9.000000 1,-11.000000-6.000000-2,-14.000000-6.000000-1,-11.000000-6.000000 0,-7.000000-4.000000-1,0.000000 1.000000 2,0.000000-1.000000 1,0.000000 1.000000 2,-8.000000-3.000000 0,-16.000000-2.000000-1,-15.000000-3.000000-2,-15.000000-3.000000 0,-7.000000-4.000000-1,3.000000-3.000000 0,3.000000-3.000000 2,4.000000-2.000000 0,-3.000000-1.000000 0,-5.000000 3.000000-2,-7.000000 3.000000-1,-5.000000 4.000000-3,-11.000000 2.000000-1,-11.000000 4.000000-2,-14.000000 3.000000-3,-11.000000 3.000000-2,-11.000000 1.000000-2,-5.000000 1.000000-3,-7.000000-1.000000-1,-5.000000 1.000000-3,-6.000000-3.000000-3,-3.000000-2.000000-2,-3.000000-3.000000-4,-2.000000-3.000000-4,-9.000000-2.000000-6,-12.000000 0.000000-13,-13.000000 0.000000-10,-12.000000 0.000000-13</inkml:trace>
</inkml:ink>
</file>

<file path=ppt/ink/ink10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5"/>
    </inkml:context>
    <inkml:brush xml:id="br0">
      <inkml:brushProperty name="width" value="0.0305038038641214" units="cm"/>
      <inkml:brushProperty name="height" value="0.0305038038641214" units="cm"/>
      <inkml:brushProperty name="color" value="#000000"/>
      <inkml:brushProperty name="ignorePressure" value="0"/>
    </inkml:brush>
  </inkml:definitions>
  <inkml:trace contextRef="#ctx0" brushRef="#br0">61450.000000 53550.000000 480,'-93.000000'3.000000'-1,"17.000000"6.000000"-4 ,15.000000 7.000000-2,16.000000 6.000000-3,7.000000 4.000000 2,1.000000 4.000000 8,-1.000000 3.000000 9,1.000000 3.000000 8,1.000000-2.000000 4,3.000000-6.000000-1,3.000000-6.000000 1,4.000000-6.000000-1,8.000000-4.000000 0,17.000000 1.000000 2,15.000000-1.000000 0,16.000000 1.000000 2,12.000000-1.000000 0,9.000000 1.000000-3,10.000000-1.000000-1,10.000000 1.000000-2,11.000000-3.000000-1,17.000000-2.000000-1,15.000000-3.000000 2,16.000000-3.000000-1,13.000000-1.000000-1,14.000000 4.000000-1,11.000000 3.000000-1,14.000000 3.000000-2,10.000000-2.000000-1,9.000000-6.000000 0,10.000000-6.000000 0,10.000000-6.000000 0,7.000000-6.000000-1,6.000000-2.000000-1,7.000000-3.000000 0,6.000000-3.000000-1,4.000000-2.000000-2,4.000000 0.000000-1,3.000000 0.000000-1,3.000000 0.000000-2,-2.000000 3.000000 0,-6.000000 6.000000-1,-6.000000 7.000000 1,-6.000000 6.000000 0,-6.000000 6.000000-1,-2.000000 6.000000 0,-3.000000 7.000000-1,-3.000000 6.000000 0,-7.000000 3.000000 0,-9.000000 0.000000-1,-10.000000 0.000000-1,-8.000000 0.000000 1,-3.000000 1.000000-1,7.000000 4.000000 1,6.000000 3.000000 0,7.000000 3.000000 1,-1.000000-1.000000 0,-6.000000-2.000000 0,-6.000000-3.000000 0,-6.000000-3.000000 0,-13.000000-2.000000 1,-19.000000 0.000000 0,-18.000000 0.000000 0,-19.000000 0.000000 0,-5.000000-4.000000 1,9.000000-5.000000-1,10.000000-7.000000 1,10.000000-5.000000 0,5.000000-4.000000 0,4.000000 0.000000 0,3.000000 0.000000 0,3.000000 0.000000 0,-1.000000 0.000000-1,-2.000000 0.000000 2,-3.000000 0.000000-1,-3.000000 0.000000 0,-7.000000-4.000000 1,-9.000000-5.000000 0,-10.000000-7.000000 1,-8.000000-5.000000-1,-3.000000-1.000000 0,7.000000 6.000000 0,6.000000 7.000000-2,7.000000 6.000000 0,5.000000 4.000000-1,7.000000 4.000000 0,6.000000 3.000000-2,7.000000 3.000000 0,-4.000000 3.000000-2,-12.000000 3.000000 1,-13.000000 3.000000 0,-12.000000 4.000000 0,-13.000000-1.000000 0,-12.000000-3.000000 1,-13.000000-3.000000 1,-12.000000-2.000000 1,-9.000000-3.000000-1,-2.000000 1.000000-3,-3.000000-1.000000-3,-3.000000 1.000000-4,-6.000000-6.000000-13,-5.000000-8.000000-26,-7.000000-10.000000-26,-5.000000-9.000000-24</inkml:trace>
</inkml:ink>
</file>

<file path=ppt/ink/ink10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6"/>
    </inkml:context>
    <inkml:brush xml:id="br0">
      <inkml:brushProperty name="width" value="0.0239317398518324" units="cm"/>
      <inkml:brushProperty name="height" value="0.0239317398518324" units="cm"/>
      <inkml:brushProperty name="color" value="#000000"/>
      <inkml:brushProperty name="ignorePressure" value="0"/>
    </inkml:brush>
  </inkml:definitions>
  <inkml:trace contextRef="#ctx0" brushRef="#br0">62700.000000 38100.000000 612,'0.000000'46.000000'1,"0.000000"-5.000000"3 ,0.000000-7.000000 1,0.000000-5.000000 3,0.000000-3.000000 3,0.000000 4.000000 6,0.000000 3.000000 4,0.000000 3.000000 6,1.000000 10.000000 2,4.000000 20.000000 2,3.000000 18.000000 1,3.000000 20.000000 0,1.000000 19.000000-1,1.000000 22.000000-4,-1.000000 22.000000-5,1.000000 23.000000-4,-3.000000 17.000000-4,-2.000000 17.000000-1,-3.000000 15.000000-3,-3.000000 16.000000-1,-4.000000 9.000000-2,-3.000000 3.000000-1,-3.000000 3.000000 0,-2.000000 4.000000-1,-1.000000-18.000000-3,3.000000-37.000000-6,3.000000-38.000000-6,4.000000-37.000000-5,4.000000-43.000000-9,6.000000-46.000000-13,7.000000-47.000000-13,6.000000-47.000000-11,1.000000-22.000000-4,-3.000000 3.000000 8,-3.000000 3.000000 6,-2.000000 4.000000 8</inkml:trace>
</inkml:ink>
</file>

<file path=ppt/ink/ink10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6"/>
    </inkml:context>
    <inkml:brush xml:id="br0">
      <inkml:brushProperty name="width" value="0.0256424937397242" units="cm"/>
      <inkml:brushProperty name="height" value="0.0256424937397242" units="cm"/>
      <inkml:brushProperty name="color" value="#000000"/>
      <inkml:brushProperty name="ignorePressure" value="0"/>
    </inkml:brush>
  </inkml:definitions>
  <inkml:trace contextRef="#ctx0" brushRef="#br0">62700.000000 38500.000000 571,'98.000000'0.000000'53,"-3.000000"0.000000"-7 ,-3.000000 0.000000-8,-2.000000 0.000000-8,2.000000 3.000000-3,9.000000 6.000000-2,10.000000 7.000000 0,10.000000 6.000000-2,-4.000000 9.000000-1,-16.000000 13.000000-2,-15.000000 12.000000-1,-15.000000 13.000000-1,-18.000000 13.000000-1,-19.000000 17.000000-1,-18.000000 15.000000-1,-19.000000 16.000000-1,-21.000000 7.000000-3,-21.000000 1.000000-4,-22.000000-1.000000-4,-22.000000 1.000000-5,-11.000000-10.000000-6,0.000000-19.000000-10,0.000000-18.000000-10,0.000000-19.000000-9,9.000000-16.000000-9,19.000000-12.000000-10,19.000000-13.000000-8,19.000000-12.000000-10</inkml:trace>
</inkml:ink>
</file>

<file path=ppt/ink/ink10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7"/>
    </inkml:context>
    <inkml:brush xml:id="br0">
      <inkml:brushProperty name="width" value="0.0231448411941528" units="cm"/>
      <inkml:brushProperty name="height" value="0.0231448411941528" units="cm"/>
      <inkml:brushProperty name="color" value="#000000"/>
      <inkml:brushProperty name="ignorePressure" value="0"/>
    </inkml:brush>
  </inkml:definitions>
  <inkml:trace contextRef="#ctx0" brushRef="#br0">63050.000000 48400.000000 633,'-22.000000'50.000000'18,"6.000000"0.000000"3 ,7.000000 0.000000 2,6.000000 0.000000 4,1.000000 9.000000 0,-3.000000 19.000000 0,-3.000000 19.000000-1,-2.000000 19.000000 0,-1.000000 26.000000-2,3.000000 34.000000 0,3.000000 35.000000-1,4.000000 35.000000-1,1.000000 16.000000-2,0.000000 1.000000-2,0.000000-1.000000-2,0.000000 1.000000-2,3.000000-4.000000-5,6.000000-6.000000-8,7.000000-6.000000-6,6.000000-6.000000-8,3.000000-21.000000-5,0.000000-34.000000-6,0.000000-35.000000-3,0.000000-33.000000-6,-2.000000-40.000000-3,-3.000000-44.000000-2,-3.000000-43.000000-2,-2.000000-44.000000-3,-5.000000-18.000000 2,-2.000000 10.000000 7,-3.000000 10.000000 5,-3.000000 9.000000 7,-2.000000 1.000000 4,0.000000-6.000000 0,0.000000-6.000000 1,0.000000-6.000000 1</inkml:trace>
</inkml:ink>
</file>

<file path=ppt/ink/ink10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7"/>
    </inkml:context>
    <inkml:brush xml:id="br0">
      <inkml:brushProperty name="width" value="0.0261416155844927" units="cm"/>
      <inkml:brushProperty name="height" value="0.0261416155844927" units="cm"/>
      <inkml:brushProperty name="color" value="#000000"/>
      <inkml:brushProperty name="ignorePressure" value="0"/>
    </inkml:brush>
  </inkml:definitions>
  <inkml:trace contextRef="#ctx0" brushRef="#br0">63050.000000 49250.000000 561,'1.000000'-71.000000'0,"4.000000"10.000000"0 ,3.000000 10.000000 1,3.000000 9.000000 1,6.000000 6.000000 1,9.000000 3.000000 5,10.000000 3.000000 3,10.000000 4.000000 4,8.000000 4.000000 4,10.000000 6.000000 3,10.000000 7.000000 5,9.000000 6.000000 3,4.000000 9.000000 0,1.000000 13.000000-1,-1.000000 12.000000-3,1.000000 13.000000-2,-6.000000 12.000000-2,-8.000000 13.000000 1,-10.000000 12.000000-2,-9.000000 13.000000 0,-15.000000 13.000000 0,-18.000000 17.000000-1,-19.000000 15.000000-2,-18.000000 16.000000 0,-21.000000 9.000000-3,-22.000000 3.000000-6,-22.000000 3.000000-6,-21.000000 4.000000-5,-12.000000-9.000000-9,1.000000-18.000000-11,-1.000000-19.000000-12,1.000000-18.000000-12,10.000000-20.000000-8,22.000000-18.000000-5,22.000000-19.000000-5,23.000000-18.000000-5</inkml:trace>
</inkml:ink>
</file>

<file path=ppt/ink/ink10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7"/>
    </inkml:context>
    <inkml:brush xml:id="br0">
      <inkml:brushProperty name="width" value="0.0255384370684624" units="cm"/>
      <inkml:brushProperty name="height" value="0.0255384370684624" units="cm"/>
      <inkml:brushProperty name="color" value="#000000"/>
      <inkml:brushProperty name="ignorePressure" value="0"/>
    </inkml:brush>
  </inkml:definitions>
  <inkml:trace contextRef="#ctx0" brushRef="#br0">63750.000000 59950.000000 574,'23.000000'28.000000'19,"-3.000000"6.000000"6 ,-3.000000 7.000000 6,-2.000000 6.000000 6,-3.000000 15.000000 1,1.000000 26.000000-3,-1.000000 24.000000-4,1.000000 26.000000-3,-1.000000 22.000000-2,1.000000 23.000000-2,-1.000000 22.000000-1,1.000000 22.000000-1,-1.000000 15.000000-3,1.000000 9.000000-1,-1.000000 10.000000-2,1.000000 10.000000-2,-3.000000-4.000000-3,-2.000000-16.000000-5,-3.000000-15.000000-4,-3.000000-15.000000-3,-2.000000-29.000000-3,0.000000-41.000000 0,0.000000-40.000000 1,0.000000-40.000000 0,1.000000-36.000000-9,4.000000-27.000000-18,3.000000-28.000000-19,3.000000-28.000000-18,1.000000-12.000000-2,1.000000 7.000000 12,-1.000000 6.000000 14,1.000000 7.000000 13,-3.000000-1.000000 5,-2.000000-6.000000 0,-3.000000-6.000000-2,-3.000000-6.000000-2</inkml:trace>
</inkml:ink>
</file>

<file path=ppt/ink/ink10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18"/>
    </inkml:context>
    <inkml:brush xml:id="br0">
      <inkml:brushProperty name="width" value="0.0226043872535229" units="cm"/>
      <inkml:brushProperty name="height" value="0.0226043872535229" units="cm"/>
      <inkml:brushProperty name="color" value="#000000"/>
      <inkml:brushProperty name="ignorePressure" value="0"/>
    </inkml:brush>
  </inkml:definitions>
  <inkml:trace contextRef="#ctx0" brushRef="#br0">63950.000000 60150.000000 648,'32.000000'20.000000'-16,"17.000000"-9.000000"8 ,15.000000-10.000000 8,16.000000-8.000000 6,13.000000-9.000000 8,14.000000-6.000000 4,11.000000-6.000000 5,14.000000-6.000000 5,3.000000-1.000000 1,-2.000000 7.000000-2,-3.000000 6.000000-1,-3.000000 7.000000-3,-13.000000 7.000000-1,-22.000000 9.000000-3,-22.000000 10.000000-1,-21.000000 10.000000-3,-18.000000 21.000000 0,-12.000000 34.000000 1,-13.000000 35.000000 0,-12.000000 35.000000 1,-18.000000 21.000000 0,-21.000000 9.000000-5,-22.000000 10.000000-3,-22.000000 10.000000-3,-16.000000-11.000000-9,-9.000000-27.000000-10,-10.000000-28.000000-11,-8.000000-28.000000-12,8.000000-26.000000-3,29.000000-21.000000 4,28.000000-22.000000 6,28.000000-22.000000 4,12.000000-11.000000-2,-3.000000 0.000000-6,-3.000000 0.000000-8,-2.000000 0.000000-7</inkml:trace>
</inkml:ink>
</file>

<file path=ppt/ink/ink10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27"/>
    </inkml:context>
    <inkml:brush xml:id="br0">
      <inkml:brushProperty name="width" value="0.0243618451058865" units="cm"/>
      <inkml:brushProperty name="height" value="0.0243618451058865" units="cm"/>
      <inkml:brushProperty name="color" value="#000000"/>
      <inkml:brushProperty name="ignorePressure" value="0"/>
    </inkml:brush>
  </inkml:definitions>
  <inkml:trace contextRef="#ctx0" brushRef="#br0">73839.000000 20539.000000 602,'-8.000000'-18.000000'-25,"2.000000"4.000000"9 ,2.000000 3.000000 8,2.000000 4.000000 10,2.000000 2.000000 6,0.000000-2.000000 5,0.000000-1.000000 5,0.000000-1.000000 4,2.000000 0.000000 4,2.000000 3.000000 2,2.000000 2.000000 4,2.000000 2.000000 1,3.000000 4.000000 1,-2.000000 4.000000-5,2.000000 3.000000-3,-1.000000 4.000000-4,-1.000000 7.000000-3,-1.000000 11.000000-1,-1.000000 9.000000-2,-1.000000 10.000000-1,-2.000000 7.000000-3,-1.000000 6.000000-1,-1.000000 4.000000-4,-2.000000 5.000000-2,0.000000 5.000000-2,0.000000 2.000000 0,0.000000 2.000000 0,0.000000 2.000000 0,0.000000 0.000000-1,0.000000-5.000000 2,0.000000-6.000000 1,0.000000-5.000000 0,0.000000-7.000000 1,-2.000000-9.000000-1,-1.000000-12.000000 1,-1.000000-9.000000-1,-1.000000-10.000000-8,2.000000-12.000000-18,1.000000-11.000000-17,2.000000-11.000000-18,0.000000-7.000000-5,2.000000-1.000000 6,1.000000-1.000000 5,2.000000-2.000000 7,0.000000 2.000000 4,-1.000000 1.000000 3,2.000000 4.000000 4,-1.000000 2.000000 4</inkml:trace>
</inkml:ink>
</file>

<file path=ppt/ink/ink10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27"/>
    </inkml:context>
    <inkml:brush xml:id="br0">
      <inkml:brushProperty name="width" value="0.0275393668562174" units="cm"/>
      <inkml:brushProperty name="height" value="0.0275393668562174" units="cm"/>
      <inkml:brushProperty name="color" value="#000000"/>
      <inkml:brushProperty name="ignorePressure" value="0"/>
    </inkml:brush>
  </inkml:definitions>
  <inkml:trace contextRef="#ctx0" brushRef="#br0">74139.000000 20419.000000 532,'53.000000'0.000000'66,"4.000000"-2.000000"-15 ,6.000000-1.000000-16,5.000000-1.000000-16,5.000000-2.000000-9,9.000000-1.000000 0,6.000000-1.000000-2,8.000000-1.000000-1,2.000000-1.000000-2,-6.000000 0.000000-3,-4.000000 0.000000-1,-5.000000-1.000000-3,-3.000000 2.000000-1,-1.000000 1.000000-1,1.000000 1.000000 1,1.000000 2.000000-1,-3.000000 0.000000 1,-1.000000 2.000000 1,-4.000000 1.000000 2,-1.000000 2.000000 1,-4.000000 0.000000 1,-4.000000 0.000000 2,-3.000000 0.000000 0,-4.000000 0.000000 2,-2.000000 0.000000 0,2.000000 0.000000 0,1.000000 0.000000 0,2.000000 0.000000 0,-1.000000 0.000000 0,-1.000000 2.000000-2,-1.000000 1.000000 0,-1.000000 2.000000-1,-4.000000-1.000000-1,-4.000000-1.000000 0,-6.000000-1.000000-1,-5.000000-2.000000 1,-4.000000 1.000000-1,-5.000000 1.000000-1,-6.000000 1.000000 0,-5.000000 2.000000-1,-2.000000-1.000000-1,-2.000000-1.000000-2,-1.000000-1.000000-1,-2.000000-2.000000-1,1.000000 1.000000-1,-2.000000 1.000000 0,2.000000 1.000000 1,-1.000000 2.000000 1,-1.000000 1.000000 0,-1.000000 2.000000 0,-1.000000 4.000000 1,-1.000000 1.000000-1,-3.000000 4.000000 3,-2.000000 2.000000 4,-2.000000 2.000000 5,-2.000000 2.000000 3,-3.000000 6.000000 3,2.000000 5.000000 2,-2.000000 7.000000 1,1.000000 5.000000 3,0.000000 7.000000 1,1.000000 4.000000 1,-1.000000 6.000000 1,-1.000000 5.000000 2,2.000000 5.000000-1,1.000000 6.000000-3,1.000000 7.000000-2,2.000000 5.000000-4,0.000000 6.000000-2,0.000000 2.000000-4,0.000000 2.000000-2,0.000000 2.000000-4,0.000000-2.000000-1,2.000000-11.000000-3,1.000000-10.000000-2,1.000000-10.000000-1,2.000000-8.000000-1,-2.000000-4.000000-1,2.000000-6.000000 1,-2.000000-4.000000 1,1.000000-6.000000-3,-2.000000-5.000000-2,-1.000000-4.000000-2,-1.000000-6.000000-3,-1.000000-2.000000-5,0.000000-2.000000-6,0.000000-1.000000-5,0.000000-1.000000-7</inkml:trace>
</inkml:ink>
</file>

<file path=ppt/ink/ink10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28"/>
    </inkml:context>
    <inkml:brush xml:id="br0">
      <inkml:brushProperty name="width" value="0.0218251869082451" units="cm"/>
      <inkml:brushProperty name="height" value="0.0218251869082451" units="cm"/>
      <inkml:brushProperty name="color" value="#000000"/>
      <inkml:brushProperty name="ignorePressure" value="0"/>
    </inkml:brush>
  </inkml:definitions>
  <inkml:trace contextRef="#ctx0" brushRef="#br0">73960.000000 21200.000000 672,'0.000000'31.000000'66,"0.000000"5.000000"-13 ,0.000000 3.000000-14,0.000000 5.000000-14,0.000000 3.000000-8,0.000000 6.000000-1,0.000000 4.000000-2,0.000000 5.000000-1,0.000000 4.000000-2,0.000000 1.000000-1,0.000000 1.000000-2,0.000000 1.000000-1,-1.000000 0.000000-1,-1.000000-5.000000 0,-1.000000-3.000000 0,-1.000000-5.000000 1,-1.000000-4.000000-1,2.000000-6.000000 0,1.000000-7.000000-1,1.000000-5.000000 0,2.000000-6.000000-3,1.000000-4.000000-6,1.000000-3.000000-4,2.000000-4.000000-6,0.000000-4.000000-11,2.000000-1.000000-17,1.000000-4.000000-18,2.000000-2.000000-18</inkml:trace>
</inkml:ink>
</file>

<file path=ppt/ink/ink10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29"/>
    </inkml:context>
    <inkml:brush xml:id="br0">
      <inkml:brushProperty name="width" value="0.0250667054206133" units="cm"/>
      <inkml:brushProperty name="height" value="0.0250667054206133" units="cm"/>
      <inkml:brushProperty name="color" value="#000000"/>
      <inkml:brushProperty name="ignorePressure" value="0"/>
    </inkml:brush>
  </inkml:definitions>
  <inkml:trace contextRef="#ctx0" brushRef="#br0">73919.000000 22219.000000 585,'-18.000000'10.000000'2,"4.000000"-2.000000"5 ,3.000000-1.000000 4,4.000000-1.000000 5,4.000000-1.000000 3,4.000000 0.000000-1,3.000000-1.000000 0,5.000000 1.000000 0,2.000000 0.000000-1,5.000000-2.000000-1,3.000000-1.000000-2,5.000000-1.000000-2,1.000000-1.000000 0,0.000000 0.000000 0,0.000000 0.000000 1,0.000000 0.000000 0,1.000000-1.000000 1,5.000000-1.000000-1,3.000000-1.000000 0,5.000000-2.000000 0,4.000000 0.000000-2,6.000000 1.000000 0,7.000000-1.000000-3,5.000000 0.000000-1,3.000000-1.000000-1,-3.000000 1.000000-1,-2.000000 1.000000-1,-2.000000-1.000000 0,0.000000 0.000000 0,6.000000 2.000000-1,4.000000 1.000000 0,5.000000 1.000000-1,1.000000 1.000000 0,-6.000000 0.000000 0,-4.000000 0.000000 0,-5.000000 0.000000-1,-2.000000 0.000000 0,2.000000 0.000000 0,4.000000 0.000000-1,1.000000 0.000000-1,1.000000 1.000000 0,-3.000000 1.000000 2,-2.000000 1.000000 1,-2.000000 2.000000 1,-4.000000-1.000000 1,-2.000000-1.000000-2,-2.000000-1.000000 0,-2.000000-2.000000-1,-4.000000 0.000000 0,-2.000000 0.000000 0,-2.000000 0.000000-1,-3.000000 0.000000 1,0.000000 0.000000 1,1.000000 0.000000 0,1.000000 0.000000 2,1.000000 0.000000 0,1.000000 1.000000 1,0.000000 1.000000 0,1.000000 1.000000 0,-1.000000 2.000000-1,1.000000-1.000000 0,2.000000-1.000000-1,4.000000-1.000000 0,2.000000-1.000000-2,-1.000000-1.000000 1,-1.000000 0.000000 0,-4.000000 0.000000 0,-1.000000 0.000000 0,-5.000000-1.000000-2,-4.000000-1.000000-1,-6.000000-1.000000-4,-4.000000-1.000000-2</inkml:trace>
</inkml:ink>
</file>

<file path=ppt/ink/ink10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0"/>
    </inkml:context>
    <inkml:brush xml:id="br0">
      <inkml:brushProperty name="width" value="0.0263547003269196" units="cm"/>
      <inkml:brushProperty name="height" value="0.0263547003269196" units="cm"/>
      <inkml:brushProperty name="color" value="#000000"/>
      <inkml:brushProperty name="ignorePressure" value="0"/>
    </inkml:brush>
  </inkml:definitions>
  <inkml:trace contextRef="#ctx0" brushRef="#br0">75019.000000 21019.000000 556,'-8.000000'12.000000'120,"2.000000"1.000000"-27 ,2.000000 4.000000-25,3.000000 2.000000-27,1.000000 5.000000-13,0.000000 9.000000-4,0.000000 9.000000-2,0.000000 9.000000-3,0.000000 5.000000-4,0.000000 2.000000-6,0.000000 4.000000-4,0.000000 1.000000-7,0.000000-1.000000-3,0.000000-6.000000-3,0.000000-7.000000-2,0.000000-5.000000-2,0.000000-13.000000-10,2.000000-15.000000-15,1.000000-17.000000-15,2.000000-15.000000-16,0.000000-8.000000-4,-1.000000 3.000000 9,2.000000 2.000000 8,-1.000000 3.000000 9</inkml:trace>
</inkml:ink>
</file>

<file path=ppt/ink/ink10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1"/>
    </inkml:context>
    <inkml:brush xml:id="br0">
      <inkml:brushProperty name="width" value="0.0247105658054352" units="cm"/>
      <inkml:brushProperty name="height" value="0.0247105658054352" units="cm"/>
      <inkml:brushProperty name="color" value="#000000"/>
      <inkml:brushProperty name="ignorePressure" value="0"/>
    </inkml:brush>
  </inkml:definitions>
  <inkml:trace contextRef="#ctx0" brushRef="#br0">75019.000000 20939.000000 593,'19.000000'1.000000'135,"-2.000000"1.000000"-34 ,-4.000000 1.000000-34,-1.000000 2.000000-34,-2.000000 0.000000-17,0.000000 0.000000-4,0.000000-1.000000-2,-1.000000 1.000000-2,5.000000 2.000000-3,5.000000 4.000000 0,7.000000 3.000000-1,6.000000 4.000000-2,4.000000 2.000000 1,5.000000 1.000000-1,3.000000-1.000000-1,5.000000 0.000000 1,0.000000-1.000000-2,-1.000000 1.000000-1,-1.000000 1.000000-1,-2.000000-1.000000-2,-3.000000-2.000000-2,-6.000000-2.000000 0,-7.000000-2.000000-2,-5.000000-3.000000-1,-10.000000-2.000000 2,-9.000000-3.000000 5,-10.000000-2.000000 3,-9.000000-2.000000 4,-6.000000-2.000000 2,0.000000 0.000000-2,-1.000000 0.000000-2,1.000000 0.000000-2,-1.000000 0.000000-1,-5.000000 2.000000-1,-3.000000 1.000000-2,-4.000000 1.000000-1,-3.000000 3.000000-1,2.000000 4.000000-1,-2.000000 3.000000 0,1.000000 4.000000-1,0.000000 3.000000-1,1.000000 1.000000 2,-2.000000 1.000000 1,2.000000 2.000000 1,0.000000 0.000000 1,5.000000 0.000000 1,3.000000 0.000000 2,4.000000 0.000000 1,5.000000-2.000000 0,4.000000-1.000000-2,6.000000-4.000000-2,5.000000-2.000000-2,3.000000-3.000000-11,5.000000-5.000000-21,3.000000-6.000000-21,5.000000-4.000000-22</inkml:trace>
</inkml:ink>
</file>

<file path=ppt/ink/ink10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1"/>
    </inkml:context>
    <inkml:brush xml:id="br0">
      <inkml:brushProperty name="width" value="0.0214527416974306" units="cm"/>
      <inkml:brushProperty name="height" value="0.0214527416974306" units="cm"/>
      <inkml:brushProperty name="color" value="#000000"/>
      <inkml:brushProperty name="ignorePressure" value="0"/>
    </inkml:brush>
  </inkml:definitions>
  <inkml:trace contextRef="#ctx0" brushRef="#br0">75180.000000 21200.000000 683,'-10.000000'-10.000000'-6,"2.000000"2.000000"14 ,1.000000 1.000000 14,2.000000 1.000000 14,-1.000000 3.000000 5,1.000000 4.000000-3,1.000000 3.000000-3,-1.000000 5.000000-4,-1.000000 2.000000-4,-1.000000 2.000000-3,-1.000000 4.000000-5,-1.000000 1.000000-4,-1.000000 2.000000-3,2.000000 1.000000-4,1.000000-1.000000-3,1.000000-1.000000-4,1.000000 0.000000-2,1.000000-2.000000-3,-1.000000-4.000000-4,0.000000-1.000000-1,3.000000-4.000000-6,6.000000-2.000000-7,7.000000-2.000000-6,6.000000-2.000000-7,3.000000-5.000000-2,2.000000-5.000000 1,1.000000-4.000000 4,1.000000-5.000000 1,1.000000-3.000000 3,0.000000-1.000000 3,0.000000 2.000000 3,0.000000-1.000000 3,-1.000000 0.000000 4,-3.000000 2.000000 4,-2.000000 1.000000 4,-2.000000 2.000000 4,-6.000000 2.000000 9,-8.000000 5.000000 10,-6.000000 6.000000 12,-8.000000 4.000000 11,-5.000000 5.000000 2,2.000000 2.000000-5,-2.000000 2.000000-6,1.000000 3.000000-6,1.000000 1.000000-4,1.000000 0.000000-1,1.000000 0.000000-2,1.000000-1.000000-2,2.000000 0.000000-2,1.000000-3.000000-5,1.000000-2.000000-5,2.000000-2.000000-4,3.000000-4.000000-5,8.000000-2.000000-7,8.000000-2.000000-8,8.000000-2.000000-5,1.000000-4.000000-2,-2.000000-2.000000 4,-2.000000-2.000000 5,-2.000000-3.000000 5,-3.000000 0.000000 3,-1.000000 1.000000 2,-1.000000 1.000000 2,-1.000000 1.000000 3,-4.000000 3.000000 2,-5.000000 2.000000 3,-4.000000 2.000000 4,-5.000000 2.000000 3,-3.000000 3.000000-1,0.000000 1.000000-5,0.000000 1.000000-6,-1.000000 2.000000-4,2.000000 0.000000-5,1.000000-1.000000-4,1.000000 1.000000-4,2.000000 1.000000-5,0.000000-1.000000-1,2.000000 0.000000 2,1.000000-1.000000 2,2.000000 1.000000 2</inkml:trace>
</inkml:ink>
</file>

<file path=ppt/ink/ink10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2"/>
    </inkml:context>
    <inkml:brush xml:id="br0">
      <inkml:brushProperty name="width" value="0.0218869112432003" units="cm"/>
      <inkml:brushProperty name="height" value="0.0218869112432003" units="cm"/>
      <inkml:brushProperty name="color" value="#000000"/>
      <inkml:brushProperty name="ignorePressure" value="0"/>
    </inkml:brush>
  </inkml:definitions>
  <inkml:trace contextRef="#ctx0" brushRef="#br0">75080.000000 21160.000000 670,'20.000000'0.000000'78,"2.000000"0.000000"-16 ,1.000000 0.000000-18,1.000000 0.000000-17,1.000000 0.000000-10,0.000000 2.000000-2,0.000000 1.000000-3,0.000000 1.000000-3,0.000000 2.000000-1,0.000000-2.000000 1,0.000000 2.000000 0,0.000000-2.000000 0,-1.000000 2.000000-1,-5.000000-1.000000-3,-3.000000 0.000000-3,-5.000000 0.000000-2,-6.000000-2.000000-5,-12.000000-4.000000-7,-11.000000-3.000000-7,-12.000000-4.000000-7,-3.000000-2.000000-2,2.000000-1.000000 0,2.000000 2.000000 3,2.000000-1.000000 0,2.000000 0.000000 3,0.000000 2.000000 4,0.000000 1.000000 3,0.000000 2.000000 4,2.000000 0.000000 3,4.000000 0.000000 3,3.000000-1.000000 2,5.000000 2.000000 4,2.000000 0.000000 3,5.000000 2.000000 4,3.000000 4.000000 4,4.000000 2.000000 5,6.000000 1.000000 2,5.000000-1.000000 0,7.000000 2.000000 1,6.000000-1.000000 0,2.000000 0.000000-1,-1.000000-1.000000 0,-1.000000 1.000000-1,-2.000000 1.000000-1,-1.000000-2.000000-1,-3.000000-1.000000-2,-2.000000-1.000000-2,-2.000000-1.000000-2,-3.000000-1.000000-2,-1.000000 0.000000-2,-1.000000 0.000000-2,-1.000000 0.000000-1,-6.000000-2.000000-8,-8.000000-1.000000-10,-9.000000-4.000000-11,-9.000000-2.000000-11,-3.000000-1.000000-4,1.000000-2.000000 3,1.000000-1.000000 3,2.000000-2.000000 4,0.000000 2.000000 4,2.000000 1.000000 6,1.000000 4.000000 5,2.000000 2.000000 7,4.000000 2.000000 8,9.000000 5.000000 12,9.000000 3.000000 12,8.000000 5.000000 13,5.000000 0.000000 0,1.000000-1.000000-10,-1.000000-1.000000-12,0.000000-2.000000-10,-1.000000 1.000000-13,-1.000000 1.000000-18,-1.000000 1.000000-16,-2.000000 1.000000-16</inkml:trace>
</inkml:ink>
</file>

<file path=ppt/ink/ink10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3"/>
    </inkml:context>
    <inkml:brush xml:id="br0">
      <inkml:brushProperty name="width" value="0.0266138184815645" units="cm"/>
      <inkml:brushProperty name="height" value="0.0266138184815645" units="cm"/>
      <inkml:brushProperty name="color" value="#000000"/>
      <inkml:brushProperty name="ignorePressure" value="0"/>
    </inkml:brush>
  </inkml:definitions>
  <inkml:trace contextRef="#ctx0" brushRef="#br0">77900.000000 21360.000000 551,'-12.000000'76.000000'162,"-1.000000"-5.000000"-39 ,-4.000000-7.000000-40,-2.000000-5.000000-40,0.000000-4.000000-24,1.000000-1.000000-6,1.000000 1.000000-8,1.000000 1.000000-6,3.000000-6.000000-8,4.000000-8.000000-8,3.000000-9.000000-9,4.000000-8.000000-7,4.000000-8.000000-8,1.000000-5.000000-6,4.000000-4.000000-5,2.000000-6.000000-7,0.000000-2.000000 1,-1.000000-2.000000 7,-1.000000-1.000000 6,-2.000000-1.000000 6</inkml:trace>
</inkml:ink>
</file>

<file path=ppt/ink/ink10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4"/>
    </inkml:context>
    <inkml:brush xml:id="br0">
      <inkml:brushProperty name="width" value="0.0236650835722685" units="cm"/>
      <inkml:brushProperty name="height" value="0.0236650835722685" units="cm"/>
      <inkml:brushProperty name="color" value="#000000"/>
      <inkml:brushProperty name="ignorePressure" value="0"/>
    </inkml:brush>
  </inkml:definitions>
  <inkml:trace contextRef="#ctx0" brushRef="#br0">78260.000000 21560.000000 619,'-9.000000'11.000000'79,"3.000000"3.000000"-15 ,2.000000 2.000000-14,2.000000 2.000000-14,4.000000 4.000000-9,1.000000 2.000000-5,4.000000 2.000000-4,2.000000 2.000000-5,1.000000 3.000000-2,2.000000-2.000000-1,1.000000 2.000000 0,2.000000-2.000000-1,-1.000000 0.000000 0,2.000000-2.000000-2,-2.000000-4.000000 0,1.000000-2.000000-2,2.000000-3.000000-1,2.000000-6.000000-5,2.000000-4.000000-2,3.000000-5.000000-4,0.000000-7.000000-1,-1.000000-5.000000 0,-1.000000-7.000000 0,-2.000000-5.000000 1,-1.000000-6.000000 0,-2.000000-1.000000 2,-4.000000-4.000000 1,-1.000000-1.000000 2,-3.000000-3.000000 1,-1.000000 2.000000-1,-1.000000-2.000000 1,-1.000000 1.000000 0,-3.000000 2.000000-1,-4.000000 2.000000-1,-3.000000 2.000000-1,-5.000000 3.000000-1,-2.000000 2.000000-4,-2.000000 5.000000-3,-4.000000 3.000000-4,-1.000000 5.000000-5,-2.000000 2.000000-5,2.000000 2.000000-6,1.000000 4.000000-7,1.000000 2.000000-7,3.000000 1.000000-1,1.000000 2.000000 5,4.000000 1.000000 5,2.000000 1.000000 4</inkml:trace>
</inkml:ink>
</file>

<file path=ppt/ink/ink10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4"/>
    </inkml:context>
    <inkml:brush xml:id="br0">
      <inkml:brushProperty name="width" value="0.0276978146284819" units="cm"/>
      <inkml:brushProperty name="height" value="0.0276978146284819" units="cm"/>
      <inkml:brushProperty name="color" value="#000000"/>
      <inkml:brushProperty name="ignorePressure" value="0"/>
    </inkml:brush>
  </inkml:definitions>
  <inkml:trace contextRef="#ctx0" brushRef="#br0">79100.000000 21480.000000 529,'8.000000'-16.000000'66,"-1.000000"9.000000"-1 ,-4.000000 9.000000-1,-2.000000 8.000000-2,-2.000000 9.000000-6,-3.000000 7.000000-10,-2.000000 8.000000-10,-2.000000 7.000000-10,-2.000000 5.000000-8,-1.000000 1.000000-3,2.000000 1.000000-5,-1.000000 2.000000-3,-1.000000-1.000000-9,2.000000-1.000000-9,-2.000000-1.000000-10,1.000000-2.000000-11,2.000000-4.000000-9,2.000000-9.000000-6,2.000000-9.000000-6,3.000000-8.000000-7,1.000000-6.000000 0,2.000000-1.000000 5,1.000000-1.000000 6,2.000000-1.000000 5</inkml:trace>
</inkml:ink>
</file>

<file path=ppt/ink/ink10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4"/>
    </inkml:context>
    <inkml:brush xml:id="br0">
      <inkml:brushProperty name="width" value="0.023760175332427" units="cm"/>
      <inkml:brushProperty name="height" value="0.023760175332427" units="cm"/>
      <inkml:brushProperty name="color" value="#000000"/>
      <inkml:brushProperty name="ignorePressure" value="0"/>
    </inkml:brush>
  </inkml:definitions>
  <inkml:trace contextRef="#ctx0" brushRef="#br0">79680.000000 21539.000000 617,'0.000000'-19.000000'6,"2.000000"-1.000000"10 ,1.000000 0.000000 11,1.000000 0.000000 10,1.000000-1.000000 5,-2.000000-1.000000-4,-1.000000-1.000000-2,-1.000000-2.000000-4,-1.000000 0.000000-3,0.000000 0.000000-3,0.000000 0.000000-4,0.000000 0.000000-3,-2.000000 2.000000-3,-4.000000 2.000000-4,-3.000000 2.000000-1,-5.000000 2.000000-3,-1.000000 4.000000-4,-2.000000 4.000000-2,-1.000000 3.000000-5,-1.000000 5.000000-2,-1.000000 4.000000-4,2.000000 9.000000-3,1.000000 6.000000-2,2.000000 8.000000-3,1.000000 7.000000-2,2.000000 4.000000 2,4.000000 6.000000 1,1.000000 5.000000 0,5.000000 2.000000 3,4.000000 0.000000 2,6.000000 0.000000 4,5.000000 0.000000 2,3.000000-2.000000 2,5.000000-1.000000 1,3.000000-4.000000 0,5.000000-1.000000 0,2.000000-4.000000 2,2.000000-4.000000 3,4.000000-3.000000 3,1.000000-5.000000 4,-1.000000-1.000000 0,-6.000000-2.000000 1,-7.000000-1.000000-2,-5.000000-1.000000 0,-7.000000-1.000000-1,-5.000000 2.000000-2,-4.000000 1.000000-1,-6.000000 1.000000-2,-5.000000 0.000000-2,-8.000000-3.000000-2,-8.000000-2.000000-4,-8.000000-2.000000-2,-3.000000-4.000000 0,0.000000-4.000000 0,1.000000-3.000000 1,-1.000000-4.000000 1,1.000000-5.000000 0,2.000000-4.000000 0,4.000000-6.000000-2,2.000000-5.000000 0,3.000000-3.000000 0,6.000000-5.000000 2,4.000000-3.000000 3,5.000000-4.000000 2,7.000000-2.000000 0,5.000000 0.000000 0,7.000000 0.000000-2,6.000000-1.000000-1,5.000000 1.000000-7,6.000000 0.000000-10,4.000000 1.000000-10,5.000000-1.000000-11,0.000000 2.000000-4,-6.000000 5.000000 3,-7.000000 6.000000 4,-5.000000 5.000000 3</inkml:trace>
</inkml:ink>
</file>

<file path=ppt/ink/ink10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39"/>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80360.000000 21519.000000 999,'-9.000000'9.000000'-86,"3.000000"-5.000000"22 ,2.000000-3.000000 22,2.000000-4.000000 21,3.000000-2.000000 12,1.000000 2.000000 3,1.000000 1.000000 1,2.000000 1.000000 2,-1.000000 1.000000 1,-1.000000-2.000000 1,-1.000000-1.000000 0,-1.000000-1.000000 0,-1.000000-1.000000 1,2.000000 2.000000 0,1.000000 1.000000-1,1.000000 2.000000 1,1.000000-1.000000 0,-2.000000-1.000000 0,-1.000000-1.000000 0,-1.000000-2.000000 0,-1.000000 1.000000 0,2.000000 1.000000 0,1.000000 1.000000 0,1.000000 2.000000 0,1.000000-1.000000 0,-2.000000-1.000000 0,-1.000000-1.000000 0,-1.000000-2.000000 0,-1.000000 1.000000 0,2.000000 1.000000 0,1.000000 1.000000 0,2.000000 2.000000 0,-1.000000-1.000000 0,-1.000000-1.000000 0,-1.000000-1.000000 0,-2.000000-1.000000 0,1.000000-2.000000 0,1.000000 1.000000 0,1.000000 1.000000 0,2.000000-1.000000 0</inkml:trace>
</inkml:ink>
</file>

<file path=ppt/ink/ink10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0"/>
    </inkml:context>
    <inkml:brush xml:id="br0">
      <inkml:brushProperty name="width" value="0.0205391775816679" units="cm"/>
      <inkml:brushProperty name="height" value="0.0205391775816679" units="cm"/>
      <inkml:brushProperty name="color" value="#000000"/>
      <inkml:brushProperty name="ignorePressure" value="0"/>
    </inkml:brush>
  </inkml:definitions>
  <inkml:trace contextRef="#ctx0" brushRef="#br0">80300.000000 21439.000000 714,'-19.000000'10.000000'-17,"5.000000"-2.000000"3 ,3.000000-1.000000 2,5.000000-2.000000 4,0.000000 0.000000 3,1.000000-2.000000 4,1.000000-1.000000 5,-1.000000-1.000000 4,0.000000-1.000000 3,2.000000 2.000000 3,1.000000 1.000000 1,1.000000 1.000000 2,3.000000 1.000000 3,2.000000-2.000000 3,2.000000-1.000000 3,2.000000-1.000000 4,4.000000-1.000000-1,4.000000 0.000000-2,3.000000 0.000000-4,5.000000 0.000000-2,2.000000-1.000000-3,5.000000-1.000000-3,3.000000-1.000000-3,4.000000-2.000000-3,2.000000 0.000000-2,0.000000 1.000000-2,1.000000-1.000000 0,-1.000000-1.000000-3,-2.000000 1.000000-1,-4.000000 1.000000-1,-3.000000-1.000000-3,-4.000000 0.000000-1,-4.000000 0.000000-3,-4.000000 2.000000-4,-3.000000 1.000000-5,-4.000000 1.000000-4,-5.000000 1.000000-7,-4.000000-2.000000-10,-6.000000-1.000000-9,-4.000000-1.000000-11,-3.000000-1.000000 0,-1.000000 2.000000 10,2.000000 1.000000 11,-1.000000 1.000000 9</inkml:trace>
</inkml:ink>
</file>

<file path=ppt/ink/ink10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0"/>
    </inkml:context>
    <inkml:brush xml:id="br0">
      <inkml:brushProperty name="width" value="0.0184277538210154" units="cm"/>
      <inkml:brushProperty name="height" value="0.0184277538210154" units="cm"/>
      <inkml:brushProperty name="color" value="#000000"/>
      <inkml:brushProperty name="ignorePressure" value="0"/>
    </inkml:brush>
  </inkml:definitions>
  <inkml:trace contextRef="#ctx0" brushRef="#br0">80519.000000 21260.000000 795,'1.000000'19.000000'69,"1.000000"2.000000"-17 ,1.000000-2.000000-16,2.000000 1.000000-16,-2.000000 4.000000-10,-4.000000 5.000000-3,-3.000000 7.000000-2,-5.000000 5.000000-3,-2.000000 6.000000-1,-2.000000 4.000000-1,-4.000000 3.000000 1,-1.000000 5.000000 0,-1.000000-1.000000-1,3.000000-4.000000 0,2.000000-3.000000 0,3.000000-5.000000-1,2.000000-4.000000-1,2.000000-6.000000 1,4.000000-7.000000 0,2.000000-6.000000 0,4.000000-5.000000 0,6.000000-5.000000-2,7.000000-6.000000-1,6.000000-4.000000-2,6.000000-7.000000-4,6.000000-5.000000-7,7.000000-7.000000-6,6.000000-5.000000-8,-1.000000-4.000000-2,-5.000000 2.000000 2,-7.000000 1.000000 1,-5.000000 1.000000 2,-6.000000 3.000000 1,-1.000000 2.000000 1,-4.000000 2.000000 1,-1.000000 3.000000 1</inkml:trace>
</inkml:ink>
</file>

<file path=ppt/ink/ink10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1"/>
    </inkml:context>
    <inkml:brush xml:id="br0">
      <inkml:brushProperty name="width" value="0.0208438560366631" units="cm"/>
      <inkml:brushProperty name="height" value="0.0208438560366631" units="cm"/>
      <inkml:brushProperty name="color" value="#000000"/>
      <inkml:brushProperty name="ignorePressure" value="0"/>
    </inkml:brush>
  </inkml:definitions>
  <inkml:trace contextRef="#ctx0" brushRef="#br0">80980.000000 21160.000000 703,'0.000000'-19.000000'-15,"2.000000"5.000000"8 ,1.000000 3.000000 8,1.000000 5.000000 8,2.000000 4.000000 8,-1.000000 6.000000 6,0.000000 7.000000 6,0.000000 5.000000 8,-1.000000 7.000000 0,-1.000000 4.000000-5,-1.000000 6.000000-6,-2.000000 5.000000-4,0.000000 5.000000-4,-2.000000 6.000000-3,-1.000000 7.000000-4,-1.000000 5.000000-2,-3.000000 4.000000-1,-2.000000 1.000000-2,-2.000000-2.000000 1,-3.000000 2.000000-2,0.000000-6.000000 0,1.000000-8.000000-4,1.000000-9.000000-1,1.000000-9.000000-3,5.000000-11.000000-8,5.000000-15.000000-13,7.000000-16.000000-13,6.000000-15.000000-13,3.000000-7.000000-3,2.000000 1.000000 8,1.000000-1.000000 7,2.000000 0.000000 8,-1.000000 1.000000 5,1.000000 2.000000 6,1.000000 4.000000 5,-1.000000 2.000000 4,-1.000000 1.000000 6,-1.000000 2.000000 6,-1.000000 1.000000 6,-1.000000 2.000000 6,-2.000000 1.000000 3,-1.000000 2.000000 0,-1.000000 4.000000 0,-1.000000 1.000000 1,-3.000000 5.000000 1,-1.000000 4.000000 1,-4.000000 6.000000 2,-2.000000 5.000000 2,-1.000000 3.000000-1,0.000000 5.000000 0,0.000000 3.000000-3,0.000000 5.000000 0,0.000000 0.000000-6,0.000000-1.000000-9,0.000000-1.000000-9,0.000000-1.000000-9,0.000000-3.000000-8,0.000000-1.000000-8,0.000000-4.000000-7,0.000000-2.000000-8,1.000000-2.000000-1,1.000000-3.000000 4,1.000000-2.000000 5,2.000000-2.000000 5</inkml:trace>
</inkml:ink>
</file>

<file path=ppt/ink/ink10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1"/>
    </inkml:context>
    <inkml:brush xml:id="br0">
      <inkml:brushProperty name="width" value="0.0198532212525606" units="cm"/>
      <inkml:brushProperty name="height" value="0.0198532212525606" units="cm"/>
      <inkml:brushProperty name="color" value="#000000"/>
      <inkml:brushProperty name="ignorePressure" value="0"/>
    </inkml:brush>
  </inkml:definitions>
  <inkml:trace contextRef="#ctx0" brushRef="#br0">81339.000000 21660.000000 738,'0.000000'-16.000000'36,"0.000000"9.000000"0 ,0.000000 9.000000-2,0.000000 9.000000 0,1.000000 4.000000-3,1.000000 2.000000-4,1.000000 1.000000-5,2.000000 1.000000-5,0.000000 1.000000-4,2.000000-2.000000-5,1.000000-1.000000-5,2.000000-2.000000-4,0.000000-1.000000-3,2.000000-3.000000-1,1.000000-2.000000-1,2.000000-2.000000-2,1.000000-4.000000 1,2.000000-2.000000-1,4.000000-2.000000 2,2.000000-2.000000-1,-1.000000-5.000000 1,-1.000000-4.000000 0,-4.000000-6.000000 1,-2.000000-5.000000 0,-2.000000-2.000000-1,-3.000000 0.000000 2,-2.000000 0.000000-1,-2.000000 0.000000 0,-4.000000 2.000000 1,-2.000000 2.000000 0,-2.000000 2.000000 0,-2.000000 2.000000 1,-4.000000 4.000000-3,-4.000000 4.000000-4,-3.000000 3.000000-5,-4.000000 5.000000-5,-2.000000 2.000000-3,-1.000000 3.000000-2,1.000000 2.000000-1,1.000000 3.000000-3,0.000000 0.000000 0,5.000000-1.000000 2,3.000000-1.000000 1,5.000000-1.000000 2</inkml:trace>
</inkml:ink>
</file>

<file path=ppt/ink/ink10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1"/>
    </inkml:context>
    <inkml:brush xml:id="br0">
      <inkml:brushProperty name="width" value="0.0197169873863459" units="cm"/>
      <inkml:brushProperty name="height" value="0.0197169873863459" units="cm"/>
      <inkml:brushProperty name="color" value="#000000"/>
      <inkml:brushProperty name="ignorePressure" value="0"/>
    </inkml:brush>
  </inkml:definitions>
  <inkml:trace contextRef="#ctx0" brushRef="#br0">81760.000000 21580.000000 743,'9.000000'-19.000000'27,"-1.000000"5.000000"-2 ,-1.000000 3.000000-1,-2.000000 5.000000 0,1.000000 5.000000-1,-1.000000 9.000000 0,0.000000 9.000000 1,0.000000 9.000000 0,-1.000000 3.000000-2,-1.000000-1.000000-5,-1.000000-1.000000-5,-2.000000-2.000000-5,1.000000 0.000000-3,1.000000 0.000000-3,1.000000 0.000000-4,2.000000 0.000000-3,0.000000-1.000000-3,-1.000000-3.000000-2,1.000000-2.000000-4,1.000000-3.000000-2,0.000000-2.000000-2,2.000000-5.000000-2,4.000000-3.000000-1,1.000000-4.000000-2,2.000000-4.000000-1,-2.000000-2.000000 2,-1.000000-2.000000 1,-2.000000-2.000000 0,1.000000-4.000000 2,-2.000000-1.000000 1,2.000000-4.000000 0,-1.000000-2.000000 1,-1.000000 0.000000 4,-1.000000 1.000000 9,-1.000000 1.000000 7,-1.000000 2.000000 8,-1.000000 1.000000 5,-1.000000 3.000000 2,2.000000 2.000000 1,-1.000000 3.000000 2,-1.000000 2.000000 0,-1.000000 5.000000 0,-1.000000 3.000000 0,-2.000000 4.000000 0,0.000000 3.000000-3,0.000000 1.000000-7,0.000000 1.000000-6,0.000000 1.000000-7,0.000000 1.000000-6,0.000000-2.000000-10,0.000000-1.000000-8,0.000000-2.000000-8,0.000000 0.000000-2,0.000000-2.000000 3,0.000000-1.000000 3,0.000000-1.000000 5</inkml:trace>
</inkml:ink>
</file>

<file path=ppt/ink/ink10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2"/>
    </inkml:context>
    <inkml:brush xml:id="br0">
      <inkml:brushProperty name="width" value="0.0201989039778709" units="cm"/>
      <inkml:brushProperty name="height" value="0.0201989039778709" units="cm"/>
      <inkml:brushProperty name="color" value="#000000"/>
      <inkml:brushProperty name="ignorePressure" value="0"/>
    </inkml:brush>
  </inkml:definitions>
  <inkml:trace contextRef="#ctx0" brushRef="#br0">82239.000000 21619.000000 726,'0.000000'-28.000000'13,"0.000000"4.000000"4 ,0.000000 3.000000 3,0.000000 5.000000 4,0.000000 1.000000 4,0.000000 2.000000 2,0.000000 1.000000 4,0.000000 2.000000 2,-1.000000 3.000000-3,-3.000000 6.000000-10,-2.000000 7.000000-10,-3.000000 5.000000-10,-1.000000 5.000000-8,1.000000 1.000000-4,-2.000000 1.000000-5,2.000000 2.000000-3,0.000000-1.000000-4,2.000000 2.000000-1,4.000000-2.000000-2,2.000000 1.000000-1,1.000000-1.000000 2,2.000000-2.000000 3,1.000000-4.000000 3,1.000000-1.000000 5,3.000000-2.000000 4,2.000000 2.000000 4,2.000000 1.000000 5,3.000000 2.000000 5,0.000000-2.000000 1,-1.000000-1.000000 0,-1.000000-4.000000-2,-1.000000-2.000000 0,-1.000000 0.000000 0,0.000000-1.000000 2,-1.000000 0.000000 1,2.000000 0.000000 2,-2.000000 0.000000 1,-1.000000 2.000000 0,-1.000000 1.000000 1,-1.000000 1.000000 0,-3.000000 2.000000-4,-4.000000-2.000000-8,-3.000000 2.000000-7,-5.000000-1.000000-9,0.000000-1.000000-5,1.000000-1.000000-1,1.000000-1.000000-2,1.000000-1.000000-1,1.000000-1.000000-3,1.000000-1.000000-1,-1.000000 2.000000-3,-1.000000-1.000000-2</inkml:trace>
</inkml:ink>
</file>

<file path=ppt/ink/ink10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2"/>
    </inkml:context>
    <inkml:brush xml:id="br0">
      <inkml:brushProperty name="width" value="0.0193710271269083" units="cm"/>
      <inkml:brushProperty name="height" value="0.0193710271269083" units="cm"/>
      <inkml:brushProperty name="color" value="#000000"/>
      <inkml:brushProperty name="ignorePressure" value="0"/>
    </inkml:brush>
  </inkml:definitions>
  <inkml:trace contextRef="#ctx0" brushRef="#br0">82760.000000 21560.000000 757,'-11.000000'-19.000000'104,"-1.000000"5.000000"-31 ,-1.000000 3.000000-30,-1.000000 5.000000-32,-2.000000 3.000000-15,-1.000000 5.000000-1,-1.000000 6.000000-1,-2.000000 5.000000-1,1.000000 3.000000-2,1.000000 2.000000-3,1.000000 4.000000-3,1.000000 2.000000-3,3.000000 1.000000-2,1.000000 0.000000-2,4.000000 0.000000-1,2.000000 0.000000-2,2.000000-2.000000 1,5.000000-4.000000 5,3.000000-3.000000 4,4.000000-4.000000 5,4.000000-4.000000 3,1.000000-2.000000 2,4.000000-2.000000 1,2.000000-2.000000 2,0.000000-5.000000 0,1.000000-5.000000-1,1.000000-4.000000-2,-1.000000-5.000000-1,-1.000000-3.000000 0,-1.000000-1.000000 0,-1.000000 2.000000 0,-1.000000-1.000000 0,-3.000000 0.000000 3,-1.000000 2.000000 2,-4.000000 1.000000 4,-2.000000 2.000000 3,0.000000 1.000000 4,-1.000000 3.000000 6,0.000000 2.000000 5,0.000000 2.000000 5,-1.000000 4.000000 3,-1.000000 4.000000-1,-1.000000 3.000000 0,-2.000000 5.000000-2,0.000000 3.000000 0,-2.000000 6.000000-2,-1.000000 4.000000-2,-1.000000 6.000000-2,-1.000000 0.000000-5,2.000000-2.000000-8,1.000000-2.000000-7,2.000000-2.000000-8,0.000000-3.000000-9,0.000000-1.000000-9,0.000000-1.000000-9,0.000000-1.000000-10</inkml:trace>
</inkml:ink>
</file>

<file path=ppt/ink/ink10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2"/>
    </inkml:context>
    <inkml:brush xml:id="br0">
      <inkml:brushProperty name="width" value="0.0216540209949017" units="cm"/>
      <inkml:brushProperty name="height" value="0.0216540209949017" units="cm"/>
      <inkml:brushProperty name="color" value="#000000"/>
      <inkml:brushProperty name="ignorePressure" value="0"/>
    </inkml:brush>
  </inkml:definitions>
  <inkml:trace contextRef="#ctx0" brushRef="#br0">82919.000000 21560.000000 677,'10.000000'-11.000000'2,"-2.000000"2.000000"4 ,-1.000000-2.000000 5,-1.000000 1.000000 4,-1.000000 1.000000 4,0.000000 1.000000 2,-1.000000 1.000000 4,1.000000 1.000000 3,0.000000 3.000000 1,-2.000000 4.000000-2,-1.000000 3.000000-2,-1.000000 5.000000-1,-1.000000 4.000000-3,0.000000 6.000000-2,0.000000 7.000000-2,0.000000 5.000000-4,-1.000000 4.000000-2,-1.000000-2.000000-4,-1.000000-1.000000-5,-2.000000-2.000000-2,0.000000-1.000000-7,1.000000-5.000000-8,-1.000000-3.000000-9,0.000000-4.000000-8,1.000000-6.000000-6,2.000000-5.000000-5,4.000000-7.000000-4,2.000000-6.000000-5,2.000000-5.000000 2,2.000000-6.000000 9,4.000000-4.000000 8,1.000000-6.000000 9,4.000000-1.000000 7,2.000000 1.000000 6,2.000000 1.000000 5,2.000000 2.000000 6,2.000000 1.000000 5,-2.000000 3.000000 2,-1.000000 2.000000 3,-1.000000 3.000000 2,-3.000000 3.000000 3,-2.000000 6.000000 0,-2.000000 4.000000 0,-3.000000 6.000000 2,-2.000000 5.000000-1,-5.000000 8.000000-1,-3.000000 8.000000-1,-4.000000 8.000000-1,-2.000000 3.000000-2,0.000000 0.000000 0,-1.000000-1.000000-2,2.000000 2.000000 0,-2.000000-3.000000-1,2.000000-1.000000-1,-2.000000-4.000000-2,1.000000-2.000000 0</inkml:trace>
</inkml:ink>
</file>

<file path=ppt/ink/ink11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3"/>
    </inkml:context>
    <inkml:brush xml:id="br0">
      <inkml:brushProperty name="width" value="0.0198520813137293" units="cm"/>
      <inkml:brushProperty name="height" value="0.0198520813137293" units="cm"/>
      <inkml:brushProperty name="color" value="#000000"/>
      <inkml:brushProperty name="ignorePressure" value="0"/>
    </inkml:brush>
  </inkml:definitions>
  <inkml:trace contextRef="#ctx0" brushRef="#br0">83739.000000 21480.000000 738,'0.000000'-29.000000'2,"0.000000"3.000000"5 ,0.000000 2.000000 3,0.000000 3.000000 5,-1.000000 2.000000 3,-5.000000 2.000000 3,-3.000000 4.000000 3,-4.000000 1.000000 3,-4.000000 4.000000-2,-1.000000 4.000000-5,-4.000000 3.000000-5,-1.000000 5.000000-5,-3.000000 5.000000-5,-1.000000 9.000000-7,-1.000000 9.000000-4,-2.000000 9.000000-7,2.000000 4.000000-1,4.000000 2.000000-1,3.000000 1.000000 2,5.000000 1.000000-1,2.000000 0.000000 2,5.000000-5.000000-1,3.000000-3.000000 0,5.000000-5.000000 0,2.000000-4.000000 4,5.000000-6.000000 5,3.000000-7.000000 5,5.000000-6.000000 7,2.000000-5.000000 3,2.000000-5.000000 0,4.000000-6.000000 1,2.000000-5.000000 0,1.000000-4.000000-3,0.000000-5.000000-5,0.000000-6.000000-7,0.000000-5.000000-6,-1.000000-3.000000-5,-1.000000-2.000000-4,-1.000000-4.000000-5,-1.000000-1.000000-5,-3.000000-2.000000-2,-1.000000-1.000000 1,-4.000000 2.000000 1,-1.000000-1.000000 1,-3.000000 1.000000 2,-1.000000 2.000000 6,-1.000000 4.000000 5,-2.000000 1.000000 5,1.000000 4.000000 3,-1.000000 2.000000 0,0.000000 2.000000 2,0.000000 3.000000 0,-1.000000 2.000000 3,-1.000000 5.000000 3,-1.000000 3.000000 2,-2.000000 5.000000 4,0.000000 3.000000 6,0.000000 5.000000 7,0.000000 6.000000 9,0.000000 5.000000 7,-1.000000 5.000000 3,-3.000000 8.000000-2,-2.000000 8.000000-2,-2.000000 8.000000-2,-2.000000 4.000000-3,2.000000 5.000000-3,1.000000 3.000000-3,1.000000 4.000000-4,1.000000 4.000000-2,1.000000 4.000000-2,-1.000000 3.000000-4,0.000000 4.000000-2,0.000000 0.000000-7,2.000000-5.000000-13,1.000000-6.000000-12,1.000000-4.000000-12,2.000000-8.000000-9,1.000000-10.000000-5,1.000000-10.000000-5,2.000000-10.000000-5</inkml:trace>
</inkml:ink>
</file>

<file path=ppt/ink/ink11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1:43"/>
    </inkml:context>
    <inkml:brush xml:id="br0">
      <inkml:brushProperty name="width" value="0.0181941017508507" units="cm"/>
      <inkml:brushProperty name="height" value="0.0181941017508507" units="cm"/>
      <inkml:brushProperty name="color" value="#000000"/>
      <inkml:brushProperty name="ignorePressure" value="0"/>
    </inkml:brush>
  </inkml:definitions>
  <inkml:trace contextRef="#ctx0" brushRef="#br0">84080.000000 21400.000000 806,'17.000000'-45.000000'-16,"-4.000000"9.000000"14 ,-6.000000 12.000000 13,-5.000000 9.000000 14,-3.000000 7.000000 6,-3.000000 5.000000 0,-2.000000 6.000000-2,-2.000000 5.000000 0,-3.000000 5.000000-5,-1.000000 6.000000-6,-1.000000 7.000000-8,-1.000000 5.000000-7,0.000000 5.000000-4,3.000000 1.000000-4,2.000000 1.000000-2,3.000000 1.000000-4,1.000000-1.000000-1,2.000000-6.000000-1,1.000000-4.000000-1,2.000000-6.000000-1,2.000000-2.000000 1,6.000000-2.000000-1,4.000000-1.000000 1,5.000000-1.000000 0,4.000000-3.000000 4,1.000000-1.000000 8,1.000000-4.000000 10,2.000000-1.000000 7,-2.000000-2.000000 4,-1.000000 0.000000-2,-4.000000-1.000000-2,-1.000000 1.000000-2,-4.000000 2.000000-4,-4.000000 2.000000-6,-3.000000 2.000000-7,-5.000000 3.000000-7,-2.000000 0.000000-8,-3.000000-1.000000-12,-2.000000-1.000000-11,-3.000000-1.000000-12</inkml:trace>
</inkml:ink>
</file>

<file path=ppt/ink/ink11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32:05"/>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74959.000000 16739.000000,'278.000000'0.000000,"0.000000"-1.000000,-1.000000 1.000000,0.000000-1.000000,1.000000 1.000000,0.000000-1.000000,-1.000000 1.000000,0.000000-1.000000,1.000000 1.000000,-1.000000-1.000000,1.000000 1.000000,0.000000-1.000000,-1.000000 1.000000,0.000000-1.000000,1.000000 1.000000,0.000000-1.000000,-1.000000 1.000000,0.000000-1.000000,1.000000 1.000000,-1.000000-1.000000,1.000000 1.000000,0.000000-1.000000,-1.000000 1.000000,0.000000-1.000000,1.000000 1.000000,0.000000-1.000000,-1.000000 1.000000,0.000000-1.000000,1.000000 1.000000,-1.000000-1.000000,1.000000 1.000000,0.000000-1.000000,-1.000000 1.000000,0.000000-1.000000,1.000000 1.000000,0.000000-1.000000,-1.000000 1.000000,0.000000-1.000000,1.000000 1.000000,-1.000000-1.000000</inkml:trace>
</inkml:ink>
</file>

<file path=ppt/ink/ink11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32:0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79319.000000 17719.000000,'157.000000'-5.000000,"0.000000"-1.000000,-1.000000 1.000000,1.000000-1.000000,-1.000000 1.000000,0.000000-1.000000,1.000000 1.000000,-1.000000-1.000000,1.000000 1.000000,-1.000000-1.000000,1.000000 1.000000,0.000000-1.000000,-1.000000 1.000000,1.000000-1.000000,-1.000000 1.000000,0.000000-1.000000,1.000000 1.000000,-1.000000-1.000000,1.000000 1.000000,0.000000-1.000000,-1.000000 1.000000,1.000000-1.000000,-1.000000 1.000000,1.000000-1.000000,-1.000000 1.000000,0.000000-1.000000,1.000000 1.000000,0.000000-1.000000,-1.000000 1.000000,1.000000-1.000000,-1.000000 1.000000,1.000000-1.000000,-1.000000 1.000000,1.000000-1.000000,-1.000000 1.000000,1.000000-1.000000,-1.000000 1.000000,1.000000-1.000000,-1.000000 1.000000,1.000000-1.000000</inkml:trace>
</inkml:ink>
</file>

<file path=ppt/ink/ink11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3"/>
    </inkml:context>
    <inkml:brush xml:id="br0">
      <inkml:brushProperty name="width" value="0.0231534987688065" units="cm"/>
      <inkml:brushProperty name="height" value="0.0231534987688065" units="cm"/>
      <inkml:brushProperty name="color" value="#000000"/>
      <inkml:brushProperty name="ignorePressure" value="0"/>
    </inkml:brush>
  </inkml:definitions>
  <inkml:trace contextRef="#ctx0" brushRef="#br0">86000.000000 20519.000000 633,'-9.000000'11.000000'92,"5.000000"1.000000"-22 ,3.000000 1.000000-21,4.000000 1.000000-21,3.000000 2.000000-12,-1.000000 1.000000-3,0.000000 1.000000-4,0.000000 1.000000-2,0.000000 3.000000-2,-1.000000 2.000000-1,2.000000 2.000000-1,-1.000000 2.000000 0,-1.000000 3.000000 0,-1.000000-1.000000 0,-1.000000 0.000000 0,-2.000000 0.000000 1,0.000000-1.000000-1,0.000000-1.000000-2,0.000000-1.000000-1,0.000000-2.000000-2,0.000000 0.000000 0,0.000000 0.000000 0,0.000000 0.000000 1,0.000000 0.000000-1,0.000000 0.000000 2,0.000000-2.000000 0,0.000000-1.000000 0,0.000000-1.000000 1,0.000000-2.000000 1,0.000000-1.000000-1,0.000000-1.000000 0,0.000000-1.000000-1,1.000000-1.000000 0,1.000000 2.000000 1,1.000000 1.000000 0,2.000000 2.000000 0,-1.000000-1.000000 1,-1.000000 1.000000-1,-1.000000 1.000000 1,-1.000000-1.000000-1,-1.000000-1.000000 1,0.000000-1.000000 0,0.000000-1.000000-1,0.000000-1.000000 1,0.000000-1.000000-1,0.000000 2.000000 1,0.000000 1.000000-1,0.000000 1.000000 0,0.000000 1.000000 0,2.000000 1.000000 1,1.000000-1.000000 1,1.000000 0.000000-1,1.000000-1.000000 1,-2.000000 1.000000-1,-1.000000 1.000000 0,-1.000000-1.000000-1,-1.000000 0.000000 0,0.000000 0.000000 0,0.000000-1.000000 0,0.000000 2.000000 0,0.000000-2.000000 0,2.000000-1.000000-1,1.000000-1.000000 1,1.000000-1.000000-1,1.000000-1.000000 0,-2.000000 0.000000 0,-1.000000 0.000000 1,-1.000000-1.000000 0,-1.000000 1.000000 0,0.000000-2.000000 0,0.000000-1.000000 0,0.000000-2.000000 1,0.000000 1.000000-1,0.000000-2.000000 0,0.000000 2.000000 1,0.000000-1.000000-1,1.000000-2.000000-14,3.000000-4.000000-25,2.000000-3.000000-27,2.000000-5.000000-26</inkml:trace>
</inkml:ink>
</file>

<file path=ppt/ink/ink11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4"/>
    </inkml:context>
    <inkml:brush xml:id="br0">
      <inkml:brushProperty name="width" value="0.0293268002569675" units="cm"/>
      <inkml:brushProperty name="height" value="0.0293268002569675" units="cm"/>
      <inkml:brushProperty name="color" value="#000000"/>
      <inkml:brushProperty name="ignorePressure" value="0"/>
    </inkml:brush>
  </inkml:definitions>
  <inkml:trace contextRef="#ctx0" brushRef="#br0">86039.000000 20319.000000 500,'-23.000000'0.000000'15,"12.000000"0.000000"6 ,12.000000 0.000000 7,12.000000 0.000000 6,9.000000 0.000000 0,2.000000 0.000000-5,2.000000 0.000000-7,2.000000 0.000000-5,4.000000 0.000000-4,2.000000 0.000000-3,2.000000 0.000000-2,3.000000 0.000000-3,1.000000 0.000000-2,2.000000 0.000000-1,1.000000 0.000000-1,2.000000 0.000000-1,0.000000 0.000000 0,2.000000-2.000000-1,1.000000-1.000000 0,1.000000-1.000000-1,1.000000-2.000000 0,-2.000000 2.000000 0,-1.000000-2.000000 0,-1.000000 1.000000 0,0.000000 0.000000 2,2.000000 1.000000 1,4.000000-1.000000 2,2.000000-1.000000 3,1.000000 1.000000 1,-1.000000 1.000000 0,2.000000-1.000000 1,-1.000000 0.000000 1,-2.000000-1.000000-1,-4.000000 1.000000 0,-3.000000 1.000000-1,-5.000000-1.000000-1,-1.000000 0.000000-1,1.000000 0.000000-2,-2.000000-1.000000-1,2.000000 2.000000-1,-1.000000-2.000000-2,0.000000-1.000000 0,0.000000-1.000000 0,-1.000000-1.000000-1,1.000000-1.000000 0,-2.000000 2.000000 0,-1.000000 1.000000 0,-2.000000 2.000000-1,1.000000 0.000000 0,-2.000000 2.000000 2,2.000000 1.000000 0,-1.000000 1.000000 2,-2.000000 1.000000 0,-2.000000 0.000000 0,-2.000000 0.000000 1,-2.000000 0.000000-1,-3.000000 0.000000 1,-1.000000 0.000000-1,-1.000000 0.000000 0,-2.000000 0.000000 1,0.000000 0.000000-2,1.000000 0.000000 1,-1.000000 0.000000-1,-1.000000 0.000000-1,1.000000 0.000000 1,-2.000000 0.000000 1,-1.000000 0.000000 0,-2.000000 0.000000 1,2.000000 0.000000 0,2.000000 0.000000 0,2.000000 0.000000 0,2.000000 0.000000-1,2.000000 0.000000 0,0.000000 0.000000-1,0.000000 0.000000 0,0.000000 0.000000-1,1.000000 0.000000 0,1.000000 0.000000 0,1.000000 0.000000 0,2.000000 0.000000 0,-1.000000 0.000000 1,-1.000000 0.000000 0,-1.000000 0.000000-1,-2.000000 0.000000 1,1.000000 0.000000 0,1.000000 0.000000 1,1.000000 0.000000 0,2.000000 0.000000 0,-2.000000 0.000000 1,-4.000000-2.000000 0,-3.000000-1.000000 0,-5.000000-1.000000-1,-1.000000-1.000000 1,-2.000000 2.000000 0,-1.000000 1.000000-1,-2.000000 1.000000 1,0.000000 3.000000-1,-2.000000 4.000000 0,-1.000000 3.000000 0,-2.000000 5.000000 0,0.000000 1.000000 1,-2.000000 2.000000 0,-1.000000 1.000000 3,-1.000000 1.000000 0,-1.000000 3.000000 1,0.000000 4.000000 0,0.000000 3.000000 0,0.000000 5.000000 0,0.000000 2.000000-1,0.000000 5.000000 0,0.000000 3.000000 0,0.000000 5.000000-2,0.000000 2.000000 0,0.000000 5.000000 0,0.000000 3.000000 0,0.000000 5.000000-1,0.000000 1.000000-1,0.000000 2.000000 0,0.000000 1.000000-2,0.000000 2.000000 0,0.000000-2.000000-1,0.000000-4.000000 1,0.000000-3.000000-1,0.000000-4.000000 1,0.000000-4.000000 1,0.000000-4.000000 0,0.000000-3.000000 3,0.000000-5.000000 0,0.000000-1.000000 2,0.000000-2.000000 0,0.000000-1.000000 0,0.000000-2.000000 1,0.000000 1.000000 0,0.000000 1.000000 0,0.000000 1.000000 0,0.000000 1.000000 0,0.000000 1.000000 0,0.000000-2.000000 1,0.000000-1.000000 0,0.000000-2.000000 1,0.000000 0.000000-1,0.000000-2.000000-1,0.000000-1.000000-2,0.000000-2.000000 0,0.000000-1.000000-2,0.000000-2.000000 0,0.000000-4.000000 0,0.000000-2.000000 0,-1.000000-1.000000-3,-1.000000-2.000000-1,-1.000000-1.000000-3,-2.000000-2.000000-3,1.000000 0.000000-1,1.000000-2.000000-1,1.000000-1.000000 0,2.000000-2.000000-1,-2.000000 0.000000-7,-1.000000-2.000000-14,-4.000000-1.000000-13,-2.000000-2.000000-13,0.000000 1.000000-6,1.000000-2.000000 2,1.000000 2.000000 2,2.000000-2.000000 3</inkml:trace>
</inkml:ink>
</file>

<file path=ppt/ink/ink11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5"/>
    </inkml:context>
    <inkml:brush xml:id="br0">
      <inkml:brushProperty name="width" value="0.0316288881003857" units="cm"/>
      <inkml:brushProperty name="height" value="0.0316288881003857" units="cm"/>
      <inkml:brushProperty name="color" value="#000000"/>
      <inkml:brushProperty name="ignorePressure" value="0"/>
    </inkml:brush>
  </inkml:definitions>
  <inkml:trace contextRef="#ctx0" brushRef="#br0">86219.000000 22100.000000 463,'-18.000000'8.000000'-2,"4.000000"-1.000000"6 ,3.000000-4.000000 6,4.000000-2.000000 5,4.000000-1.000000 4,4.000000 0.000000-1,3.000000 0.000000 1,5.000000 0.000000-1,4.000000-1.000000 0,6.000000-3.000000 0,7.000000-2.000000 1,5.000000-2.000000-1,5.000000-2.000000 0,1.000000-1.000000 1,1.000000 2.000000 1,1.000000-1.000000 0,5.000000-1.000000 0,7.000000 2.000000-2,8.000000-2.000000-2,7.000000 1.000000-1,8.000000 2.000000-2,5.000000 2.000000-3,7.000000 2.000000-1,5.000000 3.000000-3,4.000000 1.000000-1,-2.000000 0.000000 2,-1.000000 0.000000 0,-2.000000 0.000000 1,0.000000 0.000000 0,-2.000000 2.000000-1,-1.000000 1.000000-2,-2.000000 2.000000-1,0.000000-1.000000 0,-2.000000-1.000000 2,-1.000000-1.000000 2,-2.000000-2.000000 1,-2.000000 0.000000 1,-6.000000-2.000000-1,-4.000000-1.000000 0,-5.000000-1.000000 0,-5.000000-2.000000 0,-4.000000 2.000000-1,-3.000000-2.000000 0,-4.000000 1.000000-1,-4.000000 0.000000 0,-2.000000 1.000000 0,-2.000000-1.000000-2,-3.000000-1.000000 1,-3.000000 1.000000-2,-5.000000 1.000000-2,-6.000000-1.000000-1,-5.000000 0.000000-3,-5.000000 0.000000-9,-8.000000 2.000000-16,-8.000000 1.000000-17,-8.000000 1.000000-17,-2.000000 2.000000-8,1.000000 1.000000-2,1.000000 1.000000-1,1.000000 2.000000 0</inkml:trace>
</inkml:ink>
</file>

<file path=ppt/ink/ink11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5"/>
    </inkml:context>
    <inkml:brush xml:id="br0">
      <inkml:brushProperty name="width" value="0.0276964586228132" units="cm"/>
      <inkml:brushProperty name="height" value="0.0276964586228132" units="cm"/>
      <inkml:brushProperty name="color" value="#000000"/>
      <inkml:brushProperty name="ignorePressure" value="0"/>
    </inkml:brush>
  </inkml:definitions>
  <inkml:trace contextRef="#ctx0" brushRef="#br0">86939.000000 20880.000000 529,'-8.000000'18.000000'13,"4.000000"-4.000000"2 ,3.000000-3.000000 1,5.000000-4.000000 2,3.000000-3.000000 3,6.000000-1.000000 3,4.000000-1.000000 3,5.000000-2.000000 4,7.000000 0.000000-1,5.000000-2.000000-2,7.000000-1.000000-4,5.000000-1.000000-2,5.000000-3.000000-2,1.000000-2.000000 1,1.000000-2.000000 2,2.000000-3.000000 0,0.000000 0.000000 0,2.000000 1.000000-4,1.000000 1.000000-3,2.000000 1.000000-4,-1.000000 1.000000-2,-1.000000-2.000000-1,-1.000000-1.000000 0,-1.000000-2.000000-1,-5.000000 1.000000-2,-5.000000 1.000000-4,-7.000000 1.000000-3,-5.000000 1.000000-5,-13.000000 6.000000-13,-15.000000 8.000000-22,-17.000000 9.000000-23,-16.000000 8.000000-22,-5.000000 4.000000-4,5.000000-5.000000 15,4.000000-3.000000 15,5.000000-5.000000 15</inkml:trace>
</inkml:ink>
</file>

<file path=ppt/ink/ink11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6"/>
    </inkml:context>
    <inkml:brush xml:id="br0">
      <inkml:brushProperty name="width" value="0.0222585145384073" units="cm"/>
      <inkml:brushProperty name="height" value="0.0222585145384073" units="cm"/>
      <inkml:brushProperty name="color" value="#000000"/>
      <inkml:brushProperty name="ignorePressure" value="0"/>
    </inkml:brush>
  </inkml:definitions>
  <inkml:trace contextRef="#ctx0" brushRef="#br0">87360.000000 21280.000000 658,'48.000000'-1.000000'135,"-4.000000"-1.000000"-35 ,-3.000000-1.000000-35,-4.000000-2.000000-34,-3.000000 0.000000-22,-1.000000 1.000000-8,-1.000000-1.000000-7,-1.000000 0.000000-8,-3.000000 0.000000-6,-2.000000 2.000000-4,-2.000000 1.000000-4,-2.000000 1.000000-4</inkml:trace>
</inkml:ink>
</file>

<file path=ppt/ink/ink11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6"/>
    </inkml:context>
    <inkml:brush xml:id="br0">
      <inkml:brushProperty name="width" value="0.0245534889400005" units="cm"/>
      <inkml:brushProperty name="height" value="0.0245534889400005" units="cm"/>
      <inkml:brushProperty name="color" value="#000000"/>
      <inkml:brushProperty name="ignorePressure" value="0"/>
    </inkml:brush>
  </inkml:definitions>
  <inkml:trace contextRef="#ctx0" brushRef="#br0">87060.000000 21639.000000 597,'66.000000'-10.000000'102,"-5.000000"-2.000000"-22 ,-7.000000-1.000000-22,-6.000000-2.000000-21,-1.000000 1.000000-13,2.000000 1.000000-2,2.000000 1.000000-4,2.000000 1.000000-3,4.000000 2.000000-3,2.000000 1.000000-2,2.000000 1.000000-4,3.000000 2.000000-2,-1.000000 0.000000-1,-1.000000 2.000000 0,-4.000000 1.000000 1,-2.000000 2.000000 1,-6.000000 0.000000-6,-12.000000 0.000000-9,-11.000000 0.000000-11,-11.000000 0.000000-10,-7.000000 0.000000-11,2.000000 0.000000-12,-2.000000 0.000000-11,1.000000 0.000000-12</inkml:trace>
</inkml:ink>
</file>

<file path=ppt/ink/ink11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8"/>
    </inkml:context>
    <inkml:brush xml:id="br0">
      <inkml:brushProperty name="width" value="0.0280398912727833" units="cm"/>
      <inkml:brushProperty name="height" value="0.0280398912727833" units="cm"/>
      <inkml:brushProperty name="color" value="#000000"/>
      <inkml:brushProperty name="ignorePressure" value="0"/>
    </inkml:brush>
  </inkml:definitions>
  <inkml:trace contextRef="#ctx0" brushRef="#br0">90180.000000 20800.000000 523,'-7.000000'-10.000000'42,"6.000000"2.000000"1 ,7.000000 1.000000 1,5.000000 1.000000 0,6.000000 2.000000-2,4.000000 1.000000-5,3.000000 1.000000-5,5.000000 2.000000-4,1.000000 1.000000-3,2.000000 5.000000-3,1.000000 3.000000-2,2.000000 4.000000-3,-1.000000 4.000000-1,-1.000000 4.000000-3,-1.000000 3.000000-1,-2.000000 5.000000-3,-3.000000 4.000000-1,-8.000000 6.000000 0,-8.000000 7.000000-2,-7.000000 6.000000-1,-10.000000 5.000000-1,-8.000000 6.000000-5,-12.000000 4.000000-4,-9.000000 6.000000-3,-5.000000-2.000000-4,0.000000-7.000000-2,1.000000-8.000000-4,-1.000000-7.000000-3,1.000000-8.000000 0,5.000000-7.000000 3,3.000000-8.000000 2,5.000000-8.000000 2,6.000000-7.000000 6,12.000000-9.000000 7,11.000000-9.000000 8,11.000000-8.000000 8,8.000000-5.000000-1,4.000000 2.000000-10,3.000000 1.000000-10,5.000000 1.000000-10,0.000000 2.000000-9,-1.000000-2.000000-8,-1.000000 2.000000-10,-1.000000-1.000000-9,-3.000000 1.000000-2,-4.000000 2.000000 3,-3.000000 4.000000 5,-4.000000 1.000000 4</inkml:trace>
</inkml:ink>
</file>

<file path=ppt/ink/ink11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9"/>
    </inkml:context>
    <inkml:brush xml:id="br0">
      <inkml:brushProperty name="width" value="0.0259600821882486" units="cm"/>
      <inkml:brushProperty name="height" value="0.0259600821882486" units="cm"/>
      <inkml:brushProperty name="color" value="#000000"/>
      <inkml:brushProperty name="ignorePressure" value="0"/>
    </inkml:brush>
  </inkml:definitions>
  <inkml:trace contextRef="#ctx0" brushRef="#br0">91060.000000 21539.000000 564,'9.000000'19.000000'68,"-1.000000"-5.000000"-14 ,-1.000000-3.000000-14,-2.000000-5.000000-13,1.000000 0.000000-3,-1.000000 1.000000 7,0.000000 1.000000 8,0.000000 1.000000 9,0.000000 1.000000-3,2.000000-2.000000-13,1.000000-1.000000-12,1.000000-1.000000-12</inkml:trace>
</inkml:ink>
</file>

<file path=ppt/ink/ink11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9"/>
    </inkml:context>
    <inkml:brush xml:id="br0">
      <inkml:brushProperty name="width" value="0.0288731753826141" units="cm"/>
      <inkml:brushProperty name="height" value="0.0288731753826141" units="cm"/>
      <inkml:brushProperty name="color" value="#000000"/>
      <inkml:brushProperty name="ignorePressure" value="0"/>
    </inkml:brush>
  </inkml:definitions>
  <inkml:trace contextRef="#ctx0" brushRef="#br0">91760.000000 20760.000000 507,'-10.000000'-7.000000'37,"2.000000"9.000000"10 ,1.000000 6.000000 11,2.000000 9.000000 12,0.000000 4.000000-3,2.000000 3.000000-14,1.000000 2.000000-15,1.000000 3.000000-14,2.000000 1.000000-10,1.000000 2.000000-3,1.000000 1.000000-3,2.000000 2.000000-4,1.000000 0.000000-3,5.000000 2.000000-1,3.000000 1.000000-3,5.000000 2.000000-1,1.000000-1.000000-1,0.000000-1.000000 0,-1.000000-1.000000 1,2.000000-1.000000 1,-2.000000-3.000000 0,2.000000-1.000000 1,-2.000000-4.000000 1,1.000000-1.000000 1,0.000000-4.000000 0,-2.000000-1.000000 3,-1.000000-4.000000 0,-1.000000-1.000000 2,-3.000000-3.000000 2,-1.000000-1.000000-1,-4.000000-1.000000 1,-1.000000-1.000000 1,-5.000000-1.000000 0,-4.000000 0.000000 0,-6.000000-1.000000 0,-4.000000 2.000000 1,-7.000000-2.000000-1,-5.000000 2.000000-3,-7.000000-2.000000-1,-6.000000 1.000000-2,-6.000000-1.000000-11,-6.000000-3.000000-16,-7.000000-2.000000-18,-5.000000-2.000000-17,1.000000-2.000000-4,12.000000 0.000000 9,11.000000 0.000000 9,11.000000 0.000000 9,7.000000-2.000000 4,-1.000000-1.000000-4,0.000000-4.000000-1,0.000000-2.000000-3</inkml:trace>
</inkml:ink>
</file>

<file path=ppt/ink/ink11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19"/>
    </inkml:context>
    <inkml:brush xml:id="br0">
      <inkml:brushProperty name="width" value="0.0198942553251982" units="cm"/>
      <inkml:brushProperty name="height" value="0.0198942553251982" units="cm"/>
      <inkml:brushProperty name="color" value="#000000"/>
      <inkml:brushProperty name="ignorePressure" value="0"/>
    </inkml:brush>
  </inkml:definitions>
  <inkml:trace contextRef="#ctx0" brushRef="#br0">91539.000000 20800.000000 737,'86.000000'-20.000000'8,"-9.000000"2.000000"17 ,-9.000000 1.000000 17,-8.000000 2.000000 16,-4.000000 0.000000 0,2.000000 0.000000-17,4.000000 0.000000-17,1.000000-1.000000-17,-3.000000 3.000000-20,-12.000000 1.000000-21,-11.000000 4.000000-22,-12.000000 2.000000-21</inkml:trace>
</inkml:ink>
</file>

<file path=ppt/ink/ink11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0"/>
    </inkml:context>
    <inkml:brush xml:id="br0">
      <inkml:brushProperty name="width" value="0.031861949712038" units="cm"/>
      <inkml:brushProperty name="height" value="0.031861949712038" units="cm"/>
      <inkml:brushProperty name="color" value="#000000"/>
      <inkml:brushProperty name="ignorePressure" value="0"/>
    </inkml:brush>
  </inkml:definitions>
  <inkml:trace contextRef="#ctx0" brushRef="#br0">92680.000000 20700.000000 460,'58.000000'0.000000'162,"-2.000000"0.000000"-37 ,-2.000000 0.000000-37,-2.000000 0.000000-37,-2.000000 0.000000-21,2.000000 0.000000-5,1.000000 0.000000-5,2.000000 0.000000-6,-3.000000-1.000000-3,-4.000000-1.000000-4,-6.000000-1.000000-2,-5.000000-2.000000-4</inkml:trace>
</inkml:ink>
</file>

<file path=ppt/ink/ink11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0"/>
    </inkml:context>
    <inkml:brush xml:id="br0">
      <inkml:brushProperty name="width" value="0.0322361402213573" units="cm"/>
      <inkml:brushProperty name="height" value="0.0322361402213573" units="cm"/>
      <inkml:brushProperty name="color" value="#000000"/>
      <inkml:brushProperty name="ignorePressure" value="0"/>
    </inkml:brush>
  </inkml:definitions>
  <inkml:trace contextRef="#ctx0" brushRef="#br0">93060.000000 20800.000000 454,'-9.000000'19.000000'83,"3.000000"-1.000000"-14 ,2.000000-1.000000-15,2.000000-2.000000-13,2.000000 4.000000-9,-2.000000 7.000000-2,-1.000000 8.000000-3,-1.000000 7.000000-2,-1.000000 7.000000-3,0.000000 4.000000-1,-1.000000 6.000000-2,2.000000 5.000000-2,-2.000000 2.000000-1,-1.000000 2.000000-2,-1.000000 1.000000-1,-1.000000 2.000000-1,0.000000-2.000000-1,2.000000-2.000000 0,4.000000-2.000000-2,2.000000-3.000000 0,1.000000-4.000000-2,0.000000-6.000000-3,0.000000-7.000000-5,0.000000-5.000000-3,0.000000-8.000000-17,2.000000-5.000000-31,1.000000-7.000000-30,1.000000-6.000000-31</inkml:trace>
</inkml:ink>
</file>

<file path=ppt/ink/ink11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4"/>
    </inkml:context>
    <inkml:brush xml:id="br0">
      <inkml:brushProperty name="width" value="0.0219969265162945" units="cm"/>
      <inkml:brushProperty name="height" value="0.0219969265162945" units="cm"/>
      <inkml:brushProperty name="color" value="#000000"/>
      <inkml:brushProperty name="ignorePressure" value="0"/>
    </inkml:brush>
  </inkml:definitions>
  <inkml:trace contextRef="#ctx0" brushRef="#br0">77754.000000 30052.000000 666,'-11.000000'-23.000000'28,"3.000000"4.000000"1 ,4.000000 2.000000 1,2.000000 3.000000 3,1.000000 2.000000-1,-1.000000 0.000000-3,-2.000000 0.000000-2,-1.000000-1.000000-2,-2.000000 0.000000-3,-1.000000-1.000000-2,-2.000000-2.000000-3,-2.000000-2.000000-2,-1.000000 2.000000-3,-4.000000 5.000000-4,-3.000000 4.000000-3,-3.000000 5.000000-4,-4.000000 6.000000-3,-7.000000 7.000000-4,-5.000000 8.000000-5,-7.000000 8.000000-3,-1.000000 6.000000-2,2.000000 7.000000-2,4.000000 6.000000 0,3.000000 5.000000-1,6.000000 4.000000 1,9.000000-3.000000 4,10.000000-1.000000 3,8.000000-1.000000 3,11.000000-4.000000 3,12.000000-4.000000 2,13.000000-4.000000 2,12.000000-6.000000 3,6.000000-3.000000 2,2.000000-6.000000 1,2.000000-4.000000 1,1.000000-4.000000 1,-1.000000-3.000000 1,-5.000000 0.000000 0,-5.000000 0.000000 0,-4.000000 0.000000 0,-6.000000 1.000000 1,-8.000000-1.000000 1,-8.000000 0.000000 1,-7.000000 0.000000 0,-8.000000 3.000000 0,-7.000000 4.000000-1,-8.000000 4.000000-1,-7.000000 6.000000-1,-7.000000 1.000000-1,-4.000000 1.000000-2,-5.000000-1.000000-1,-5.000000 1.000000-2,1.000000-4.000000-5,4.000000-6.000000-7,5.000000-5.000000-10,4.000000-7.000000-7</inkml:trace>
</inkml:ink>
</file>

<file path=ppt/ink/ink11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4"/>
    </inkml:context>
    <inkml:brush xml:id="br0">
      <inkml:brushProperty name="width" value="0.0208397842943668" units="cm"/>
      <inkml:brushProperty name="height" value="0.0208397842943668" units="cm"/>
      <inkml:brushProperty name="color" value="#000000"/>
      <inkml:brushProperty name="ignorePressure" value="0"/>
    </inkml:brush>
  </inkml:definitions>
  <inkml:trace contextRef="#ctx0" brushRef="#br0">78241.000000 30199.000000 703,'45.000000'-58.000000'3,"-7.000000"9.000000"4 ,-9.000000 7.000000 5,-6.000000 8.000000 4,-8.000000 6.000000 5,-6.000000 7.000000 4,-6.000000 6.000000 4,-6.000000 6.000000 3,-7.000000 4.000000 1,-8.000000 3.000000-4,-7.000000 4.000000-2,-7.000000 3.000000-4,-5.000000 5.000000-5,0.000000 10.000000-5,1.000000 9.000000-6,-1.000000 9.000000-6,2.000000 6.000000-2,3.000000 4.000000-2,3.000000 2.000000-1,3.000000 3.000000-1,4.000000 1.000000-2,5.000000-4.000000-4,4.000000-3.000000-3,4.000000-3.000000-3,6.000000-5.000000-3,3.000000-8.000000 1,6.000000-7.000000 0,4.000000-8.000000 0,6.000000-8.000000 0,10.000000-7.000000 2,9.000000-8.000000 1,9.000000-7.000000 2,5.000000-7.000000 1,0.000000-4.000000 1,0.000000-5.000000 1,0.000000-4.000000 2,-4.000000-1.000000 1,-8.000000 3.000000 3,-7.000000 3.000000 2,-8.000000 3.000000 3,-6.000000 9.000000 2,-2.000000 16.000000 4,-3.000000 15.000000 3,-3.000000 15.000000 3,-3.000000 6.000000-3,-1.000000 0.000000-10,-2.000000-3.000000-10,-1.000000 0.000000-11,-1.000000-4.000000-4,0.000000-4.000000-2,0.000000-5.000000-1,0.000000-5.000000-1</inkml:trace>
</inkml:ink>
</file>

<file path=ppt/ink/ink11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5"/>
    </inkml:context>
    <inkml:brush xml:id="br0">
      <inkml:brushProperty name="width" value="0.0220617018640041" units="cm"/>
      <inkml:brushProperty name="height" value="0.0220617018640041" units="cm"/>
      <inkml:brushProperty name="color" value="#000000"/>
      <inkml:brushProperty name="ignorePressure" value="0"/>
    </inkml:brush>
  </inkml:definitions>
  <inkml:trace contextRef="#ctx0" brushRef="#br0">78778.000000 30125.000000 664,'11.000000'-22.000000'3,"-1.000000"5.000000"7 ,-1.000000 4.000000 5,-2.000000 4.000000 7,-1.000000 6.000000 2,0.000000 3.000000 1,0.000000 6.000000-1,0.000000 4.000000 1,-1.000000 6.000000-1,-1.000000 7.000000-2,-2.000000 9.000000-1,-1.000000 6.000000-1,-1.000000 5.000000-1,0.000000 0.000000 0,0.000000-1.000000 1,0.000000 1.000000 0,-1.000000-2.000000-4,-1.000000-3.000000-9,-2.000000-3.000000-10,-1.000000-2.000000-8,1.000000-11.000000-10,5.000000-14.000000-8,4.000000-16.000000-9,5.000000-14.000000-9,3.000000-11.000000 0,2.000000-5.000000 9,1.000000-4.000000 7,1.000000-4.000000 10,2.000000-1.000000 6,2.000000 6.000000 8,1.000000 3.000000 7,1.000000 5.000000 7,1.000000 5.000000 3,-2.000000 5.000000-1,-1.000000 4.000000-1,-2.000000 4.000000-1,-2.000000 5.000000 1,-4.000000 5.000000 2,-2.000000 4.000000 3,-3.000000 5.000000 3,-3.000000 5.000000 1,-1.000000 6.000000-2,-2.000000 7.000000 0,-1.000000 5.000000-1,-1.000000 3.000000-2,0.000000-2.000000-3,0.000000-1.000000-3,0.000000-2.000000-2,1.000000-5.000000-6,4.000000-7.000000-7,3.000000-7.000000-8,2.000000-9.000000-7,4.000000-6.000000-1,3.000000-6.000000 5,3.000000-6.000000 4,2.000000-7.000000 6,4.000000-2.000000 3,0.000000-1.000000 3,2.000000 1.000000 1,2.000000-1.000000 3,0.000000 4.000000 3,-2.000000 5.000000 3,-1.000000 7.000000 5,-2.000000 6.000000 4,-2.000000 6.000000 1,-3.000000 6.000000 0,-4.000000 6.000000-1,-2.000000 6.000000 0,-3.000000 7.000000-3,-1.000000 5.000000-2,-1.000000 7.000000-4,-2.000000 5.000000-2,1.000000 3.000000-6,5.000000-1.000000-10,5.000000-2.000000-10,4.000000-2.000000-9,0.000000-3.000000-7,-5.000000-7.000000-1,-4.000000-6.000000-2,-4.000000-5.000000-2</inkml:trace>
</inkml:ink>
</file>

<file path=ppt/ink/ink11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5"/>
    </inkml:context>
    <inkml:brush xml:id="br0">
      <inkml:brushProperty name="width" value="0.0211266037076712" units="cm"/>
      <inkml:brushProperty name="height" value="0.0211266037076712" units="cm"/>
      <inkml:brushProperty name="color" value="#000000"/>
      <inkml:brushProperty name="ignorePressure" value="0"/>
    </inkml:brush>
  </inkml:definitions>
  <inkml:trace contextRef="#ctx0" brushRef="#br0">79924.000000 30272.000000 694,'25.000000'-3.000000'100,"2.000000"-6.000000"-23 ,1.000000-7.000000-23,2.000000-5.000000-24,1.000000-5.000000-13,-1.000000-3.000000-5,1.000000-3.000000-3,-1.000000-3.000000-5,-2.000000-1.000000-2,-4.000000 2.000000-1,-5.000000 1.000000-3,-5.000000 2.000000 0,-4.000000 3.000000-3,-7.000000 4.000000-2,-6.000000 5.000000-3,-7.000000 5.000000-2,-4.000000 4.000000-1,-5.000000 7.000000 1,-5.000000 6.000000 0,-4.000000 7.000000 2,-1.000000 6.000000 1,3.000000 10.000000 2,3.000000 9.000000 2,3.000000 10.000000 2,4.000000 3.000000 1,5.000000-2.000000-1,4.000000-1.000000 0,5.000000-2.000000-1,4.000000-3.000000-2,5.000000-6.000000-6,4.000000-7.000000-5,5.000000-6.000000-5,3.000000-4.000000-6,-1.000000-3.000000-6,0.000000-3.000000-7,1.000000-4.000000-5</inkml:trace>
</inkml:ink>
</file>

<file path=ppt/ink/ink11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5"/>
    </inkml:context>
    <inkml:brush xml:id="br0">
      <inkml:brushProperty name="width" value="0.0253574326634407" units="cm"/>
      <inkml:brushProperty name="height" value="0.0253574326634407" units="cm"/>
      <inkml:brushProperty name="color" value="#000000"/>
      <inkml:brushProperty name="ignorePressure" value="0"/>
    </inkml:brush>
  </inkml:definitions>
  <inkml:trace contextRef="#ctx0" brushRef="#br0">78876.000000 29418.000000 578,'12.000000'-14.000000'2,"0.000000"-5.000000"18 ,0.000000-5.000000 17,0.000000-4.000000 17,1.000000-6.000000 5,2.000000-5.000000-8,1.000000-7.000000-10,1.000000-6.000000-9,2.000000-2.000000-6,-1.000000 1.000000-4,0.000000 2.000000-4,0.000000 2.000000-4,-1.000000 0.000000-3,-6.000000 0.000000-1,-4.000000 0.000000 0,-5.000000 1.000000-2,-3.000000-1.000000-3,-4.000000 0.000000-3,-3.000000 0.000000-6,-2.000000 1.000000-3,-3.000000 0.000000-4,1.000000 4.000000-4,0.000000 3.000000-2,0.000000 3.000000-3</inkml:trace>
</inkml:ink>
</file>

<file path=ppt/ink/ink11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6"/>
    </inkml:context>
    <inkml:brush xml:id="br0">
      <inkml:brushProperty name="width" value="0.0226182248443365" units="cm"/>
      <inkml:brushProperty name="height" value="0.0226182248443365" units="cm"/>
      <inkml:brushProperty name="color" value="#000000"/>
      <inkml:brushProperty name="ignorePressure" value="0"/>
    </inkml:brush>
  </inkml:definitions>
  <inkml:trace contextRef="#ctx0" brushRef="#br0">78949.000000 28345.000000 648,'-4.000000'-18.000000'120,"-8.000000"12.000000"-27 ,-7.000000 12.000000-26,-7.000000 12.000000-26,-6.000000 9.000000-19,0.000000 7.000000-14,-3.000000 6.000000-11,0.000000 5.000000-14,0.000000 1.000000-5,6.000000-6.000000 0,3.000000-7.000000-1,6.000000-5.000000 1,2.000000-5.000000-6,2.000000-4.000000-12,2.000000-2.000000-13,1.000000-3.000000-12</inkml:trace>
</inkml:ink>
</file>

<file path=ppt/ink/ink11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6"/>
    </inkml:context>
    <inkml:brush xml:id="br0">
      <inkml:brushProperty name="width" value="0.022175595164299" units="cm"/>
      <inkml:brushProperty name="height" value="0.022175595164299" units="cm"/>
      <inkml:brushProperty name="color" value="#000000"/>
      <inkml:brushProperty name="ignorePressure" value="0"/>
    </inkml:brush>
  </inkml:definitions>
  <inkml:trace contextRef="#ctx0" brushRef="#br0">78876.000000 28345.000000 661,'47.000000'-8.000000'65,"-3.000000"7.000000"-4 ,-3.000000 8.000000-5,-3.000000 7.000000-5,4.000000 8.000000-9,11.000000 8.000000-10,10.000000 7.000000-12,11.000000 8.000000-11,-1.000000 0.000000-7,-12.000000-7.000000-2,-12.000000-9.000000-4,-13.000000-6.000000-2,-6.000000-5.000000-13,-2.000000 0.000000-21,-1.000000 0.000000-22,-2.000000 1.000000-22</inkml:trace>
</inkml:ink>
</file>

<file path=ppt/ink/ink11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7"/>
    </inkml:context>
    <inkml:brush xml:id="br0">
      <inkml:brushProperty name="width" value="0.0226304214447737" units="cm"/>
      <inkml:brushProperty name="height" value="0.0226304214447737" units="cm"/>
      <inkml:brushProperty name="color" value="#000000"/>
      <inkml:brushProperty name="ignorePressure" value="0"/>
    </inkml:brush>
  </inkml:definitions>
  <inkml:trace contextRef="#ctx0" brushRef="#br0">78705.000000 39394.000000 648,'-24.000000'0.000000'89,"2.000000"0.000000"-14 ,2.000000 0.000000-14,0.000000 0.000000-14,0.000000 0.000000-12,-5.000000 0.000000-13,-5.000000 0.000000-12,-4.000000 0.000000-11,-7.000000 4.000000-8,-7.000000 10.000000-2,-7.000000 9.000000-3,-9.000000 9.000000-3,0.000000 7.000000-1,6.000000 4.000000 0,7.000000 5.000000 0,5.000000 5.000000-2,7.000000-1.000000 2,8.000000-4.000000 1,7.000000-4.000000 1,8.000000-5.000000 2,9.000000-5.000000 1,11.000000-4.000000 3,11.000000-5.000000 1,10.000000-5.000000 3,11.000000-4.000000 2,10.000000-4.000000 3,11.000000-5.000000 3,11.000000-5.000000 2,4.000000-1.000000 2,-4.000000 1.000000 2,-2.000000 2.000000 0,-4.000000 1.000000 2,-4.000000 1.000000-1,-6.000000 0.000000 0,-6.000000 0.000000-1,-7.000000 0.000000-1,-6.000000 3.000000 1,-8.000000 4.000000 4,-7.000000 4.000000 3,-8.000000 5.000000 4,-9.000000 4.000000 1,-11.000000 3.000000 1,-11.000000 3.000000 1,-10.000000 3.000000-1,-7.000000 0.000000-2,0.000000-3.000000-7,-3.000000-3.000000-6,-1.000000-3.000000-6,2.000000-4.000000-11,4.000000-7.000000-15,5.000000-6.000000-17,4.000000-6.000000-14,5.000000-4.000000-7,5.000000-1.000000 5,4.000000-2.000000 5,4.000000-1.000000 3</inkml:trace>
</inkml:ink>
</file>

<file path=ppt/ink/ink11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7"/>
    </inkml:context>
    <inkml:brush xml:id="br0">
      <inkml:brushProperty name="width" value="0.0218441225588322" units="cm"/>
      <inkml:brushProperty name="height" value="0.0218441225588322" units="cm"/>
      <inkml:brushProperty name="color" value="#000000"/>
      <inkml:brushProperty name="ignorePressure" value="0"/>
    </inkml:brush>
  </inkml:definitions>
  <inkml:trace contextRef="#ctx0" brushRef="#br0">79022.000000 39784.000000 671,'43.000000'-109.000000'5,"-13.000000"26.000000"10 ,-12.000000 26.000000 10,-12.000000 25.000000 11,-6.000000 16.000000 3,-3.000000 2.000000-2,0.000000 3.000000-2,-3.000000 4.000000-3,-2.000000 3.000000-3,-5.000000 4.000000-5,-5.000000 6.000000-5,-4.000000 4.000000-5,-1.000000 6.000000-4,4.000000 7.000000-4,2.000000 9.000000-4,3.000000 6.000000-3,3.000000 6.000000-5,1.000000 1.000000-3,1.000000 1.000000-3,3.000000 2.000000-4,0.000000-1.000000-1,2.000000-5.000000-1,2.000000-5.000000 1,1.000000-4.000000-1,4.000000-6.000000-1,3.000000-5.000000-2,6.000000-7.000000-3,4.000000-6.000000-2,4.000000-8.000000 1,3.000000-11.000000 3,3.000000-11.000000 3,2.000000-10.000000 3,3.000000-6.000000 5,-1.000000-2.000000 4,1.000000-2.000000 5,-1.000000 0.000000 5,-1.000000 2.000000 3,-6.000000 7.000000 2,-4.000000 9.000000 2,-4.000000 7.000000 2,-5.000000 8.000000 1,-2.000000 10.000000 1,-3.000000 8.000000 2,-4.000000 10.000000 1,0.000000 8.000000-1,1.000000 5.000000-3,2.000000 7.000000-3,1.000000 6.000000-2,1.000000 0.000000-9,1.000000-4.000000-11,-1.000000-5.000000-13,0.000000-4.000000-12,0.000000-5.000000-5,0.000000-7.000000 3,0.000000-6.000000 2,0.000000-6.000000 1</inkml:trace>
</inkml:ink>
</file>

<file path=ppt/ink/ink11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7"/>
    </inkml:context>
    <inkml:brush xml:id="br0">
      <inkml:brushProperty name="width" value="0.0226165857166052" units="cm"/>
      <inkml:brushProperty name="height" value="0.0226165857166052" units="cm"/>
      <inkml:brushProperty name="color" value="#000000"/>
      <inkml:brushProperty name="ignorePressure" value="0"/>
    </inkml:brush>
  </inkml:definitions>
  <inkml:trace contextRef="#ctx0" brushRef="#br0">79632.000000 39515.000000 648,'0.000000'-18.000000'67,"3.000000"12.000000"-10 ,1.000000 12.000000-12,1.000000 12.000000-10,0.000000 10.000000-8,-1.000000 5.000000-3,-2.000000 7.000000-3,-1.000000 6.000000-4,-1.000000 3.000000-1,0.000000 2.000000-3,0.000000 2.000000 0,0.000000 1.000000-3,0.000000-3.000000-3,0.000000-7.000000-10,0.000000-9.000000-7,0.000000-6.000000-9,2.000000-13.000000-9,5.000000-17.000000-10,5.000000-17.000000-10,4.000000-16.000000-10,2.000000-9.000000 0,0.000000-2.000000 9,0.000000-2.000000 11,1.000000-1.000000 10,0.000000 1.000000 9,1.000000 3.000000 9,3.000000 3.000000 8,0.000000 2.000000 9,2.000000 5.000000 6,-1.000000 4.000000 5,0.000000 5.000000 4,1.000000 5.000000 6,-3.000000 5.000000 1,-5.000000 8.000000-1,-4.000000 8.000000-1,-4.000000 7.000000-1,-4.000000 8.000000-2,-1.000000 5.000000-2,-2.000000 7.000000-4,-1.000000 5.000000-2,-1.000000 4.000000-4,0.000000-1.000000-5,0.000000 1.000000-3,0.000000-1.000000-5,-1.000000-1.000000-4,-1.000000-6.000000-6,-2.000000-3.000000-4,-1.000000-6.000000-5,0.000000-6.000000-3,4.000000-10.000000-1,2.000000-8.000000-1,4.000000-10.000000 0,2.000000-9.000000 0,4.000000-9.000000 2,3.000000-9.000000 3,2.000000-9.000000 2,4.000000-4.000000 1,0.000000 4.000000 0,2.000000 3.000000 0,2.000000 3.000000 0,0.000000 4.000000 5,1.000000 7.000000 13,-1.000000 5.000000 10,0.000000 7.000000 13,-2.000000 8.000000 4,-4.000000 10.000000 0,-5.000000 12.000000-2,-5.000000 10.000000-1,-2.000000 10.000000-3,-3.000000 9.000000-4,0.000000 9.000000-4,-2.000000 10.000000-5,-1.000000 2.000000-5,3.000000-3.000000-10,0.000000-2.000000-8,3.000000-4.000000-8,0.000000-5.000000-7,0.000000-8.000000-2,0.000000-7.000000-5,0.000000-8.000000-2</inkml:trace>
</inkml:ink>
</file>

<file path=ppt/ink/ink11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8"/>
    </inkml:context>
    <inkml:brush xml:id="br0">
      <inkml:brushProperty name="width" value="0.0207914058119059" units="cm"/>
      <inkml:brushProperty name="height" value="0.0207914058119059" units="cm"/>
      <inkml:brushProperty name="color" value="#000000"/>
      <inkml:brushProperty name="ignorePressure" value="0"/>
    </inkml:brush>
  </inkml:definitions>
  <inkml:trace contextRef="#ctx0" brushRef="#br0">80705.000000 39711.000000 705,'4.000000'20.000000'47,"7.000000"-7.000000"-4 ,8.000000-8.000000-5,8.000000-7.000000-4,2.000000-7.000000-6,0.000000-6.000000-7,-3.000000-7.000000-6,0.000000-5.000000-7,-3.000000-4.000000-4,-1.000000-2.000000-3,-1.000000-1.000000-2,-2.000000-2.000000-3,-2.000000-1.000000-1,-4.000000 1.000000-3,-2.000000-1.000000-1,-3.000000 1.000000-2,-5.000000 2.000000-2,-3.000000 7.000000 1,-6.000000 5.000000-1,-4.000000 7.000000 0,-3.000000 6.000000 3,-4.000000 6.000000 6,-3.000000 6.000000 6,-3.000000 6.000000 6,0.000000 7.000000 4,1.000000 8.000000-1,1.000000 7.000000 1,2.000000 8.000000 0,2.000000 5.000000 0,3.000000 3.000000 1,4.000000 3.000000 0,2.000000 4.000000 1,4.000000 0.000000 0,2.000000-1.000000-2,4.000000-2.000000-2,2.000000-2.000000-2,5.000000-4.000000-2,3.000000-8.000000-7,6.000000-7.000000-4,4.000000-8.000000-5,4.000000-6.000000-6,3.000000-7.000000-8,3.000000-6.000000-7,3.000000-6.000000-7,-1.000000-3.000000-1,-7.000000-1.000000 5,-6.000000 1.000000 4,-5.000000 0.000000 4,-4.000000-1.000000 2,0.000000-4.000000-3,0.000000-3.000000-2,0.000000-2.000000-3</inkml:trace>
</inkml:ink>
</file>

<file path=ppt/ink/ink11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8"/>
    </inkml:context>
    <inkml:brush xml:id="br0">
      <inkml:brushProperty name="width" value="0.0215388238430023" units="cm"/>
      <inkml:brushProperty name="height" value="0.0215388238430023" units="cm"/>
      <inkml:brushProperty name="color" value="#000000"/>
      <inkml:brushProperty name="ignorePressure" value="0"/>
    </inkml:brush>
  </inkml:definitions>
  <inkml:trace contextRef="#ctx0" brushRef="#br0">79924.000000 39003.000000 680,'2.000000'-28.000000'116,"2.000000"-8.000000"-29 ,4.000000-7.000000-27,3.000000-8.000000-29,1.000000-6.000000-16,0.000000-2.000000-7,0.000000-4.000000-5,0.000000-2.000000-7,0.000000-1.000000-3,-2.000000 1.000000 2,-2.000000 2.000000 0,-1.000000 1.000000 1,-1.000000 4.000000-1,0.000000 6.000000-2,0.000000 6.000000-2,0.000000 7.000000-3,-1.000000 6.000000 0,-3.000000 8.000000-2,-4.000000 7.000000-1,-3.000000 8.000000 0,-1.000000 7.000000-4,0.000000 6.000000-5,0.000000 6.000000-6,0.000000 7.000000-5,1.000000 1.000000-1,1.000000-1.000000 2,2.000000-1.000000 3,1.000000-2.000000 3,0.000000-2.000000 2,-1.000000-1.000000 3,-2.000000-2.000000 3,-1.000000-1.000000 3</inkml:trace>
</inkml:ink>
</file>

<file path=ppt/ink/ink11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8"/>
    </inkml:context>
    <inkml:brush xml:id="br0">
      <inkml:brushProperty name="width" value="0.0217524114996195" units="cm"/>
      <inkml:brushProperty name="height" value="0.0217524114996195" units="cm"/>
      <inkml:brushProperty name="color" value="#000000"/>
      <inkml:brushProperty name="ignorePressure" value="0"/>
    </inkml:brush>
  </inkml:definitions>
  <inkml:trace contextRef="#ctx0" brushRef="#br0">79997.000000 38150.000000 674,'-23.000000'1.000000'21,"1.000000"4.000000"16 ,1.000000 2.000000 15,2.000000 4.000000 16,1.000000 4.000000-2,0.000000 4.000000-19,-1.000000 4.000000-20,1.000000 5.000000-19,-2.000000 4.000000-15,-3.000000 0.000000-8,-3.000000 3.000000-8,-3.000000 1.000000-9,2.000000-3.000000-3,6.000000-5.000000 4,5.000000-7.000000 4,7.000000-6.000000 4,3.000000-3.000000-2,0.000000 1.000000-7,0.000000-1.000000-8,0.000000 0.000000-7</inkml:trace>
</inkml:ink>
</file>

<file path=ppt/ink/ink11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28"/>
    </inkml:context>
    <inkml:brush xml:id="br0">
      <inkml:brushProperty name="width" value="0.025244502350688" units="cm"/>
      <inkml:brushProperty name="height" value="0.025244502350688" units="cm"/>
      <inkml:brushProperty name="color" value="#000000"/>
      <inkml:brushProperty name="ignorePressure" value="0"/>
    </inkml:brush>
  </inkml:definitions>
  <inkml:trace contextRef="#ctx0" brushRef="#br0">79973.000000 38174.000000 580,'35.000000'11.000000'8,"-3.000000"-1.000000"14 ,-3.000000-1.000000 14,-3.000000-2.000000 15,0.000000 3.000000 5,3.000000 7.000000-4,3.000000 8.000000-3,3.000000 8.000000-4,3.000000 4.000000-6,3.000000-1.000000-9,3.000000 1.000000-10,4.000000-1.000000-8,-3.000000-1.000000-21,-5.000000-6.000000-30,-6.000000-3.000000-30,-7.000000-6.000000-30</inkml:trace>
</inkml:ink>
</file>

<file path=ppt/ink/ink11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0"/>
    </inkml:context>
    <inkml:brush xml:id="br0">
      <inkml:brushProperty name="width" value="0.0253195837140083" units="cm"/>
      <inkml:brushProperty name="height" value="0.0253195837140083" units="cm"/>
      <inkml:brushProperty name="color" value="#000000"/>
      <inkml:brushProperty name="ignorePressure" value="0"/>
    </inkml:brush>
  </inkml:definitions>
  <inkml:trace contextRef="#ctx0" brushRef="#br0">79802.000000 51003.000000 579,'-32.000000'-12.000000'3,"9.000000"0.000000"6 ,10.000000-1.000000 7,8.000000 1.000000 6,5.000000-2.000000 4,0.000000-2.000000 2,0.000000-4.000000 4,0.000000-3.000000 2,0.000000-3.000000 1,0.000000-3.000000-1,0.000000-3.000000-2,0.000000-3.000000 0,-1.000000 0.000000-2,-1.000000 3.000000-4,-2.000000 3.000000-4,-1.000000 3.000000-3,-3.000000 3.000000-5,-2.000000 0.000000-8,-4.000000 3.000000-6,-3.000000 1.000000-8,-3.000000 4.000000-4,-2.000000 5.000000-2,-4.000000 7.000000-2,-3.000000 6.000000-3,-2.000000 8.000000 0,1.000000 9.000000-2,-1.000000 9.000000 0,1.000000 9.000000 0,1.000000 6.000000-1,3.000000 3.000000 3,3.000000 4.000000 1,3.000000 2.000000 1,3.000000 0.000000 2,4.000000-2.000000 1,2.000000-4.000000 0,3.000000-3.000000 1,7.000000-3.000000 1,8.000000-3.000000 2,10.000000-2.000000 2,9.000000-4.000000 3,6.000000-4.000000 1,3.000000-5.000000 1,3.000000-4.000000 3,3.000000-4.000000 1,2.000000-3.000000 2,0.000000 0.000000 4,0.000000 0.000000 3,-1.000000 1.000000 3,-1.000000-1.000000 3,-3.000000 0.000000-1,-2.000000 0.000000 1,-4.000000 0.000000 1,-5.000000 2.000000-1,-6.000000 3.000000 0,-5.000000 3.000000-1,-7.000000 3.000000-1,-8.000000 2.000000 1,-11.000000 1.000000 1,-11.000000 3.000000 2,-10.000000 0.000000 1,-5.000000 1.000000-3,2.000000-2.000000-9,1.000000-1.000000-8,2.000000-2.000000-8,1.000000-4.000000-8,2.000000-5.000000-9,1.000000-7.000000-9,2.000000-6.000000-9,3.000000-5.000000-5,4.000000-2.000000 0,5.000000-4.000000-1,5.000000-2.000000-1</inkml:trace>
</inkml:ink>
</file>

<file path=ppt/ink/ink11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1"/>
    </inkml:context>
    <inkml:brush xml:id="br0">
      <inkml:brushProperty name="width" value="0.0193122960627079" units="cm"/>
      <inkml:brushProperty name="height" value="0.0193122960627079" units="cm"/>
      <inkml:brushProperty name="color" value="#000000"/>
      <inkml:brushProperty name="ignorePressure" value="0"/>
    </inkml:brush>
  </inkml:definitions>
  <inkml:trace contextRef="#ctx0" brushRef="#br0">80729.000000 51149.000000 759,'44.000000'-23.000000'17,"-12.000000"1.000000"1 ,-10.000000 1.000000 1,-10.000000 2.000000 1,-7.000000 1.000000 1,-1.000000-1.000000-1,-2.000000 1.000000 1,-1.000000 0.000000-1,-3.000000 0.000000-1,-5.000000 2.000000-2,-4.000000 2.000000-2,-5.000000 1.000000-3,-4.000000 3.000000-2,0.000000 5.000000-3,-2.000000 4.000000-3,-2.000000 5.000000-4,1.000000 6.000000-2,0.000000 7.000000-2,3.000000 8.000000-4,1.000000 8.000000-2,1.000000 5.000000-2,2.000000 3.000000-4,2.000000 3.000000-2,1.000000 4.000000-2,3.000000 0.000000-1,5.000000-2.000000 5,4.000000-1.000000 3,5.000000-1.000000 3,4.000000-5.000000 3,5.000000-8.000000 2,5.000000-8.000000 1,4.000000-7.000000 2,3.000000-6.000000 1,1.000000-7.000000-1,3.000000-6.000000 1,0.000000-7.000000-1,2.000000-5.000000 1,-1.000000-6.000000 1,1.000000-7.000000 0,-1.000000-5.000000 1,-1.000000-2.000000 1,-6.000000 3.000000 0,-4.000000 3.000000 1,-4.000000 3.000000 1,-5.000000 8.000000-2,-2.000000 11.000000-4,-3.000000 14.000000-4,-4.000000 11.000000-3,0.000000 6.000000-4,1.000000-2.000000-1,2.000000-2.000000-2,1.000000-1.000000-1,1.000000-1.000000-3,-3.000000-2.000000-3,0.000000-2.000000-3,-3.000000-1.000000-2</inkml:trace>
</inkml:ink>
</file>

<file path=ppt/ink/ink11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1"/>
    </inkml:context>
    <inkml:brush xml:id="br0">
      <inkml:brushProperty name="width" value="0.0199416615068913" units="cm"/>
      <inkml:brushProperty name="height" value="0.0199416615068913" units="cm"/>
      <inkml:brushProperty name="color" value="#000000"/>
      <inkml:brushProperty name="ignorePressure" value="0"/>
    </inkml:brush>
  </inkml:definitions>
  <inkml:trace contextRef="#ctx0" brushRef="#br0">81266.000000 51101.000000 735,'-11.000000'-7.000000'26,"3.000000"11.000000"3 ,4.000000 10.000000 1,2.000000 11.000000 2,2.000000 6.000000-3,0.000000 2.000000-9,0.000000 1.000000-8,0.000000 2.000000-9,0.000000 0.000000-4,0.000000-2.000000-2,0.000000-1.000000-1,0.000000-2.000000-1,1.000000-3.000000-4,1.000000-7.000000-5,2.000000-6.000000-7,2.000000-5.000000-5,0.000000-8.000000-2,3.000000-7.000000 1,1.000000-8.000000 1,1.000000-8.000000 2,4.000000-6.000000 2,4.000000-4.000000 4,4.000000-5.000000 5,6.000000-4.000000 3,2.000000-2.000000 4,2.000000 2.000000 5,1.000000 1.000000 3,2.000000 1.000000 5,-1.000000 4.000000 3,0.000000 4.000000 5,-2.000000 5.000000 4,-2.000000 5.000000 4,-2.000000 4.000000 2,-3.000000 4.000000-1,-3.000000 5.000000-2,-4.000000 5.000000-1,-2.000000 6.000000-1,-3.000000 7.000000 1,-3.000000 8.000000 1,-4.000000 8.000000 0,-2.000000 4.000000-1,-1.000000 2.000000-2,-1.000000 1.000000-2,-3.000000 2.000000-3,0.000000-2.000000-3,-3.000000-7.000000-5,-1.000000-6.000000-6,-1.000000-5.000000-4,0.000000-8.000000-10,1.000000-7.000000-14,2.000000-8.000000-13,1.000000-8.000000-15,2.000000-4.000000-2,4.000000-4.000000 11,3.000000-3.000000 11,2.000000-3.000000 11,2.000000 0.000000 8,1.000000 3.000000 6,-1.000000 3.000000 5,0.000000 3.000000 5,0.000000 4.000000 5,-3.000000 5.000000 0,0.000000 4.000000 3,-2.000000 5.000000 0,-1.000000 3.000000 0,0.000000 4.000000-4,0.000000 2.000000-5,0.000000 4.000000-3,0.000000 1.000000-4,0.000000 1.000000-4,0.000000-1.000000-3,0.000000 0.000000-4</inkml:trace>
</inkml:ink>
</file>

<file path=ppt/ink/ink11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1"/>
    </inkml:context>
    <inkml:brush xml:id="br0">
      <inkml:brushProperty name="width" value="0.0197110790759325" units="cm"/>
      <inkml:brushProperty name="height" value="0.0197110790759325" units="cm"/>
      <inkml:brushProperty name="color" value="#000000"/>
      <inkml:brushProperty name="ignorePressure" value="0"/>
    </inkml:brush>
  </inkml:definitions>
  <inkml:trace contextRef="#ctx0" brushRef="#br0">82193.000000 51247.000000 744,'13.000000'32.000000'1,"4.000000"-9.000000"7 ,3.000000-10.000000 4,3.000000-8.000000 6,4.000000-7.000000 4,7.000000-5.000000 0,5.000000-5.000000 2,7.000000-4.000000 1,4.000000-6.000000 0,1.000000-10.000000-2,1.000000-10.000000-2,2.000000-8.000000-1,-2.000000-5.000000-4,-6.000000-3.000000-5,-6.000000 0.000000-4,-7.000000-3.000000-6,-6.000000 4.000000-3,-8.000000 8.000000-1,-8.000000 7.000000 0,-7.000000 8.000000 0,-9.000000 8.000000-2,-11.000000 12.000000-1,-11.000000 10.000000-1,-10.000000 11.000000-1,-7.000000 10.000000-3,-1.000000 9.000000-1,-1.000000 9.000000-4,-2.000000 9.000000-1,2.000000 5.000000 1,6.000000-1.000000 3,7.000000 1.000000 4,5.000000 0.000000 5,8.000000-2.000000 1,7.000000-3.000000 1,8.000000-2.000000-1,7.000000-4.000000 0,10.000000-6.000000-1,12.000000-6.000000-1,13.000000-9.000000-2,12.000000-7.000000 0,3.000000-5.000000-1,-7.000000-4.000000-1,-5.000000-2.000000 1,-6.000000-4.000000 0,-6.000000-1.000000-5,-2.000000 0.000000-9,-3.000000 0.000000-8,-3.000000 0.000000-9</inkml:trace>
</inkml:ink>
</file>

<file path=ppt/ink/ink11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2"/>
    </inkml:context>
    <inkml:brush xml:id="br0">
      <inkml:brushProperty name="width" value="0.0217542815953493" units="cm"/>
      <inkml:brushProperty name="height" value="0.0217542815953493" units="cm"/>
      <inkml:brushProperty name="color" value="#000000"/>
      <inkml:brushProperty name="ignorePressure" value="0"/>
    </inkml:brush>
  </inkml:definitions>
  <inkml:trace contextRef="#ctx0" brushRef="#br0">80997.000000 50320.000000 674,'26.000000'-107.000000'74,"0.000000"4.000000"-15 ,3.000000 4.000000-15,0.000000 6.000000-14,-1.000000 1.000000-10,-4.000000 1.000000-2,-5.000000-1.000000-2,-4.000000 1.000000-3,-4.000000 4.000000-2,-1.000000 9.000000 0,-2.000000 10.000000-1,-1.000000 8.000000-1,-3.000000 8.000000-2,-5.000000 7.000000-4,-4.000000 5.000000-3,-5.000000 6.000000-5,-2.000000 7.000000-8,0.000000 6.000000-15,-1.000000 5.000000-14,1.000000 7.000000-14</inkml:trace>
</inkml:ink>
</file>

<file path=ppt/ink/ink11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2"/>
    </inkml:context>
    <inkml:brush xml:id="br0">
      <inkml:brushProperty name="width" value="0.0179813615977764" units="cm"/>
      <inkml:brushProperty name="height" value="0.0179813615977764" units="cm"/>
      <inkml:brushProperty name="color" value="#000000"/>
      <inkml:brushProperty name="ignorePressure" value="0"/>
    </inkml:brush>
  </inkml:definitions>
  <inkml:trace contextRef="#ctx0" brushRef="#br0">81144.000000 48905.000000 815,'-34.000000'-10.000000'-13,"7.000000"2.000000"12 ,5.000000 4.000000 12,7.000000 2.000000 12,1.000000 7.000000 5,-5.000000 8.000000 0,-5.000000 10.000000-1,-4.000000 9.000000 0,-4.000000 9.000000-4,-3.000000 10.000000-6,-3.000000 8.000000-7,-3.000000 10.000000-6,0.000000 2.000000-5,5.000000-5.000000-5,5.000000-4.000000-5,4.000000-5.000000-6,5.000000-8.000000-7,5.000000-10.000000-11,4.000000-11.000000-10,4.000000-10.000000-12</inkml:trace>
</inkml:ink>
</file>

<file path=ppt/ink/ink11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2"/>
    </inkml:context>
    <inkml:brush xml:id="br0">
      <inkml:brushProperty name="width" value="0.0220940131694078" units="cm"/>
      <inkml:brushProperty name="height" value="0.0220940131694078" units="cm"/>
      <inkml:brushProperty name="color" value="#000000"/>
      <inkml:brushProperty name="ignorePressure" value="0"/>
    </inkml:brush>
  </inkml:definitions>
  <inkml:trace contextRef="#ctx0" brushRef="#br0">81022.000000 48954.000000 663,'86.000000'50.000000'98,"2.000000"1.000000"-19 ,1.000000 1.000000-21,2.000000 3.000000-19,-2.000000 0.000000-14,-2.000000 2.000000-6,-3.000000 2.000000-6,-3.000000 1.000000-8,-9.000000-3.000000-15,-13.000000-10.000000-26,-14.000000-9.000000-26,-14.000000-9.000000-25</inkml:trace>
</inkml:ink>
</file>

<file path=ppt/ink/ink11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3"/>
    </inkml:context>
    <inkml:brush xml:id="br0">
      <inkml:brushProperty name="width" value="0.0223757289350033" units="cm"/>
      <inkml:brushProperty name="height" value="0.0223757289350033" units="cm"/>
      <inkml:brushProperty name="color" value="#000000"/>
      <inkml:brushProperty name="ignorePressure" value="0"/>
    </inkml:brush>
  </inkml:definitions>
  <inkml:trace contextRef="#ctx0" brushRef="#br0">80022.000000 62076.000000 655,'-56.000000'-57.000000'27,"11.000000"7.000000"0 ,11.000000 8.000000 1,10.000000 8.000000 0,5.000000 4.000000 0,-1.000000 2.000000-1,-2.000000 1.000000 0,-2.000000 2.000000-1,-1.000000 3.000000-2,-2.000000 5.000000-3,-1.000000 4.000000-4,-2.000000 4.000000-4,-2.000000 6.000000-4,-3.000000 6.000000-4,-3.000000 6.000000-4,-3.000000 7.000000-5,0.000000 4.000000-2,3.000000 5.000000-4,3.000000 5.000000-2,3.000000 4.000000-2,3.000000 5.000000-2,6.000000 5.000000 0,4.000000 4.000000-1,4.000000 4.000000 0,6.000000 1.000000 0,6.000000-5.000000 0,6.000000-5.000000 1,6.000000-4.000000 1,8.000000-4.000000 0,9.000000-6.000000 3,9.000000-4.000000 0,9.000000-4.000000 3,5.000000-5.000000 3,0.000000-5.000000 5,-1.000000-4.000000 6,1.000000-4.000000 5,-1.000000-3.000000 3,-4.000000 0.000000 0,-3.000000 0.000000 0,-3.000000 0.000000 1,-4.000000 1.000000-1,-4.000000 4.000000 1,-5.000000 2.000000 0,-4.000000 4.000000 0,-7.000000 5.000000 2,-7.000000 8.000000 1,-8.000000 7.000000 2,-7.000000 8.000000 1,-8.000000 3.000000 0,-8.000000 1.000000-1,-7.000000 0.000000-4,-8.000000-1.000000-1,-3.000000-3.000000-8,2.000000-7.000000-14,1.000000-9.000000-14,2.000000-7.000000-13,3.000000-5.000000-3,7.000000-4.000000 8,5.000000-2.000000 7,7.000000-3.000000 7,4.000000-3.000000-2,1.000000-1.000000-13,1.000000-2.000000-12,2.000000-2.000000-12</inkml:trace>
</inkml:ink>
</file>

<file path=ppt/ink/ink11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3"/>
    </inkml:context>
    <inkml:brush xml:id="br0">
      <inkml:brushProperty name="width" value="0.0202632527798414" units="cm"/>
      <inkml:brushProperty name="height" value="0.0202632527798414" units="cm"/>
      <inkml:brushProperty name="color" value="#000000"/>
      <inkml:brushProperty name="ignorePressure" value="0"/>
    </inkml:brush>
  </inkml:definitions>
  <inkml:trace contextRef="#ctx0" brushRef="#br0">80558.000000 61954.000000 723,'32.000000'-45.000000'3,"-9.000000"8.000000"6 ,-9.000000 7.000000 6,-9.000000 8.000000 6,-8.000000 5.000000 5,-7.000000 3.000000 4,-5.000000 4.000000 4,-6.000000 2.000000 5,-4.000000 3.000000-2,-2.000000 1.000000-9,-1.000000 2.000000-8,-2.000000 1.000000-10,1.000000 5.000000-5,3.000000 10.000000-7,3.000000 9.000000-4,4.000000 9.000000-5,2.000000 7.000000-3,3.000000 4.000000 0,3.000000 5.000000-1,4.000000 5.000000 0,3.000000-1.000000 0,5.000000-3.000000-2,4.000000-6.000000 0,5.000000-4.000000-1,5.000000-6.000000 0,7.000000-8.000000 1,5.000000-8.000000 2,6.000000-7.000000 1,3.000000-10.000000 2,-1.000000-12.000000 3,-3.000000-12.000000 2,0.000000-13.000000 3,-3.000000-6.000000 2,-3.000000-2.000000 1,-4.000000-2.000000 1,-2.000000-1.000000 1,-3.000000 2.000000 1,-3.000000 7.000000-2,-4.000000 5.000000-1,-2.000000 7.000000-1,-2.000000 7.000000 4,0.000000 9.000000 8,0.000000 10.000000 9,0.000000 8.000000 8,0.000000 11.000000 2,-2.000000 10.000000-4,-2.000000 11.000000-6,-1.000000 11.000000-4,-1.000000 2.000000-8,3.000000-4.000000-10,0.000000-4.000000-11,3.000000-6.000000-11,0.000000-4.000000-7,0.000000-7.000000-6,0.000000-5.000000-6,0.000000-7.000000-6</inkml:trace>
</inkml:ink>
</file>

<file path=ppt/ink/ink11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3"/>
    </inkml:context>
    <inkml:brush xml:id="br0">
      <inkml:brushProperty name="width" value="0.0215361751616001" units="cm"/>
      <inkml:brushProperty name="height" value="0.0215361751616001" units="cm"/>
      <inkml:brushProperty name="color" value="#000000"/>
      <inkml:brushProperty name="ignorePressure" value="0"/>
    </inkml:brush>
  </inkml:definitions>
  <inkml:trace contextRef="#ctx0" brushRef="#br0">81119.000000 61637.000000 681,'-10.000000'13.000000'23,"2.000000"1.000000"5 ,4.000000 2.000000 3,2.000000 2.000000 4,2.000000 2.000000 0,0.000000 3.000000-2,0.000000 2.000000-2,0.000000 4.000000-3,0.000000 4.000000-4,0.000000 5.000000-4,0.000000 3.000000-5,0.000000 6.000000-4,1.000000 2.000000-6,1.000000-1.000000-6,2.000000 1.000000-6,1.000000 0.000000-6,1.000000-3.000000-5,-3.000000-7.000000-3,0.000000-5.000000-3,-3.000000-7.000000-3,1.000000-8.000000-3,1.000000-10.000000 2,2.000000-11.000000 0,2.000000-11.000000 0,0.000000-11.000000 2,3.000000-10.000000 1,1.000000-11.000000 3,1.000000-11.000000 1,3.000000-4.000000 3,3.000000 1.000000 2,2.000000 2.000000 3,4.000000 1.000000 2,2.000000 5.000000 5,-1.000000 5.000000 6,1.000000 6.000000 8,-1.000000 7.000000 6,0.000000 5.000000 6,1.000000 7.000000 2,-1.000000 6.000000 3,0.000000 5.000000 2,-1.000000 10.000000 2,-3.000000 10.000000-1,-3.000000 10.000000-1,-3.000000 11.000000-1,-3.000000 8.000000-1,-1.000000 2.000000-1,-2.000000 3.000000-3,-1.000000 3.000000-1,-1.000000 0.000000-3,-3.000000-2.000000-3,0.000000-4.000000-5,-3.000000-3.000000-3,0.000000-10.000000-10,0.000000-16.000000-17,0.000000-18.000000-15,0.000000-16.000000-16,2.000000-10.000000-5,3.000000-3.000000 8,2.000000-3.000000 6,4.000000-3.000000 7,1.000000 0.000000 9,0.000000 2.000000 8,0.000000 4.000000 10,1.000000 3.000000 10,0.000000 6.000000 7,1.000000 7.000000 5,2.000000 7.000000 6,2.000000 8.000000 6,-1.000000 8.000000 4,-1.000000 8.000000 3,-1.000000 7.000000 3,-2.000000 7.000000 3,-2.000000 7.000000-1,-1.000000 5.000000-3,-2.000000 3.000000-4,-1.000000 6.000000-3,0.000000 0.000000-6,1.000000-3.000000-8,2.000000-2.000000-8,2.000000-4.000000-8,0.000000-4.000000-11,0.000000-4.000000-12,0.000000-5.000000-13,0.000000-5.000000-11</inkml:trace>
</inkml:ink>
</file>

<file path=ppt/ink/ink11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4"/>
    </inkml:context>
    <inkml:brush xml:id="br0">
      <inkml:brushProperty name="width" value="0.0201678927987814" units="cm"/>
      <inkml:brushProperty name="height" value="0.0201678927987814" units="cm"/>
      <inkml:brushProperty name="color" value="#000000"/>
      <inkml:brushProperty name="ignorePressure" value="0"/>
    </inkml:brush>
  </inkml:definitions>
  <inkml:trace contextRef="#ctx0" brushRef="#br0">82046.000000 61954.000000 727,'-10.000000'34.000000'2,"2.000000"-4.000000"5 ,3.000000-5.000000 5,4.000000-4.000000 4,3.000000-5.000000 3,5.000000-5.000000-2,4.000000-4.000000-1,5.000000-5.000000-1,5.000000-5.000000 0,4.000000-6.000000-1,5.000000-6.000000 1,4.000000-7.000000 0,4.000000-6.000000 0,3.000000-8.000000 0,4.000000-7.000000 0,2.000000-8.000000-1,1.000000-4.000000 0,-2.000000 0.000000-3,-1.000000 0.000000-1,-1.000000 0.000000-3,-6.000000 4.000000-2,-9.000000 5.000000-2,-9.000000 6.000000-2,-10.000000 7.000000-4,-7.000000 5.000000-1,-9.000000 7.000000-2,-7.000000 6.000000-1,-7.000000 6.000000-2,-8.000000 9.000000-2,-5.000000 15.000000-1,-7.000000 13.000000 0,-6.000000 14.000000-2,1.000000 7.000000 1,8.000000 3.000000 3,7.000000 0.000000 1,8.000000 2.000000 2,6.000000 1.000000 2,5.000000 0.000000 2,4.000000 0.000000 1,5.000000 0.000000 2,6.000000-4.000000-2,10.000000-8.000000-3,9.000000-7.000000-4,9.000000-8.000000-4,5.000000-6.000000-3,2.000000-7.000000-5,2.000000-6.000000-4,0.000000-6.000000-4,-2.000000-4.000000 1,-7.000000-4.000000 4,-9.000000-3.000000 5,-7.000000-2.000000 6,-4.000000-3.000000 0,-2.000000 1.000000-1,-2.000000 0.000000-2,-1.000000 0.000000-2</inkml:trace>
</inkml:ink>
</file>

<file path=ppt/ink/ink11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4"/>
    </inkml:context>
    <inkml:brush xml:id="br0">
      <inkml:brushProperty name="width" value="0.0253545995801687" units="cm"/>
      <inkml:brushProperty name="height" value="0.0253545995801687" units="cm"/>
      <inkml:brushProperty name="color" value="#000000"/>
      <inkml:brushProperty name="ignorePressure" value="0"/>
    </inkml:brush>
  </inkml:definitions>
  <inkml:trace contextRef="#ctx0" brushRef="#br0">81022.000000 61027.000000 578,'15.000000'44.000000'4,"6.000000"-12.000000"9 ,7.000000-10.000000 9,5.000000-10.000000 9,6.000000-12.000000 3,2.000000-12.000000-2,3.000000-13.000000-1,3.000000-11.000000-3,2.000000-10.000000-1,0.000000-6.000000-2,-1.000000-6.000000-3,1.000000-6.000000-1,-3.000000-5.000000-2,-6.000000-5.000000-3,-7.000000-5.000000-1,-5.000000-4.000000-2,-7.000000-1.000000-2,-6.000000 1.000000 2,-6.000000 1.000000 0,-6.000000 2.000000 0,-5.000000 2.000000-2,-5.000000 4.000000-5,-4.000000 2.000000-5,-5.000000 3.000000-4,-4.000000 5.000000-4,-3.000000 6.000000-2,-3.000000 7.000000-2,-3.000000 5.000000-1,0.000000 6.000000-2,0.000000 7.000000-1,3.000000 5.000000 0,0.000000 7.000000-2,3.000000 5.000000 0,1.000000 5.000000-3,1.000000 4.000000-2,2.000000 4.000000-2,2.000000 6.000000-3,4.000000 7.000000-3,2.000000 5.000000-2,3.000000 6.000000-4,3.000000 3.000000-1,1.000000-2.000000 1,2.000000-2.000000 0,1.000000 0.000000 1</inkml:trace>
</inkml:ink>
</file>

<file path=ppt/ink/ink11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4"/>
    </inkml:context>
    <inkml:brush xml:id="br0">
      <inkml:brushProperty name="width" value="0.0210067052394152" units="cm"/>
      <inkml:brushProperty name="height" value="0.0210067052394152" units="cm"/>
      <inkml:brushProperty name="color" value="#000000"/>
      <inkml:brushProperty name="ignorePressure" value="0"/>
    </inkml:brush>
  </inkml:definitions>
  <inkml:trace contextRef="#ctx0" brushRef="#br0">81436.000000 59637.000000 698,'-45.000000'11.000000'5,"8.000000"-1.000000"13 ,7.000000-1.000000 11,8.000000-2.000000 11,2.000000 2.000000 4,-5.000000 9.000000-5,-5.000000 7.000000-5,-4.000000 8.000000-4,-3.000000 9.000000-6,0.000000 10.000000-5,1.000000 12.000000-7,-1.000000 10.000000-7,3.000000 1.000000-3,4.000000-7.000000-1,5.000000-8.000000-3,4.000000-7.000000-1,5.000000-8.000000-12,2.000000-8.000000-22,3.000000-7.000000-22,4.000000-8.000000-22</inkml:trace>
</inkml:ink>
</file>

<file path=ppt/ink/ink11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34"/>
    </inkml:context>
    <inkml:brush xml:id="br0">
      <inkml:brushProperty name="width" value="0.0222642924636602" units="cm"/>
      <inkml:brushProperty name="height" value="0.0222642924636602" units="cm"/>
      <inkml:brushProperty name="color" value="#000000"/>
      <inkml:brushProperty name="ignorePressure" value="0"/>
    </inkml:brush>
  </inkml:definitions>
  <inkml:trace contextRef="#ctx0" brushRef="#br0">81241.000000 59783.000000 658,'38.000000'34.000000'6,"1.000000"-7.000000"10 ,1.000000-5.000000 11,2.000000-7.000000 10,3.000000-1.000000 7,4.000000 5.000000 3,5.000000 5.000000 3,5.000000 4.000000 1,0.000000 3.000000-8,-5.000000 2.000000-22,-4.000000 2.000000-22,-5.000000 0.000000-22,-7.000000 0.000000-16,-6.000000-6.000000-12,-9.000000-3.000000-13,-7.000000-6.000000-12</inkml:trace>
</inkml:ink>
</file>

<file path=ppt/ink/ink11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32:45"/>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1341.000000 46515.000000,'1382.000000'11.000000,"-1.000000"-1.000000,1.000000 0.000000,0.000000 1.000000,-1.000000-1.000000,1.000000 0.000000,0.000000 1.000000,-1.000000-1.000000,1.000000 1.000000,0.000000-1.000000,-1.000000 0.000000,1.000000 1.000000,0.000000-1.000000,-1.000000 0.000000,1.000000 1.000000,0.000000-1.000000,-1.000000 1.000000,1.000000-1.000000,0.000000 0.000000,-1.000000 1.000000,1.000000-1.000000,0.000000 0.000000,-1.000000 1.000000,1.000000-1.000000,0.000000 0.000000,-1.000000 1.000000,1.000000-1.000000,0.000000 1.000000,-1.000000-1.000000,1.000000 0.000000,0.000000 1.000000,-1.000000-1.000000,1.000000 0.000000,0.000000 1.000000,-1.000000-1.000000,1.000000 0.000000,0.000000 1.000000,-1.000000-1.000000,1.000000 1.000000,0.000000-1.000000</inkml:trace>
</inkml:ink>
</file>

<file path=ppt/ink/ink11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8"/>
    </inkml:context>
    <inkml:brush xml:id="br0">
      <inkml:brushProperty name="width" value="0.024357657879591" units="cm"/>
      <inkml:brushProperty name="height" value="0.024357657879591" units="cm"/>
      <inkml:brushProperty name="color" value="#000000"/>
      <inkml:brushProperty name="ignorePressure" value="0"/>
    </inkml:brush>
  </inkml:definitions>
  <inkml:trace contextRef="#ctx0" brushRef="#br0">4219.000000 47832.000000 602,'-21.000000'-37.000000'18,"5.000000"23.000000"13 ,7.000000 22.000000 12,6.000000 23.000000 11,2.000000 16.000000 1,-4.000000 7.000000-9,-3.000000 7.000000-9,-2.000000 9.000000-10,-5.000000 7.000000-6,-4.000000 7.000000-4,-4.000000 9.000000-4,-6.000000 6.000000-4,0.000000 4.000000-2,0.000000-4.000000-1,3.000000-3.000000 0,1.000000-3.000000-1,3.000000-10.000000-2,4.000000-17.000000-5,5.000000-16.000000-3,5.000000-18.000000-5,4.000000-11.000000-6,5.000000-8.000000-10,4.000000-8.000000-10,5.000000-7.000000-10,2.000000-5.000000-6,0.000000-1.000000-2,0.000000-2.000000-3,1.000000-2.000000-2</inkml:trace>
</inkml:ink>
</file>

<file path=ppt/ink/ink11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8"/>
    </inkml:context>
    <inkml:brush xml:id="br0">
      <inkml:brushProperty name="width" value="0.0250370986759663" units="cm"/>
      <inkml:brushProperty name="height" value="0.0250370986759663" units="cm"/>
      <inkml:brushProperty name="color" value="#000000"/>
      <inkml:brushProperty name="ignorePressure" value="0"/>
    </inkml:brush>
  </inkml:definitions>
  <inkml:trace contextRef="#ctx0" brushRef="#br0">4268.000000 48320.000000 585,'-20.000000'11.000000'6,"9.000000"-4.000000"13 ,10.000000-2.000000 12,8.000000-3.000000 12,9.000000-2.000000 4,5.000000 0.000000-2,6.000000 0.000000-4,7.000000 0.000000-3,4.000000-2.000000-3,3.000000-3.000000-4,3.000000-2.000000-3,4.000000-4.000000-4,0.000000-1.000000-6,-2.000000 0.000000-9,-1.000000 0.000000-11,-2.000000-1.000000-8,-1.000000 2.000000-7,-4.000000 1.000000-2,-3.000000 2.000000-3,-3.000000 1.000000-2,-4.000000 1.000000-2,-4.000000 3.000000 1,-5.000000 0.000000 1,-5.000000 3.000000 0,-2.000000-1.000000-4,-2.000000-1.000000-10,-2.000000-2.000000-11,-1.000000-2.000000-9</inkml:trace>
</inkml:ink>
</file>

<file path=ppt/ink/ink11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8"/>
    </inkml:context>
    <inkml:brush xml:id="br0">
      <inkml:brushProperty name="width" value="0.0253618098795414" units="cm"/>
      <inkml:brushProperty name="height" value="0.0253618098795414" units="cm"/>
      <inkml:brushProperty name="color" value="#000000"/>
      <inkml:brushProperty name="ignorePressure" value="0"/>
    </inkml:brush>
  </inkml:definitions>
  <inkml:trace contextRef="#ctx0" brushRef="#br0">4999.000000 47857.000000 578,'-22.000000'17.000000'107,"5.000000"8.000000"-20 ,4.000000 10.000000-19,4.000000 10.000000-20,3.000000 8.000000-12,-3.000000 10.000000-7,-1.000000 8.000000-7,-1.000000 10.000000-6,-1.000000 7.000000-7,2.000000 4.000000-10,2.000000 5.000000-8,1.000000 4.000000-9,3.000000-4.000000-9,2.000000-14.000000-12,4.000000-14.000000-11,2.000000-13.000000-12,3.000000-13.000000-2,1.000000-10.000000 5,2.000000-11.000000 6,2.000000-10.000000 6</inkml:trace>
</inkml:ink>
</file>

<file path=ppt/ink/ink11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8"/>
    </inkml:context>
    <inkml:brush xml:id="br0">
      <inkml:brushProperty name="width" value="0.0217135976999998" units="cm"/>
      <inkml:brushProperty name="height" value="0.0217135976999998" units="cm"/>
      <inkml:brushProperty name="color" value="#000000"/>
      <inkml:brushProperty name="ignorePressure" value="0"/>
    </inkml:brush>
  </inkml:definitions>
  <inkml:trace contextRef="#ctx0" brushRef="#br0">5219.000000 48491.000000 675,'12.000000'36.000000'94,"0.000000"-2.000000"-20 ,0.000000-1.000000-21,1.000000-2.000000-19,0.000000-1.000000-13,1.000000-2.000000-5,2.000000-1.000000-4,2.000000-2.000000-5,1.000000-3.000000-2,1.000000-5.000000-2,2.000000-4.000000-1,2.000000-4.000000 0,0.000000-8.000000-2,-2.000000-8.000000 1,-2.000000-10.000000-1,-1.000000-9.000000 0,-2.000000-6.000000 1,-3.000000-3.000000-2,-3.000000-3.000000 1,-4.000000-3.000000 0,-2.000000-1.000000-2,-4.000000 4.000000 0,-2.000000 3.000000-1,-4.000000 3.000000-2,-3.000000 4.000000-2,-5.000000 4.000000-5,-5.000000 5.000000-6,-4.000000 5.000000-4,-1.000000 4.000000-2,0.000000 5.000000-1,3.000000 4.000000 1,1.000000 5.000000-1,2.000000 2.000000-3,3.000000 0.000000-7,4.000000 0.000000-8,2.000000 0.000000-7</inkml:trace>
</inkml:ink>
</file>

<file path=ppt/ink/ink11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9"/>
    </inkml:context>
    <inkml:brush xml:id="br0">
      <inkml:brushProperty name="width" value="0.0244783870875835" units="cm"/>
      <inkml:brushProperty name="height" value="0.0244783870875835" units="cm"/>
      <inkml:brushProperty name="color" value="#000000"/>
      <inkml:brushProperty name="ignorePressure" value="0"/>
    </inkml:brush>
  </inkml:definitions>
  <inkml:trace contextRef="#ctx0" brushRef="#br0">5731.000000 48345.000000 599,'-29.000000'0.000000'39,"15.000000"0.000000"8 ,16.000000 0.000000 8,15.000000 0.000000 7,8.000000 0.000000-3,2.000000 0.000000-11,1.000000 0.000000-12,1.000000 0.000000-12,2.000000-1.000000-8,-1.000000-2.000000-6,1.000000 0.000000-5,-1.000000-3.000000-6,-1.000000 1.000000-8,-3.000000 1.000000-11,-3.000000 2.000000-11,-3.000000 1.000000-11,-3.000000 0.000000-1,-4.000000-1.000000 7,-2.000000-2.000000 7,-3.000000-1.000000 8</inkml:trace>
</inkml:ink>
</file>

<file path=ppt/ink/ink11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49"/>
    </inkml:context>
    <inkml:brush xml:id="br0">
      <inkml:brushProperty name="width" value="0.0273170731961727" units="cm"/>
      <inkml:brushProperty name="height" value="0.0273170731961727" units="cm"/>
      <inkml:brushProperty name="color" value="#000000"/>
      <inkml:brushProperty name="ignorePressure" value="0"/>
    </inkml:brush>
  </inkml:definitions>
  <inkml:trace contextRef="#ctx0" brushRef="#br0">6048.000000 48076.000000 536,'-22.000000'5.000000'97,"4.000000"9.000000"-18 ,6.000000 8.000000-17,3.000000 10.000000-18,2.000000 10.000000-12,-1.000000 11.000000-3,-2.000000 10.000000-4,-1.000000 11.000000-5,0.000000 5.000000-2,3.000000-2.000000-1,4.000000-2.000000-3,2.000000-1.000000 0,5.000000-6.000000-5,6.000000-11.000000-5,7.000000-11.000000-7,5.000000-10.000000-6,5.000000-9.000000-7,3.000000-8.000000-9,3.000000-8.000000-9,3.000000-7.000000-8,0.000000-4.000000-8,-3.000000-3.000000-7,-3.000000-1.000000-7,-3.000000-1.000000-7</inkml:trace>
</inkml:ink>
</file>

<file path=ppt/ink/ink11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2"/>
    </inkml:context>
    <inkml:brush xml:id="br0">
      <inkml:brushProperty name="width" value="0.0235730521380901" units="cm"/>
      <inkml:brushProperty name="height" value="0.0235730521380901" units="cm"/>
      <inkml:brushProperty name="color" value="#000000"/>
      <inkml:brushProperty name="ignorePressure" value="0"/>
    </inkml:brush>
  </inkml:definitions>
  <inkml:trace contextRef="#ctx0" brushRef="#br0">8292.000000 48027.000000 622,'12.000000'14.000000'80,"0.000000"3.000000"-17 ,1.000000 3.000000-18,-1.000000 3.000000-16,-1.000000 3.000000-10,-1.000000 3.000000-4,-2.000000 3.000000-1,-1.000000 3.000000-4,-1.000000 4.000000-2,-3.000000 7.000000-1,0.000000 6.000000 0,-2.000000 6.000000-3,-3.000000 3.000000 0,-3.000000 0.000000-2,-2.000000 0.000000-1,-4.000000 0.000000-2,-1.000000-4.000000 1,0.000000-8.000000 1,0.000000-7.000000 2,-1.000000-7.000000 1,1.000000-7.000000 2,0.000000-5.000000 0,0.000000-4.000000 2,0.000000-4.000000 0,2.000000-10.000000 1,4.000000-13.000000-1,6.000000-14.000000-1,3.000000-14.000000-1,6.000000-8.000000-2,4.000000-4.000000-3,4.000000-2.000000-5,5.000000-3.000000-4,5.000000-3.000000-1,4.000000-1.000000-3,5.000000-2.000000 0,5.000000-1.000000-2,3.000000 1.000000-4,3.000000 5.000000-8,3.000000 5.000000-7,4.000000 4.000000-9,-3.000000 6.000000-1,-8.000000 8.000000 4,-7.000000 7.000000 5,-8.000000 8.000000 4,-5.000000 5.000000 3,-3.000000 1.000000-2,-3.000000 1.000000 0,-4.000000 2.000000-1</inkml:trace>
</inkml:ink>
</file>

<file path=ppt/ink/ink11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2"/>
    </inkml:context>
    <inkml:brush xml:id="br0">
      <inkml:brushProperty name="width" value="0.020900709554553" units="cm"/>
      <inkml:brushProperty name="height" value="0.020900709554553" units="cm"/>
      <inkml:brushProperty name="color" value="#000000"/>
      <inkml:brushProperty name="ignorePressure" value="0"/>
    </inkml:brush>
  </inkml:definitions>
  <inkml:trace contextRef="#ctx0" brushRef="#br0">8999.000000 48613.000000 701,'15.000000'-15.000000'60,"4.000000"-4.000000"-15 ,4.000000-4.000000-14,6.000000-6.000000-13,2.000000-2.000000-9,2.000000-2.000000-2,1.000000-1.000000-3,2.000000-2.000000-3,-2.000000 0.000000-1,-4.000000-1.000000-2,-5.000000 1.000000-1,-4.000000-1.000000-2,-5.000000 3.000000 1,-5.000000 7.000000 2,-4.000000 6.000000 3,-5.000000 5.000000 3,-6.000000 5.000000 1,-7.000000 1.000000-1,-8.000000 2.000000 0,-8.000000 1.000000 0,-3.000000 5.000000-1,-1.000000 10.000000 0,1.000000 9.000000 1,-1.000000 9.000000 0,1.000000 5.000000 1,2.000000 2.000000 3,2.000000 1.000000 2,0.000000 2.000000 4,3.000000 2.000000 0,1.000000 3.000000 0,1.000000 3.000000-1,2.000000 3.000000 0,3.000000 2.000000-3,5.000000 0.000000-8,4.000000 0.000000-5,5.000000 0.000000-8,6.000000-3.000000-7,10.000000-4.000000-7,9.000000-5.000000-7,9.000000-4.000000-8,3.000000-5.000000-2,0.000000-7.000000 2,-2.000000-6.000000 3,-2.000000-6.000000 2,-1.000000-3.000000 2,-2.000000 0.000000 4,-2.000000 1.000000 1,0.000000-1.000000 4</inkml:trace>
</inkml:ink>
</file>

<file path=ppt/ink/ink11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2"/>
    </inkml:context>
    <inkml:brush xml:id="br0">
      <inkml:brushProperty name="width" value="0.0239528119564056" units="cm"/>
      <inkml:brushProperty name="height" value="0.0239528119564056" units="cm"/>
      <inkml:brushProperty name="color" value="#000000"/>
      <inkml:brushProperty name="ignorePressure" value="0"/>
    </inkml:brush>
  </inkml:definitions>
  <inkml:trace contextRef="#ctx0" brushRef="#br0">10024.000000 48393.000000 612,'-12.000000'-33.000000'-9,"2.000000"5.000000"7 ,2.000000 7.000000 7,1.000000 6.000000 6,1.000000 3.000000 6,0.000000 2.000000 7,0.000000 2.000000 6,0.000000 1.000000 7,0.000000 1.000000 1,-1.000000 0.000000-4,1.000000 0.000000-2,0.000000 0.000000-4,-1.000000 0.000000-4,-4.000000 3.000000-3,-3.000000 0.000000-5,-3.000000 3.000000-2,-1.000000 4.000000-4,0.000000 10.000000-3,0.000000 9.000000-2,-1.000000 9.000000-2,1.000000 6.000000-2,0.000000 3.000000-1,-1.000000 3.000000-1,1.000000 3.000000 0,1.000000 1.000000-2,4.000000-1.000000-2,2.000000-2.000000-1,3.000000-2.000000-3,5.000000-2.000000-2,3.000000-5.000000-4,6.000000-5.000000-4,4.000000-4.000000-4,5.000000-5.000000-2,6.000000-5.000000-3,7.000000-4.000000-2,5.000000-4.000000-2,4.000000-6.000000-1,-1.000000-6.000000 1,1.000000-7.000000 1,-1.000000-5.000000 0,0.000000-6.000000 3,-1.000000-7.000000 5,-3.000000-5.000000 3,0.000000-7.000000 5,-3.000000-2.000000 4,-4.000000 2.000000 3,-2.000000 1.000000 2,-3.000000 2.000000 3,-4.000000 2.000000 3,-4.000000 6.000000 5,-6.000000 3.000000 3,-3.000000 6.000000 5,-4.000000 7.000000 8,-1.000000 11.000000 12,-2.000000 10.000000 12,-1.000000 11.000000 13,-1.000000 8.000000 1,2.000000 4.000000-9,2.000000 5.000000-9,1.000000 4.000000-9,1.000000 1.000000-6,0.000000-6.000000-3,0.000000-3.000000-1,0.000000-6.000000-3,3.000000-4.000000-3,7.000000-4.000000-5,5.000000-5.000000-5,6.000000-5.000000-4,5.000000-6.000000-4,3.000000-10.000000-4,3.000000-9.000000-5,3.000000-8.000000-4,1.000000-9.000000-2,-2.000000-6.000000 3,-1.000000-5.000000 1,-2.000000-7.000000 2,-3.000000-2.000000 2,-4.000000 4.000000 2,-5.000000 3.000000 2,-4.000000 3.000000 2,-6.000000 5.000000 2,-6.000000 8.000000 0,-6.000000 7.000000 1,-6.000000 8.000000 0,-7.000000 5.000000-1,-5.000000 4.000000-5,-6.000000 2.000000-5,-7.000000 4.000000-4,-1.000000 4.000000-5,3.000000 6.000000-6,3.000000 6.000000-6,3.000000 6.000000-6,4.000000 2.000000-3,4.000000-3.000000 1,6.000000-3.000000 1,3.000000-3.000000 1</inkml:trace>
</inkml:ink>
</file>

<file path=ppt/ink/ink11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3"/>
    </inkml:context>
    <inkml:brush xml:id="br0">
      <inkml:brushProperty name="width" value="0.0208493638783693" units="cm"/>
      <inkml:brushProperty name="height" value="0.0208493638783693" units="cm"/>
      <inkml:brushProperty name="color" value="#000000"/>
      <inkml:brushProperty name="ignorePressure" value="0"/>
    </inkml:brush>
  </inkml:definitions>
  <inkml:trace contextRef="#ctx0" brushRef="#br0">10853.000000 48247.000000 703,'-21.000000'2.000000'84,"5.000000"5.000000"-16 ,7.000000 5.000000-17,6.000000 4.000000-17,4.000000 4.000000-10,1.000000 5.000000-7,2.000000 5.000000-6,1.000000 4.000000-5,1.000000 3.000000-4,-3.000000-1.000000-3,0.000000 1.000000-1,-2.000000 0.000000-2,-1.000000-3.000000 0,0.000000-4.000000-1,0.000000-5.000000 1,0.000000-5.000000 1,1.000000-6.000000-4,4.000000-9.000000-8,2.000000-10.000000-8,4.000000-9.000000-7,3.000000-7.000000-2,2.000000-6.000000 4,4.000000-7.000000 4,3.000000-6.000000 5,1.000000-1.000000 2,-2.000000 3.000000 3,-2.000000 3.000000 1,-1.000000 3.000000 3,0.000000 4.000000 1,-1.000000 4.000000 4,0.000000 5.000000 4,1.000000 5.000000 2,-3.000000 8.000000 6,-2.000000 12.000000 6,-3.000000 12.000000 8,-4.000000 13.000000 6,-1.000000 6.000000 1,-2.000000 2.000000-5,-2.000000 1.000000-5,-1.000000 2.000000-6,-1.000000-1.000000-3,0.000000-3.000000-4,0.000000-3.000000-2,0.000000-3.000000-2,3.000000-12.000000-7,6.000000-21.000000-10,6.000000-22.000000-10,6.000000-21.000000-9,4.000000-8.000000-1,-1.000000 6.000000 8,1.000000 6.000000 7,-1.000000 7.000000 9,0.000000 4.000000 5,-2.000000 3.000000 3,-2.000000 3.000000 3,-1.000000 3.000000 3,-1.000000 5.000000 3,-2.000000 6.000000 4,-2.000000 6.000000 2,-1.000000 6.000000 5,-3.000000 8.000000 0,-4.000000 8.000000 0,-6.000000 10.000000 0,-4.000000 9.000000 0,-1.000000 6.000000-4,1.000000 1.000000-4,2.000000 1.000000-6,1.000000 2.000000-5,1.000000-2.000000-6,0.000000-6.000000-9,0.000000-7.000000-7,0.000000-5.000000-8,1.000000-6.000000-2,1.000000-5.000000 1,2.000000-4.000000 3,1.000000-4.000000 1</inkml:trace>
</inkml:ink>
</file>

<file path=ppt/ink/ink11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3"/>
    </inkml:context>
    <inkml:brush xml:id="br0">
      <inkml:brushProperty name="width" value="0.0212301202118397" units="cm"/>
      <inkml:brushProperty name="height" value="0.0212301202118397" units="cm"/>
      <inkml:brushProperty name="color" value="#000000"/>
      <inkml:brushProperty name="ignorePressure" value="0"/>
    </inkml:brush>
  </inkml:definitions>
  <inkml:trace contextRef="#ctx0" brushRef="#br0">11877.000000 48198.000000 690,'-11.000000'25.000000'106,"1.000000"-1.000000"-25 ,2.000000 0.000000-25,1.000000 1.000000-24,1.000000 2.000000-16,-1.000000 7.000000-5,1.000000 5.000000-5,0.000000 7.000000-5,-1.000000 1.000000-2,-1.000000-2.000000-1,-2.000000-4.000000 0,-1.000000-3.000000 0,0.000000-5.000000-2,3.000000-5.000000-3,4.000000-7.000000-3,2.000000-6.000000-3,4.000000-6.000000-3,2.000000-8.000000-2,4.000000-8.000000-3,3.000000-8.000000-3,2.000000-7.000000-1,4.000000-8.000000 0,3.000000-7.000000 1,3.000000-8.000000-1,1.000000-2.000000 3,1.000000 3.000000 2,-1.000000 2.000000 5,0.000000 4.000000 2,1.000000 3.000000 4,-1.000000 3.000000 4,1.000000 3.000000 4,-1.000000 3.000000 4,-2.000000 10.000000 6,-4.000000 14.000000 8,-5.000000 16.000000 10,-5.000000 15.000000 9,-3.000000 7.000000 1,-4.000000 1.000000-4,-2.000000-1.000000-7,-4.000000 1.000000-4,-1.000000 0.000000-4,0.000000 2.000000-2,0.000000 2.000000-3,0.000000 1.000000-2,0.000000-7.000000-5,2.000000-16.000000-9,2.000000-14.000000-10,1.000000-16.000000-9,4.000000-11.000000-4,7.000000-7.000000 1,5.000000-9.000000 1,6.000000-7.000000 0,3.000000-3.000000 4,-2.000000 2.000000 6,-2.000000 1.000000 7,0.000000 1.000000 5,-1.000000 5.000000 5,1.000000 5.000000 1,2.000000 7.000000 1,2.000000 5.000000 2,-2.000000 7.000000 2,-4.000000 6.000000 1,-6.000000 6.000000 1,-3.000000 6.000000 1,-3.000000 7.000000 1,0.000000 7.000000-1,0.000000 9.000000-1,0.000000 6.000000-1,0.000000 6.000000-3,-3.000000 4.000000-7,0.000000 2.000000-6,-3.000000 3.000000-7,0.000000 0.000000-8,0.000000-6.000000-7,0.000000-3.000000-10,0.000000-5.000000-8,0.000000-5.000000-1,0.000000-5.000000 6,0.000000-4.000000 6,0.000000-4.000000 6</inkml:trace>
</inkml:ink>
</file>

<file path=ppt/ink/ink11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4"/>
    </inkml:context>
    <inkml:brush xml:id="br0">
      <inkml:brushProperty name="width" value="0.0214049499481916" units="cm"/>
      <inkml:brushProperty name="height" value="0.0214049499481916" units="cm"/>
      <inkml:brushProperty name="color" value="#000000"/>
      <inkml:brushProperty name="ignorePressure" value="0"/>
    </inkml:brush>
  </inkml:definitions>
  <inkml:trace contextRef="#ctx0" brushRef="#br0">12828.000000 48320.000000 685,'-11.000000'47.000000'110,"1.000000"-5.000000"-27 ,2.000000-5.000000-29,1.000000-4.000000-28,2.000000-4.000000-14,4.000000-3.000000-2,2.000000-4.000000-2,4.000000-2.000000-1,3.000000-4.000000-3,5.000000-4.000000-3,5.000000-5.000000-6,4.000000-5.000000-3,1.000000-4.000000-4,0.000000-5.000000-2,-3.000000-5.000000-1,-1.000000-4.000000-3,-1.000000-4.000000 1,-2.000000-2.000000 2,-2.000000-4.000000 4,-1.000000-3.000000 2,-2.000000-2.000000 2,-4.000000 1.000000 4,-2.000000-1.000000 2,-3.000000 1.000000 4,-4.000000 1.000000-1,-3.000000 3.000000-2,-2.000000 3.000000-2,-4.000000 3.000000-2,-2.000000 4.000000-5,-1.000000 5.000000-8,-2.000000 4.000000-7,-2.000000 5.000000-8,1.000000 2.000000-4,4.000000 3.000000 0,2.000000 0.000000-2,3.000000 3.000000 0</inkml:trace>
</inkml:ink>
</file>

<file path=ppt/ink/ink11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4"/>
    </inkml:context>
    <inkml:brush xml:id="br0">
      <inkml:brushProperty name="width" value="0.0230358056724072" units="cm"/>
      <inkml:brushProperty name="height" value="0.0230358056724072" units="cm"/>
      <inkml:brushProperty name="color" value="#000000"/>
      <inkml:brushProperty name="ignorePressure" value="0"/>
    </inkml:brush>
  </inkml:definitions>
  <inkml:trace contextRef="#ctx0" brushRef="#br0">13316.000000 48296.000000 636,'-22.000000'11.000000'53,"5.000000"-1.000000"-7 ,4.000000-2.000000-7,4.000000-1.000000-7,4.000000 2.000000-5,1.000000 7.000000 0,2.000000 5.000000-1,1.000000 6.000000 0,0.000000 6.000000-3,-1.000000 5.000000-3,-2.000000 4.000000-5,-1.000000 4.000000-3,0.000000 3.000000-4,1.000000 0.000000-2,1.000000-1.000000-3,3.000000 1.000000-3,0.000000-4.000000-3,0.000000-8.000000-5,0.000000-7.000000-5,0.000000-8.000000-6,1.000000-13.000000-4,4.000000-21.000000-5,2.000000-19.000000-6,4.000000-20.000000-6,2.000000-9.000000 2,1.000000 4.000000 7,3.000000 3.000000 8,0.000000 2.000000 7,1.000000 4.000000 7,1.000000 3.000000 4,-1.000000 3.000000 5,0.000000 3.000000 5,-1.000000 5.000000 3,-3.000000 8.000000-1,-4.000000 7.000000-1,-2.000000 8.000000 1,-3.000000 10.000000-1,-1.000000 9.000000 0,-2.000000 12.000000-1,-1.000000 10.000000 0,-1.000000 10.000000-2,0.000000 7.000000-6,0.000000 7.000000-4,0.000000 9.000000-6,0.000000-4.000000-5,0.000000-14.000000-9,0.000000-13.000000-8,0.000000-14.000000-7</inkml:trace>
</inkml:ink>
</file>

<file path=ppt/ink/ink11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4"/>
    </inkml:context>
    <inkml:brush xml:id="br0">
      <inkml:brushProperty name="width" value="0.0242420434951782" units="cm"/>
      <inkml:brushProperty name="height" value="0.0242420434951782" units="cm"/>
      <inkml:brushProperty name="color" value="#000000"/>
      <inkml:brushProperty name="ignorePressure" value="0"/>
    </inkml:brush>
  </inkml:definitions>
  <inkml:trace contextRef="#ctx0" brushRef="#br0">14243.000000 48296.000000 605,'-46.000000'-12.000000'25,"7.000000"2.000000"0 ,5.000000 2.000000 0,7.000000 1.000000-2,2.000000 3.000000 0,-2.000000 2.000000 1,-1.000000 4.000000 0,-2.000000 2.000000 1,-1.000000 6.000000-3,1.000000 8.000000-4,-1.000000 7.000000-6,1.000000 8.000000-4,2.000000 6.000000-4,4.000000 7.000000-1,5.000000 6.000000-2,5.000000 6.000000-1,3.000000 2.000000-2,3.000000-1.000000-1,4.000000-2.000000-2,2.000000-2.000000-2,6.000000-4.000000-1,7.000000-10.000000 0,9.000000-9.000000-2,6.000000-9.000000 0,5.000000-10.000000 0,2.000000-8.000000 3,2.000000-10.000000 2,0.000000-8.000000 2,2.000000-9.000000 1,0.000000-8.000000-1,-1.000000-7.000000-2,1.000000-8.000000-1,-3.000000-7.000000-4,-4.000000-3.000000-4,-5.000000-5.000000-5,-5.000000-5.000000-5,-2.000000-1.000000-2,-2.000000 1.000000-2,-2.000000 1.000000 0,-1.000000 3.000000-2,-2.000000 1.000000 2,-3.000000 1.000000 3,-4.000000 2.000000 5,-2.000000 1.000000 3,-2.000000 3.000000 3,0.000000 5.000000 3,0.000000 5.000000 4,0.000000 4.000000 2,0.000000 6.000000 5,0.000000 8.000000 6,0.000000 8.000000 7,0.000000 7.000000 5,-1.000000 4.000000 8,-1.000000 3.000000 6,-2.000000 0.000000 6,-1.000000 3.000000 8,-1.000000 6.000000 2,-1.000000 12.000000-2,1.000000 12.000000-2,0.000000 13.000000-2,0.000000 8.000000-3,0.000000 5.000000-3,0.000000 4.000000-3,0.000000 5.000000-2,0.000000 6.000000-8,0.000000 7.000000-12,0.000000 8.000000-11,-1.000000 8.000000-10,2.000000-5.000000-17,1.000000-16.000000-21,2.000000-18.000000-21,1.000000-16.000000-20</inkml:trace>
</inkml:ink>
</file>

<file path=ppt/ink/ink11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5"/>
    </inkml:context>
    <inkml:brush xml:id="br0">
      <inkml:brushProperty name="width" value="0.0242158733308315" units="cm"/>
      <inkml:brushProperty name="height" value="0.0242158733308315" units="cm"/>
      <inkml:brushProperty name="color" value="#000000"/>
      <inkml:brushProperty name="ignorePressure" value="0"/>
    </inkml:brush>
  </inkml:definitions>
  <inkml:trace contextRef="#ctx0" brushRef="#br0">17365.000000 48027.000000 605,'-1.000000'-22.000000'1,"-1.000000"5.000000"2 ,-2.000000 4.000000 3,-1.000000 4.000000 1,-2.000000 3.000000 3,-2.000000-3.000000 3,0.000000-1.000000 3,-3.000000-1.000000 3,-1.000000-1.000000 1,-1.000000 0.000000-2,-2.000000-1.000000 0,-2.000000 1.000000-3,-2.000000 0.000000 1,-3.000000 0.000000 0,-2.000000 0.000000 0,-4.000000-1.000000 2,-4.000000 3.000000-2,-5.000000 2.000000 0,-3.000000 3.000000-2,-6.000000 4.000000-1,-2.000000 2.000000-2,1.000000 1.000000-2,-1.000000 2.000000-2,0.000000 1.000000-2,2.000000 4.000000-1,2.000000 3.000000-1,4.000000 6.000000 1,3.000000 4.000000-1,3.000000 4.000000 0,3.000000 3.000000-2,3.000000 3.000000-1,3.000000 3.000000-3,3.000000 2.000000 1,1.000000-1.000000-1,1.000000 1.000000 1,2.000000-1.000000 0,3.000000 3.000000 1,4.000000 5.000000 1,6.000000 4.000000 0,3.000000 4.000000 2,3.000000 3.000000 1,0.000000 0.000000 1,0.000000 0.000000 1,0.000000 0.000000 1,2.000000-2.000000 1,2.000000-3.000000 1,4.000000-2.000000 2,3.000000-4.000000 1,2.000000-2.000000-1,1.000000-2.000000-2,2.000000-1.000000-2,2.000000-2.000000-3,2.000000-1.000000-2,5.000000-4.000000 0,5.000000-3.000000 0,4.000000-4.000000 0,5.000000-2.000000-4,5.000000-3.000000-6,4.000000-3.000000-5,4.000000-3.000000-6,9.000000-3.000000-6,9.000000-1.000000-8,12.000000-2.000000-8,10.000000-1.000000-7,-3.000000-2.000000-4,-19.000000-4.000000 2,-18.000000-2.000000 1,-19.000000-4.000000 2</inkml:trace>
</inkml:ink>
</file>

<file path=ppt/ink/ink11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8"/>
    </inkml:context>
    <inkml:brush xml:id="br0">
      <inkml:brushProperty name="width" value="0.0317345820367336" units="cm"/>
      <inkml:brushProperty name="height" value="0.0317345820367336" units="cm"/>
      <inkml:brushProperty name="color" value="#000000"/>
      <inkml:brushProperty name="ignorePressure" value="0"/>
    </inkml:brush>
  </inkml:definitions>
  <inkml:trace contextRef="#ctx0" brushRef="#br0">16999.000000 47784.000000 462,'-22.000000'-12.000000'-20,"4.000000"2.000000"6 ,5.000000 2.000000 5,5.000000 1.000000 6,6.000000 2.000000 7,7.000000 1.000000 11,8.000000 2.000000 11,8.000000 1.000000 9,5.000000 2.000000 4,3.000000 4.000000-5,3.000000 3.000000-4,3.000000 2.000000-4,1.000000 1.000000-3,1.000000-4.000000-3,-1.000000-2.000000-3,1.000000-3.000000-2,1.000000-2.000000-2,3.000000 0.000000 0,3.000000 0.000000-2,4.000000 0.000000-1,0.000000 0.000000-2,1.000000 0.000000-2,0.000000 0.000000-4,0.000000 0.000000-3,1.000000 0.000000-1,3.000000 0.000000 0,4.000000 0.000000 0,2.000000 0.000000 0,2.000000 0.000000-1,0.000000 0.000000 2,0.000000 0.000000-1,0.000000 0.000000 1,0.000000 0.000000 0,0.000000 0.000000 0,0.000000 0.000000 0,0.000000 0.000000 1,-4.000000 0.000000 0,-7.000000 0.000000 2,-8.000000 0.000000 0,-8.000000 0.000000 1,-2.000000-1.000000 0,3.000000-1.000000 0,3.000000-2.000000-1,3.000000-2.000000 0,1.000000 1.000000-1,-1.000000 1.000000 1,-2.000000 2.000000 0,-2.000000 1.000000 1,1.000000 1.000000-1,3.000000 0.000000 1,3.000000 0.000000-1,4.000000 0.000000 1,3.000000 1.000000-1,4.000000 1.000000 0,6.000000 2.000000 0,3.000000 1.000000 0,3.000000 1.000000 0,-3.000000-2.000000-1,0.000000-2.000000 2,-3.000000-1.000000-1,0.000000-1.000000 0,-3.000000 0.000000 1,-1.000000 0.000000 0,-1.000000 0.000000 0,-3.000000-1.000000 0,-5.000000-1.000000-1,-5.000000-2.000000-1,-4.000000-2.000000-1,1.000000 1.000000-1,5.000000 1.000000-2,7.000000 2.000000 0,6.000000 1.000000-2,5.000000 1.000000 0,2.000000 0.000000 1,4.000000 0.000000 1,2.000000 0.000000 2,0.000000 0.000000 0,-4.000000 0.000000-1,-6.000000 0.000000 0,-3.000000 0.000000 0,-5.000000 0.000000 0,-3.000000 0.000000 0,-3.000000 0.000000 1,-2.000000 0.000000-1,-2.000000-1.000000 2,2.000000-1.000000 1,2.000000-2.000000 2,1.000000-1.000000 1,3.000000-2.000000 2,4.000000-1.000000-2,5.000000-2.000000 0,5.000000-2.000000 0,3.000000 1.000000-2,1.000000 1.000000 1,2.000000 2.000000-1,2.000000 1.000000 0,-2.000000 1.000000 0,-2.000000 3.000000-1,-3.000000 0.000000 1,-4.000000 3.000000 0,1.000000 0.000000 0,2.000000 0.000000 0,4.000000 0.000000-1,2.000000 0.000000 0,6.000000-1.000000 1,8.000000-1.000000 0,7.000000-2.000000 0,8.000000-2.000000 2,1.000000 0.000000 0,-7.000000 0.000000 0,-5.000000 0.000000 0,-7.000000 0.000000 0,-2.000000 0.000000 0,1.000000 0.000000-1,2.000000 0.000000 1,2.000000 0.000000-2,3.000000 0.000000 1,4.000000 2.000000-1,5.000000 2.000000-1,4.000000 1.000000-1,0.000000 1.000000 0,-4.000000 0.000000 0,-4.000000 0.000000 0,-6.000000 0.000000-1,-3.000000 0.000000 0,-3.000000 0.000000 2,-3.000000 0.000000 2,-4.000000 0.000000 2,2.000000 0.000000 0,7.000000 0.000000-1,5.000000 0.000000 0,7.000000 0.000000 0,-2.000000 0.000000-1,-6.000000-3.000000-2,-9.000000 0.000000-1,-7.000000-3.000000-2,-6.000000 1.000000 0,-2.000000 1.000000-1,-4.000000 2.000000 0,-2.000000 1.000000 0,-2.000000 1.000000 0,0.000000 0.000000 1,-1.000000 0.000000 3,1.000000 0.000000 1,0.000000 0.000000 0,0.000000 0.000000 0,0.000000 0.000000-1,0.000000 0.000000 0,0.000000 0.000000 0,0.000000 0.000000-1,0.000000 0.000000-1,-1.000000 0.000000 0,-1.000000 1.000000 1,-5.000000 1.000000-1,-5.000000 2.000000 1,-4.000000 1.000000 1,-3.000000 1.000000-1,-2.000000 0.000000 0,-1.000000 1.000000-1,-2.000000-1.000000-1,-1.000000 0.000000 1,-2.000000 0.000000-1,-1.000000 0.000000 0,-2.000000 0.000000 1,0.000000 0.000000 0,-1.000000 0.000000 0,0.000000 0.000000-1,1.000000 0.000000 1,0.000000 1.000000 0,2.000000-1.000000 0,1.000000 0.000000 1,2.000000 0.000000-1,1.000000-1.000000 1,2.000000-1.000000-1,1.000000-2.000000 0,2.000000-1.000000 0,-1.000000 0.000000 0,0.000000 1.000000 1,-2.000000 2.000000-1,-2.000000 1.000000 1,-1.000000 1.000000 0,1.000000-3.000000-1,-1.000000 0.000000 0,1.000000-3.000000 0,-1.000000 1.000000 1,1.000000 1.000000-1,-1.000000 2.000000 1,1.000000 2.000000 0,-2.000000 0.000000 0,-3.000000 0.000000 0,-4.000000 0.000000 0,-2.000000 0.000000-1,-1.000000-1.000000 1,-1.000000-1.000000 0,0.000000-2.000000-1,0.000000-1.000000 0,0.000000 0.000000 0,-2.000000 1.000000-2,-2.000000 2.000000-1,-1.000000 1.000000-1,0.000000 2.000000-1,-1.000000 2.000000 0,0.000000 1.000000 1,0.000000 1.000000 1,1.000000 1.000000 0,2.000000 0.000000 1,1.000000 1.000000 2,1.000000-1.000000-1,0.000000 0.000000 2,-3.000000 0.000000-1,-4.000000 0.000000 1,-2.000000 1.000000-1,-1.000000-2.000000 1,1.000000-1.000000 0,2.000000-2.000000 0,1.000000-1.000000 0,2.000000 0.000000 0,-1.000000 1.000000 0,0.000000 2.000000 0,0.000000 2.000000 0,0.000000 0.000000-1,1.000000 0.000000 0,-1.000000 0.000000-1,0.000000 0.000000 0,1.000000 1.000000 1,1.000000 2.000000 0,3.000000 1.000000 2,0.000000 1.000000 0,1.000000 2.000000 1,1.000000 2.000000 0,-1.000000 1.000000 1,0.000000 2.000000 1,-1.000000-1.000000-1,-3.000000-4.000000 0,-4.000000-2.000000-2,-2.000000-3.000000-1,-1.000000-1.000000-1,1.000000 1.000000 1,2.000000 2.000000-1,2.000000 2.000000 0,-1.000000-1.000000 0,-1.000000-1.000000 2,-2.000000-1.000000-1,-1.000000-2.000000 2,-1.000000-1.000000 0,0.000000 0.000000 2,0.000000 0.000000 1,1.000000 1.000000 2,-2.000000 0.000000 0,-1.000000 1.000000-1,-2.000000 2.000000-1,-1.000000 2.000000 0,-1.000000 0.000000-2,0.000000 0.000000 1,0.000000 1.000000-1,0.000000-1.000000 0,0.000000 0.000000-1,0.000000 0.000000-1,0.000000 1.000000-1,0.000000-1.000000-1,0.000000 0.000000 0,0.000000 1.000000-1,0.000000-1.000000 1,0.000000 0.000000 0,-1.000000 0.000000-1,-1.000000-2.000000 1,-2.000000-2.000000 0,-1.000000-1.000000 0,-2.000000 1.000000-1,1.000000 3.000000 0,0.000000 2.000000 0,0.000000 4.000000-1,0.000000 1.000000 1,0.000000-2.000000-1,0.000000-1.000000 2,0.000000-2.000000-1,0.000000-2.000000 1,0.000000-1.000000 0,-1.000000-1.000000 0,1.000000-2.000000 0,0.000000 0.000000 0,0.000000 1.000000 0,0.000000 2.000000 1,0.000000 2.000000 1,-2.000000 1.000000-1,-2.000000 1.000000 1,-4.000000 2.000000 1,-3.000000 2.000000-1,0.000000-2.000000 1,1.000000-4.000000 0,1.000000-5.000000 0,2.000000-5.000000 1,1.000000-1.000000-1,0.000000 1.000000 1,0.000000 2.000000-1,-1.000000 2.000000 0,1.000000-1.000000 0,0.000000-1.000000 0,0.000000-2.000000 1,0.000000-1.000000 0,-1.000000-1.000000 0,1.000000 0.000000 0,0.000000 0.000000 0,0.000000 1.000000 0,-1.000000-1.000000 1,-2.000000 0.000000 1,-1.000000 0.000000 1,-1.000000 0.000000 2,-1.000000 0.000000 0,2.000000 0.000000-2,2.000000 0.000000-1,1.000000 0.000000-1,0.000000 0.000000-1,-2.000000 0.000000-1,0.000000 1.000000-1,-3.000000-1.000000 0,0.000000 0.000000-1,-1.000000 0.000000 0,1.000000 0.000000-2,0.000000 0.000000 1,0.000000-1.000000-2,-1.000000-1.000000 1,1.000000-1.000000 0,0.000000-3.000000 0,-1.000000 1.000000 0,-2.000000 1.000000-1,-1.000000 2.000000 0,-2.000000 1.000000-1,-1.000000 1.000000 0,-2.000000-2.000000 1,-1.000000-2.000000 1,-1.000000-1.000000 0,-3.000000-1.000000 0,-1.000000 0.000000 2,-1.000000 0.000000-1,-2.000000 0.000000 2,0.000000 0.000000-1,-1.000000 0.000000 1,1.000000 0.000000-1,-1.000000 0.000000 0,0.000000 0.000000 0,-2.000000 0.000000 0,-2.000000 0.000000 0,0.000000 0.000000 0,-2.000000 0.000000 0,0.000000 0.000000 0,0.000000 0.000000 0,1.000000 0.000000 0,0.000000 0.000000-1,1.000000 0.000000-1,3.000000 0.000000 0,0.000000 0.000000-1,1.000000 0.000000 0,-2.000000 0.000000-1,-1.000000 0.000000 1,-2.000000 0.000000 0,-3.000000 0.000000 0,-5.000000 0.000000 1,-4.000000 0.000000 1,-5.000000 0.000000 0,-4.000000 0.000000 1,-5.000000 3.000000 0,-4.000000 1.000000 2,-5.000000 1.000000 0,-1.000000 2.000000 0,3.000000 1.000000 0,4.000000 2.000000-1,2.000000 1.000000 0,4.000000 1.000000 0,2.000000-2.000000 0,4.000000-2.000000 0,2.000000-1.000000-1,1.000000-2.000000 1,-3.000000-1.000000-2,-4.000000-2.000000 1,-3.000000-1.000000-1,-1.000000-1.000000-1,-3.000000 0.000000 1,-1.000000 0.000000 1,-1.000000 0.000000-1,0.000000-1.000000 2,4.000000-1.000000-1,2.000000-2.000000 2,4.000000-1.000000 0,1.000000-2.000000 1,3.000000-1.000000 0,1.000000-2.000000 1,1.000000-2.000000 0,0.000000 1.000000 0,-4.000000 1.000000-2,-2.000000 2.000000-1,-4.000000 1.000000-1,-2.000000 0.000000 0,-1.000000-1.000000-2,-2.000000-2.000000 1,-1.000000-2.000000-1,-2.000000 1.000000-1,1.000000 1.000000 1,0.000000 2.000000 0,0.000000 1.000000-1,1.000000 1.000000 1,4.000000-1.000000-1,2.000000 1.000000 0,4.000000 0.000000 0,-2.000000 0.000000 0,-7.000000 0.000000 1,-5.000000 0.000000 2,-6.000000 0.000000 1,-5.000000 1.000000 0,-3.000000 1.000000-2,-3.000000 1.000000-2,-3.000000 3.000000-2,1.000000-1.000000-1,4.000000-1.000000 2,5.000000-2.000000 1,4.000000-1.000000 1,2.000000-1.000000 0,-1.000000 2.000000 1,-2.000000 2.000000 0,-2.000000 1.000000 0,-2.000000 2.000000 1,-6.000000 1.000000 1,-3.000000 2.000000 0,-6.000000 2.000000 1,2.000000-1.000000 1,5.000000-1.000000 2,7.000000-2.000000 2,5.000000-1.000000 2,3.000000-1.000000 1,-4.000000 3.000000-2,-3.000000 1.000000 0,-3.000000 1.000000-1,-2.000000-1.000000-1,-2.000000-2.000000 0,-1.000000-4.000000-1,-2.000000-2.000000 1,2.000000-2.000000-2,4.000000 0.000000-2,5.000000 0.000000-2,4.000000 0.000000-2,2.000000-1.000000 0,-1.000000-2.000000 0,-2.000000-1.000000 1,-2.000000-1.000000-1,-3.000000-1.000000 1,-4.000000 0.000000 0,-5.000000-1.000000 0,-4.000000 1.000000 0,2.000000 0.000000 0,9.000000 0.000000 0,9.000000 0.000000 1,9.000000-1.000000 0,5.000000 2.000000 1,0.000000 1.000000 0,0.000000 2.000000 0,0.000000 1.000000 1,-2.000000 1.000000-1,-5.000000 0.000000 0,-5.000000 0.000000-1,-4.000000-1.000000 0,1.000000 1.000000-1,6.000000 0.000000 2,6.000000 0.000000 2,6.000000 0.000000 0,6.000000 0.000000 1,6.000000 0.000000 0,6.000000 0.000000-1,6.000000 0.000000 0,5.000000 0.000000 0,0.000000 2.000000 1,3.000000 2.000000 1,0.000000 1.000000 1,2.000000 1.000000 0,-1.000000 0.000000-2,1.000000 0.000000-1,-1.000000 0.000000-3,2.000000 0.000000 0,0.000000 0.000000 0,3.000000 0.000000 0,1.000000 0.000000 0,2.000000 0.000000 1,3.000000-3.000000-1,3.000000 0.000000-1,3.000000-3.000000 1,1.000000 1.000000 1,-1.000000 1.000000 1,-2.000000 2.000000 2,-2.000000 1.000000 3</inkml:trace>
</inkml:ink>
</file>

<file path=ppt/ink/ink11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9"/>
    </inkml:context>
    <inkml:brush xml:id="br0">
      <inkml:brushProperty name="width" value="0.0261227618902922" units="cm"/>
      <inkml:brushProperty name="height" value="0.0261227618902922" units="cm"/>
      <inkml:brushProperty name="color" value="#000000"/>
      <inkml:brushProperty name="ignorePressure" value="0"/>
    </inkml:brush>
  </inkml:definitions>
  <inkml:trace contextRef="#ctx0" brushRef="#br0">26389.000000 48247.000000 561,'-1.000000'-34.000000'2,"-1.000000"7.000000"6 ,-2.000000 6.000000 4,-1.000000 5.000000 6,-1.000000 3.000000 4,0.000000-1.000000 4,0.000000-2.000000 4,0.000000-2.000000 5,-1.000000 1.000000 0,-2.000000 1.000000-1,-1.000000 1.000000-4,-1.000000 2.000000-2,-2.000000 1.000000-2,-2.000000 0.000000-4,-1.000000 0.000000-2,-1.000000 0.000000-3,-2.000000 0.000000-3,-2.000000 2.000000-1,-1.000000 2.000000-2,-1.000000 1.000000-2,-4.000000 3.000000-1,-4.000000 2.000000-1,-5.000000 4.000000-2,-5.000000 2.000000-1,-1.000000 5.000000-2,-1.000000 6.000000-3,0.000000 7.000000-2,1.000000 5.000000-3,1.000000 8.000000 0,2.000000 6.000000 0,4.000000 9.000000 1,3.000000 7.000000 0,3.000000 7.000000 0,3.000000 6.000000-1,4.000000 7.000000-2,2.000000 5.000000-1,5.000000 2.000000 0,8.000000-4.000000 2,8.000000-2.000000 1,8.000000-3.000000 3,6.000000-6.000000 2,6.000000-10.000000 0,7.000000-9.000000 2,5.000000-9.000000 1,6.000000-8.000000 0,4.000000-8.000000 0,6.000000-7.000000-1,3.000000-8.000000 1,2.000000-5.000000-1,-1.000000-1.000000 0,-2.000000-2.000000 0,-2.000000-1.000000 1,2.000000-3.000000-1,5.000000-5.000000 1,4.000000-5.000000-1,5.000000-4.000000 0,2.000000-3.000000-1,0.000000-4.000000-1,0.000000-3.000000-1,0.000000-3.000000-1,-3.000000-1.000000 0,-9.000000 2.000000 1,-7.000000 1.000000 0,-7.000000 2.000000 0,-7.000000 0.000000 1,-4.000000-2.000000 0,-5.000000-1.000000 1,-5.000000-2.000000 0,-4.000000-2.000000 1,-4.000000-3.000000 1,-5.000000-3.000000 1,-5.000000-3.000000 2,-3.000000-2.000000 1,-4.000000-2.000000 1,-3.000000-2.000000 1,-2.000000-1.000000 1,-5.000000 0.000000-1,-4.000000 2.000000 0,-5.000000 1.000000-2,-4.000000 1.000000 0,-4.000000 2.000000-2,-3.000000 2.000000 0,-3.000000 1.000000 0,-3.000000 2.000000-1,-3.000000 2.000000-2,-4.000000 6.000000-5,-2.000000 3.000000-4,-3.000000 6.000000-4,-1.000000 3.000000-6,4.000000 3.000000-6,3.000000 4.000000-7,3.000000 2.000000-6,5.000000 4.000000-2,8.000000 2.000000 1,7.000000 4.000000 3,8.000000 2.000000 1,4.000000 4.000000 0,0.000000 2.000000-3,-1.000000 4.000000-4,1.000000 3.000000-4</inkml:trace>
</inkml:ink>
</file>

<file path=ppt/ink/ink11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9"/>
    </inkml:context>
    <inkml:brush xml:id="br0">
      <inkml:brushProperty name="width" value="0.019112566486001" units="cm"/>
      <inkml:brushProperty name="height" value="0.019112566486001" units="cm"/>
      <inkml:brushProperty name="color" value="#000000"/>
      <inkml:brushProperty name="ignorePressure" value="0"/>
    </inkml:brush>
  </inkml:definitions>
  <inkml:trace contextRef="#ctx0" brushRef="#br0">26170.000000 48320.000000 767,'-12.000000'-9.000000'125,"2.000000"6.000000"-48 ,2.000000 6.000000-46,1.000000 6.000000-49</inkml:trace>
</inkml:ink>
</file>

<file path=ppt/ink/ink11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2:59"/>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26438.000000 48405.000000 333,'115.000000'46.000000'167,"36.000000"34.000000"-1 ,37.000000 34.000000 1,35.000000 34.000000 0</inkml:trace>
</inkml:ink>
</file>

<file path=ppt/ink/ink11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00"/>
    </inkml:context>
    <inkml:brush xml:id="br0">
      <inkml:brushProperty name="width" value="0.024079941213131" units="cm"/>
      <inkml:brushProperty name="height" value="0.024079941213131" units="cm"/>
      <inkml:brushProperty name="color" value="#000000"/>
      <inkml:brushProperty name="ignorePressure" value="0"/>
    </inkml:brush>
  </inkml:definitions>
  <inkml:trace contextRef="#ctx0" brushRef="#br0">26072.000000 48735.000000 609,'34.000000'11.000000'125,"-4.000000"-1.000000"-31 ,-5.000000-2.000000-30,-4.000000-1.000000-31,-2.000000-1.000000-16,1.000000 1.000000-1,2.000000-1.000000 1,2.000000 0.000000-1,3.000000-4.000000-8,4.000000-7.000000-14,5.000000-8.000000-14,4.000000-8.000000-16,-1.000000-2.000000-11,-8.000000 0.000000-9,-7.000000 3.000000-9,-8.000000 1.000000-9</inkml:trace>
</inkml:ink>
</file>

<file path=ppt/ink/ink11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04"/>
    </inkml:context>
    <inkml:brush xml:id="br0">
      <inkml:brushProperty name="width" value="0.0249300971627235" units="cm"/>
      <inkml:brushProperty name="height" value="0.0249300971627235" units="cm"/>
      <inkml:brushProperty name="color" value="#000000"/>
      <inkml:brushProperty name="ignorePressure" value="0"/>
    </inkml:brush>
  </inkml:definitions>
  <inkml:trace contextRef="#ctx0" brushRef="#br0">40559.000000 47759.000000 588,'-11.000000'-22.000000'21,"1.000000"5.000000"11 ,2.000000 4.000000 11,1.000000 4.000000 12,-1.000000 5.000000-1,-2.000000 5.000000-11,-4.000000 4.000000-13,-3.000000 5.000000-11,-3.000000 6.000000-6,-3.000000 5.000000 1,-2.000000 6.000000 0,-4.000000 7.000000 1,-3.000000 3.000000-1,-4.000000 2.000000-2,-2.000000 2.000000 0,-3.000000 0.000000-2,0.000000 1.000000-3,3.000000-1.000000-4,3.000000-2.000000-3,3.000000-2.000000-4,5.000000-3.000000-4,8.000000-7.000000-1,8.000000-6.000000-2,7.000000-5.000000-2</inkml:trace>
</inkml:ink>
</file>

<file path=ppt/ink/ink11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05"/>
    </inkml:context>
    <inkml:brush xml:id="br0">
      <inkml:brushProperty name="width" value="0.0245726108551025" units="cm"/>
      <inkml:brushProperty name="height" value="0.0245726108551025" units="cm"/>
      <inkml:brushProperty name="color" value="#000000"/>
      <inkml:brushProperty name="ignorePressure" value="0"/>
    </inkml:brush>
  </inkml:definitions>
  <inkml:trace contextRef="#ctx0" brushRef="#br0">40438.000000 47857.000000 596,'1.000000'-22.000000'18,"4.000000"4.000000"-1 ,2.000000 5.000000-2,4.000000 5.000000 0,1.000000 2.000000-3,0.000000 3.000000-1,0.000000 0.000000-2,1.000000 3.000000-3,0.000000 0.000000-1,1.000000 0.000000-1,2.000000 0.000000 0,2.000000 0.000000-1,-2.000000 1.000000-2,-5.000000 4.000000 0,-4.000000 2.000000-1,-5.000000 4.000000-1,-2.000000 1.000000 1,0.000000 0.000000 1,0.000000 1.000000 2,0.000000-1.000000 2,0.000000 0.000000 2,0.000000 0.000000 1,0.000000 0.000000 2,0.000000 1.000000 2,-1.000000-1.000000 2,-1.000000 3.000000 1,-2.000000 1.000000 2,-1.000000 1.000000 1,-1.000000 4.000000 0,0.000000 4.000000-1,0.000000 5.000000-2,0.000000 4.000000-2,-1.000000 4.000000-1,-2.000000 4.000000-1,-1.000000 2.000000-1,-1.000000 3.000000-1,-1.000000 5.000000-2,0.000000 6.000000-1,-1.000000 6.000000-2,1.000000 6.000000-1,1.000000 3.000000-1,1.000000 0.000000 0,2.000000 0.000000 0,1.000000 1.000000 0,1.000000-4.000000 0,-1.000000-3.000000 2,1.000000-6.000000 0,0.000000-3.000000 2,1.000000-5.000000-1,1.000000-3.000000 0,2.000000-2.000000-1,1.000000-4.000000 0,1.000000-5.000000-1,0.000000-8.000000 0,0.000000-8.000000-2,0.000000-7.000000-2</inkml:trace>
</inkml:ink>
</file>

<file path=ppt/ink/ink11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05"/>
    </inkml:context>
    <inkml:brush xml:id="br0">
      <inkml:brushProperty name="width" value="0.024904141202569" units="cm"/>
      <inkml:brushProperty name="height" value="0.024904141202569" units="cm"/>
      <inkml:brushProperty name="color" value="#000000"/>
      <inkml:brushProperty name="ignorePressure" value="0"/>
    </inkml:brush>
  </inkml:definitions>
  <inkml:trace contextRef="#ctx0" brushRef="#br0">40950.000000 47930.000000 588,'0.000000'23.000000'49,"0.000000"-3.000000"-11 ,0.000000-4.000000-13,0.000000-2.000000-10,0.000000 4.000000-6,0.000000 10.000000 1,0.000000 11.000000 1,0.000000 10.000000 2,0.000000 9.000000-1,0.000000 6.000000-3,0.000000 6.000000-3,0.000000 6.000000-2,0.000000 5.000000-1,0.000000 0.000000 1,0.000000 2.000000 2,0.000000 2.000000 1,0.000000-3.000000 0,0.000000-6.000000-1,0.000000-6.000000-1,0.000000-6.000000-1,0.000000-6.000000-2,3.000000-9.000000-4,1.000000-7.000000-4,1.000000-8.000000-4,0.000000-5.000000-1,-1.000000-6.000000 3,-2.000000-4.000000 2,-1.000000-4.000000 3,0.000000-5.000000 3,1.000000-5.000000 2,2.000000-4.000000 1,1.000000-5.000000 3,1.000000-4.000000 5,0.000000-2.000000 8,1.000000-4.000000 7,-1.000000-3.000000 7,1.000000-3.000000 2,1.000000-3.000000-7,2.000000-2.000000-5,1.000000-4.000000-5,2.000000-5.000000-9,2.000000-6.000000-11,1.000000-5.000000-11,1.000000-7.000000-11,2.000000 0.000000-10,-1.000000 6.000000-11,0.000000 7.000000-10,0.000000 5.000000-11,-1.000000 5.000000 0,-3.000000 3.000000 9,-3.000000 3.000000 8,-4.000000 4.000000 10</inkml:trace>
</inkml:ink>
</file>

<file path=ppt/ink/ink11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09"/>
    </inkml:context>
    <inkml:brush xml:id="br0">
      <inkml:brushProperty name="width" value="0.0241758432239294" units="cm"/>
      <inkml:brushProperty name="height" value="0.0241758432239294" units="cm"/>
      <inkml:brushProperty name="color" value="#000000"/>
      <inkml:brushProperty name="ignorePressure" value="0"/>
    </inkml:brush>
  </inkml:definitions>
  <inkml:trace contextRef="#ctx0" brushRef="#br0">54120.000000 48320.000000 606,'-21.000000'-9.000000'40,"5.000000"6.000000"3 ,7.000000 6.000000 5,6.000000 6.000000 4,6.000000 5.000000-3,3.000000 3.000000-11,6.000000 2.000000-10,4.000000 4.000000-11,3.000000 2.000000-5,2.000000-1.000000-3,1.000000 0.000000-2,1.000000 1.000000-1,3.000000-1.000000-2,3.000000 1.000000-2,3.000000-1.000000 0,3.000000 0.000000-2,3.000000 0.000000-1,0.000000-2.000000-1,3.000000-1.000000-1,1.000000-2.000000-1,-1.000000-2.000000 0,-3.000000-4.000000 0,-3.000000-2.000000 1,-3.000000-3.000000 1,-4.000000-3.000000 1,-4.000000-1.000000 0,-5.000000-2.000000 0,-5.000000-1.000000 1,-6.000000 0.000000 2,-9.000000 1.000000 2,-10.000000 2.000000 2,-9.000000 1.000000 4,-5.000000 3.000000 0,-2.000000 5.000000-1,-1.000000 5.000000 0,-2.000000 4.000000-2,0.000000 2.000000-2,-1.000000-2.000000-5,1.000000-2.000000-2,-1.000000-1.000000-5,1.000000 0.000000-2,-1.000000-1.000000 1,1.000000 0.000000-1,-1.000000 0.000000 1,3.000000 0.000000 0,5.000000-2.000000 1,4.000000-2.000000 0,4.000000-1.000000 0,6.000000-3.000000-10,6.000000-4.000000-21,6.000000-6.000000-21,6.000000-3.000000-22</inkml:trace>
</inkml:ink>
</file>

<file path=ppt/ink/ink11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12"/>
    </inkml:context>
    <inkml:brush xml:id="br0">
      <inkml:brushProperty name="width" value="0.0211183428764343" units="cm"/>
      <inkml:brushProperty name="height" value="0.0211183428764343" units="cm"/>
      <inkml:brushProperty name="color" value="#000000"/>
      <inkml:brushProperty name="ignorePressure" value="0"/>
    </inkml:brush>
  </inkml:definitions>
  <inkml:trace contextRef="#ctx0" brushRef="#br0">46754.000000 48466.000000 694,'-10.000000'-12.000000'18,"2.000000"0.000000"-1 ,4.000000 0.000000-2,2.000000 0.000000-1,1.000000 0.000000-1,-1.000000 2.000000-1,-2.000000 2.000000-1,-1.000000 1.000000 0,-2.000000 1.000000-2,-1.000000 0.000000 0,-2.000000 0.000000-1,-2.000000 0.000000 0,0.000000 0.000000-3,0.000000 3.000000-3,0.000000 0.000000-2,-1.000000 3.000000-3,0.000000 0.000000-1,-4.000000 0.000000 1,-3.000000 0.000000 1,-3.000000 0.000000 2,-1.000000 3.000000 0,0.000000 6.000000 0,-1.000000 6.000000 1,1.000000 6.000000-1,1.000000 5.000000 1,3.000000 3.000000-1,3.000000 3.000000 1,4.000000 3.000000-1,0.000000 3.000000 2,1.000000 0.000000 3,0.000000 3.000000 3,0.000000 1.000000 4,0.000000 0.000000 3,2.000000 1.000000 0,2.000000 0.000000 1,1.000000 0.000000 2,3.000000-3.000000-1,2.000000-4.000000-1,4.000000-5.000000-1,2.000000-4.000000-2,5.000000-6.000000-4,4.000000-6.000000-8,4.000000-6.000000-6,5.000000-6.000000-8,6.000000-3.000000-6,8.000000-3.000000-7,8.000000 0.000000-5,7.000000-3.000000-8,-1.000000 0.000000 1,-9.000000 0.000000 4,-9.000000 0.000000 5,-9.000000 0.000000 5,-5.000000-1.000000 0,-2.000000-1.000000-2,-2.000000-2.000000-4,-1.000000-2.000000-2</inkml:trace>
</inkml:ink>
</file>

<file path=ppt/ink/ink11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12"/>
    </inkml:context>
    <inkml:brush xml:id="br0">
      <inkml:brushProperty name="width" value="0.0196714382618666" units="cm"/>
      <inkml:brushProperty name="height" value="0.0196714382618666" units="cm"/>
      <inkml:brushProperty name="color" value="#000000"/>
      <inkml:brushProperty name="ignorePressure" value="0"/>
    </inkml:brush>
  </inkml:definitions>
  <inkml:trace contextRef="#ctx0" brushRef="#br0">47145.000000 48027.000000 745,'0.000000'23.000000'24,"3.000000"-6.000000"-2 ,1.000000-4.000000-4,1.000000-5.000000-3,0.000000 1.000000-1,-1.000000 4.000000-1,-2.000000 4.000000-1,-1.000000 5.000000-1,-2.000000 6.000000 0,-1.000000 5.000000 1,-2.000000 7.000000 1,-1.000000 6.000000 1,-3.000000 5.000000-1,-2.000000 4.000000-2,-4.000000 6.000000-1,-3.000000 3.000000-1,0.000000 4.000000-2,1.000000-1.000000-1,1.000000 0.000000 0,2.000000 0.000000-2,1.000000-4.000000-1,0.000000-7.000000 0,-1.000000-8.000000-1,1.000000-8.000000-1,2.000000-9.000000-1,2.000000-13.000000-4,3.000000-12.000000-2,4.000000-12.000000-4,4.000000-9.000000-2,6.000000-7.000000-2,6.000000-5.000000-2,7.000000-7.000000-2,1.000000-3.000000-1,-1.000000-2.000000 0,-1.000000-1.000000 0,-2.000000-2.000000 1,0.000000 0.000000 0,2.000000 1.000000 2,1.000000 3.000000 2,1.000000 0.000000 3,1.000000 3.000000 0,-2.000000 3.000000 2,-1.000000 3.000000 1,-2.000000 3.000000 0,-2.000000 3.000000 3,-4.000000 4.000000 3,-2.000000 2.000000 4,-3.000000 3.000000 4,-2.000000 4.000000 2,0.000000 5.000000 0,0.000000 4.000000 1,0.000000 5.000000 1,-1.000000 4.000000 1,-1.000000 5.000000 0,-2.000000 5.000000 2,-1.000000 4.000000 1,-2.000000 4.000000 1,-1.000000 3.000000 0,-2.000000 3.000000 2,-1.000000 3.000000-1,-1.000000 1.000000 1,0.000000-2.000000-1,0.000000-1.000000-2,0.000000-2.000000-1,0.000000-1.000000-2,2.000000 1.000000-2,2.000000-1.000000-2,1.000000 1.000000-4,1.000000-2.000000-2,0.000000-3.000000-6,0.000000-3.000000-4,0.000000-4.000000-4,1.000000-1.000000-6,1.000000-2.000000-7,2.000000-2.000000-7,2.000000-1.000000-7,0.000000-1.000000-2,0.000000-2.000000 1,0.000000-2.000000 0,0.000000-1.000000 2</inkml:trace>
</inkml:ink>
</file>

<file path=ppt/ink/ink11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13"/>
    </inkml:context>
    <inkml:brush xml:id="br0">
      <inkml:brushProperty name="width" value="0.0197288431227207" units="cm"/>
      <inkml:brushProperty name="height" value="0.0197288431227207" units="cm"/>
      <inkml:brushProperty name="color" value="#000000"/>
      <inkml:brushProperty name="ignorePressure" value="0"/>
    </inkml:brush>
  </inkml:definitions>
  <inkml:trace contextRef="#ctx0" brushRef="#br0">47559.000000 48832.000000 743,'-9.000000'11.000000'2,"6.000000"-3.000000"5 ,6.000000-4.000000 5,6.000000-2.000000 5,4.000000-3.000000 0,2.000000-1.000000-4,1.000000-2.000000-2,1.000000-1.000000-5,2.000000-3.000000-2,-1.000000-3.000000 0,0.000000-2.000000-2,0.000000-4.000000-1,1.000000-2.000000 0,-1.000000 1.000000-1,0.000000 0.000000 0,1.000000 0.000000 0,-3.000000-1.000000 0,-2.000000 1.000000 0,-3.000000 0.000000 2,-4.000000-1.000000 0,-1.000000 2.000000 1,-2.000000 1.000000 0,-2.000000 1.000000 1,-1.000000 2.000000-1,-4.000000 2.000000 1,-4.000000 1.000000 1,-4.000000 2.000000 0,-5.000000 1.000000 0,-3.000000 2.000000 1,-2.000000 4.000000 0,-1.000000 2.000000 0,-1.000000 4.000000 0,-2.000000 3.000000 1,1.000000 5.000000 1,-1.000000 5.000000 2,1.000000 4.000000 1,0.000000 4.000000 0,2.000000 3.000000 0,2.000000 3.000000-1,1.000000 3.000000-1,2.000000 1.000000-1,3.000000-2.000000-1,4.000000-1.000000-3,2.000000-2.000000-1,3.000000-1.000000-3,4.000000-2.000000-1,2.000000-1.000000-2,4.000000-2.000000-2,6.000000-3.000000-5,8.000000-5.000000-8,10.000000-4.000000-9,9.000000-4.000000-8,4.000000-4.000000-2,-4.000000-1.000000 5,-3.000000-2.000000 5,-3.000000-1.000000 4,-3.000000-2.000000 1,-3.000000-1.000000-4,-3.000000-2.000000-4,-4.000000-1.000000-3</inkml:trace>
</inkml:ink>
</file>

<file path=ppt/ink/ink11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13"/>
    </inkml:context>
    <inkml:brush xml:id="br0">
      <inkml:brushProperty name="width" value="0.0213586147874594" units="cm"/>
      <inkml:brushProperty name="height" value="0.0213586147874594" units="cm"/>
      <inkml:brushProperty name="color" value="#000000"/>
      <inkml:brushProperty name="ignorePressure" value="0"/>
    </inkml:brush>
  </inkml:definitions>
  <inkml:trace contextRef="#ctx0" brushRef="#br0">48315.000000 48686.000000 686,'0.000000'-45.000000'-1,"0.000000"8.000000"4 ,0.000000 7.000000 4,0.000000 8.000000 4,0.000000 4.000000 3,0.000000 2.000000 2,0.000000 2.000000 3,0.000000 1.000000 1,-3.000000 4.000000 3,-9.000000 9.000000 2,-7.000000 7.000000 2,-8.000000 7.000000 3,-3.000000 7.000000-2,-1.000000 7.000000-4,1.000000 5.000000-4,-1.000000 7.000000-5,3.000000 3.000000-3,5.000000-1.000000-2,4.000000 1.000000-4,4.000000 0.000000-1,4.000000-2.000000-6,1.000000-3.000000-8,1.000000-3.000000-7,2.000000-3.000000-8,7.000000-4.000000-5,10.000000-4.000000-1,10.000000-5.000000-2,11.000000-5.000000-2,5.000000-3.000000 0,-1.000000-3.000000 1,-3.000000-4.000000 1,0.000000-2.000000 0,-3.000000-3.000000 2,0.000000-1.000000 2,-3.000000-2.000000 2,-1.000000-1.000000 3</inkml:trace>
</inkml:ink>
</file>

<file path=ppt/ink/ink11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14"/>
    </inkml:context>
    <inkml:brush xml:id="br0">
      <inkml:brushProperty name="width" value="0.0244530886411667" units="cm"/>
      <inkml:brushProperty name="height" value="0.0244530886411667" units="cm"/>
      <inkml:brushProperty name="color" value="#000000"/>
      <inkml:brushProperty name="ignorePressure" value="0"/>
    </inkml:brush>
  </inkml:definitions>
  <inkml:trace contextRef="#ctx0" brushRef="#br0">48706.000000 48003.000000 599,'0.000000'-17.000000'37,"0.000000"13.000000"3 ,0.000000 14.000000 3,0.000000 13.000000 4,-1.000000 10.000000-2,-1.000000 4.000000-7,-2.000000 5.000000-7,-2.000000 5.000000-6,0.000000 6.000000-6,-3.000000 10.000000-2,-1.000000 8.000000-3,-1.000000 10.000000-3,-1.000000 5.000000-2,-1.000000 2.000000-1,1.000000 1.000000-1,0.000000 2.000000-1,1.000000-4.000000-3,1.000000-10.000000-3,1.000000-8.000000-5,2.000000-10.000000-4,2.000000-12.000000-4,1.000000-17.000000-1,2.000000-17.000000-4,1.000000-17.000000-2,3.000000-12.000000-2,2.000000-8.000000-4,4.000000-7.000000-3,3.000000-8.000000-3,2.000000-6.000000 0,4.000000-4.000000 2,3.000000-6.000000 2,3.000000-3.000000 2,2.000000-2.000000 4,2.000000 4.000000 4,1.000000 3.000000 4,2.000000 2.000000 5,0.000000 5.000000 3,1.000000 4.000000 3,-1.000000 4.000000 1,1.000000 6.000000 3,-1.000000 4.000000 2,0.000000 7.000000 2,1.000000 6.000000 2,-1.000000 5.000000 1,-1.000000 7.000000 2,-6.000000 3.000000-1,-4.000000 6.000000-1,-4.000000 4.000000 0,-5.000000 4.000000-1,-2.000000 5.000000 1,-3.000000 5.000000 0,-4.000000 4.000000 0,-3.000000 3.000000-1,-5.000000 2.000000 0,-4.000000 1.000000 0,-5.000000 2.000000-1,-4.000000-1.000000-1,-3.000000-3.000000 0,-3.000000-3.000000 1,-3.000000-3.000000-1,-1.000000-3.000000-1,2.000000-3.000000-1,1.000000-3.000000-2,2.000000-4.000000-2,1.000000-2.000000-1,0.000000-3.000000-1,-1.000000-4.000000 1,1.000000-2.000000-1,2.000000-3.000000 0,4.000000-1.000000 0,5.000000-2.000000 0,5.000000-1.000000 0,2.000000-2.000000 1,0.000000 1.000000 2,0.000000 0.000000 2,-1.000000 0.000000 1,4.000000 0.000000 3,6.000000 0.000000 2,7.000000 0.000000 1,5.000000 0.000000 3,4.000000 2.000000 1,1.000000 5.000000 0,3.000000 4.000000 0,0.000000 5.000000-1,4.000000 3.000000 0,4.000000 1.000000-2,5.000000 2.000000-1,4.000000 2.000000-2,1.000000-1.000000-3,-2.000000-1.000000-8,-4.000000-1.000000-6,-3.000000-2.000000-7,-3.000000-2.000000-9,-3.000000-1.000000-13,-4.000000-1.000000-12,-2.000000-3.000000-13</inkml:trace>
</inkml:ink>
</file>

<file path=ppt/ink/ink11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0"/>
    </inkml:context>
    <inkml:brush xml:id="br0">
      <inkml:brushProperty name="width" value="0.0180809535086155" units="cm"/>
      <inkml:brushProperty name="height" value="0.0180809535086155" units="cm"/>
      <inkml:brushProperty name="color" value="#000000"/>
      <inkml:brushProperty name="ignorePressure" value="0"/>
    </inkml:brush>
  </inkml:definitions>
  <inkml:trace contextRef="#ctx0" brushRef="#br0">50462.000000 48466.000000 811,'0.000000'-22.000000'-35,"0.000000"5.000000"16 ,0.000000 4.000000 17,0.000000 4.000000 15,0.000000 3.000000 8,3.000000 0.000000 0,0.000000 0.000000 0,3.000000 0.000000 1,1.000000 1.000000-2,1.000000 1.000000-1,2.000000 2.000000-3,1.000000 1.000000-2,2.000000 2.000000-2,-1.000000 4.000000-3,0.000000 3.000000-2,0.000000 2.000000-3,0.000000 6.000000-1,1.000000 8.000000 0,-1.000000 7.000000 1,0.000000 8.000000 0,-1.000000 6.000000-1,-4.000000 5.000000-1,-2.000000 4.000000-2,-4.000000 4.000000-2,-1.000000 3.000000-1,-3.000000-3.000000 0,0.000000-1.000000-1,-3.000000-1.000000-1,-1.000000-3.000000 1,-4.000000-2.000000 0,-3.000000-4.000000 0,-3.000000-3.000000 0,1.000000-6.000000 2,2.000000-9.000000 1,3.000000-9.000000 1,4.000000-9.000000 2,2.000000-10.000000 3,4.000000-11.000000 2,2.000000-11.000000 4,4.000000-10.000000 2,3.000000-7.000000 0,5.000000-3.000000-5,4.000000-4.000000-5,6.000000-2.000000-4,2.000000-1.000000-3,1.000000 2.000000-3,3.000000 1.000000-2,0.000000 1.000000-1,2.000000 4.000000-4,-1.000000 4.000000-7,1.000000 5.000000-5,-1.000000 4.000000-6,-2.000000 4.000000-3,-4.000000 3.000000-1,-5.000000 4.000000-1,-4.000000 2.000000-1</inkml:trace>
</inkml:ink>
</file>

<file path=ppt/ink/ink11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0"/>
    </inkml:context>
    <inkml:brush xml:id="br0">
      <inkml:brushProperty name="width" value="0.0176288560032845" units="cm"/>
      <inkml:brushProperty name="height" value="0.0176288560032845" units="cm"/>
      <inkml:brushProperty name="color" value="#000000"/>
      <inkml:brushProperty name="ignorePressure" value="0"/>
    </inkml:brush>
  </inkml:definitions>
  <inkml:trace contextRef="#ctx0" brushRef="#br0">50901.000000 49076.000000 831,'13.000000'-12.000000'-5,"4.000000"0.000000"2 ,3.000000 0.000000 1,3.000000-1.000000 1,2.000000 0.000000 3,2.000000-1.000000 5,1.000000-2.000000 4,2.000000-2.000000 5,-1.000000 0.000000 1,-4.000000 0.000000-3,-2.000000 0.000000-3,-3.000000-1.000000-3,-2.000000 1.000000-2,-2.000000 0.000000 0,-2.000000-1.000000 0,-1.000000 1.000000-1,-2.000000 1.000000 0,-4.000000 1.000000 1,-2.000000 1.000000 0,-4.000000 2.000000 2,-4.000000 2.000000-1,-6.000000 1.000000 0,-6.000000 1.000000-2,-6.000000 3.000000-1,-4.000000 2.000000 0,-2.000000 5.000000-2,-1.000000 4.000000 1,-2.000000 5.000000-2,0.000000 3.000000 1,2.000000 4.000000 0,1.000000 3.000000 0,2.000000 3.000000 0,2.000000 2.000000 0,0.000000 2.000000-1,3.000000 1.000000 0,1.000000 2.000000-1,2.000000 0.000000 0,3.000000 1.000000 0,4.000000-1.000000-2,2.000000 1.000000 0,6.000000-2.000000-3,7.000000 0.000000-4,8.000000-3.000000-4,8.000000-1.000000-5,3.000000-3.000000-4,0.000000-4.000000-4,1.000000-5.000000-4,-1.000000-5.000000-3,0.000000-2.000000-2,-2.000000 1.000000 3,-1.000000-1.000000 1,-2.000000 0.000000 3</inkml:trace>
</inkml:ink>
</file>

<file path=ppt/ink/ink11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1"/>
    </inkml:context>
    <inkml:brush xml:id="br0">
      <inkml:brushProperty name="width" value="0.0173454787582159" units="cm"/>
      <inkml:brushProperty name="height" value="0.0173454787582159" units="cm"/>
      <inkml:brushProperty name="color" value="#000000"/>
      <inkml:brushProperty name="ignorePressure" value="0"/>
    </inkml:brush>
  </inkml:definitions>
  <inkml:trace contextRef="#ctx0" brushRef="#br0">51706.000000 48686.000000 845,'-24.000000'2.000000'45,"2.000000"5.000000"-9 ,1.000000 5.000000-9,2.000000 4.000000-10,1.000000 3.000000-6,0.000000 4.000000-3,-1.000000 3.000000-1,1.000000 3.000000-4,2.000000 2.000000-3,5.000000-1.000000-4,4.000000 1.000000-4,4.000000-1.000000-5,3.000000-1.000000-2,0.000000-3.000000-2,0.000000-3.000000-1,0.000000-3.000000-1,3.000000-4.000000-1,4.000000-2.000000-2,4.000000-3.000000-1,5.000000-4.000000-1,2.000000-1.000000-1,1.000000-2.000000 1,-1.000000-2.000000 0,0.000000-1.000000 1,1.000000-4.000000 2,2.000000-7.000000 4,1.000000-5.000000 5,2.000000-6.000000 3,-2.000000-4.000000 2,-2.000000 1.000000 3,-3.000000 0.000000 0,-3.000000-1.000000 2,-3.000000 2.000000 1,-1.000000 4.000000 2,-2.000000 2.000000 0,-1.000000 3.000000 2,-1.000000 3.000000 4,-3.000000 1.000000 6,0.000000 1.000000 8,-3.000000 3.000000 6,0.000000 2.000000 3,0.000000 4.000000-1,0.000000 6.000000-2,0.000000 4.000000-1,0.000000 3.000000-3,-3.000000 4.000000-2,0.000000 3.000000-2,-3.000000 3.000000-4,1.000000 1.000000-2,1.000000 1.000000-3,2.000000-1.000000-3,1.000000 0.000000-2,3.000000-1.000000-4,2.000000-3.000000-3,4.000000-3.000000-3,2.000000-3.000000-4,4.000000-4.000000 0,3.000000-2.000000 0,3.000000-4.000000 1,3.000000-2.000000 2,1.000000-4.000000 2,0.000000-5.000000 1,1.000000-5.000000 2,-1.000000-4.000000 3,0.000000-4.000000 0,-2.000000-5.000000 1,-2.000000-5.000000 1,0.000000-4.000000 0,-4.000000-3.000000 1,-2.000000 0.000000 2,-3.000000 1.000000 2,-4.000000-1.000000 1,-2.000000 2.000000 1,-4.000000 3.000000-3,-2.000000 3.000000-2,-4.000000 3.000000-2,-3.000000 4.000000-3,-5.000000 5.000000-3,-5.000000 4.000000-2,-4.000000 4.000000-3,-3.000000 6.000000-5,-1.000000 6.000000-9,-3.000000 7.000000-8,0.000000 5.000000-9,1.000000 2.000000-2,7.000000-4.000000 4,6.000000-2.000000 5,5.000000-3.000000 4</inkml:trace>
</inkml:ink>
</file>

<file path=ppt/ink/ink11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1"/>
    </inkml:context>
    <inkml:brush xml:id="br0">
      <inkml:brushProperty name="width" value="0.0173614993691444" units="cm"/>
      <inkml:brushProperty name="height" value="0.0173614993691444" units="cm"/>
      <inkml:brushProperty name="color" value="#000000"/>
      <inkml:brushProperty name="ignorePressure" value="0"/>
    </inkml:brush>
  </inkml:definitions>
  <inkml:trace contextRef="#ctx0" brushRef="#br0">52340.000000 48662.000000 844,'0.000000'22.000000'40,"0.000000"-2.000000"-10 ,0.000000-3.000000-10,0.000000-3.000000-9,0.000000 0.000000-4,0.000000 5.000000-1,0.000000 5.000000 0,0.000000 4.000000 1,0.000000 3.000000-1,0.000000-1.000000-2,0.000000 1.000000 0,0.000000-1.000000-2,-1.000000-1.000000-2,-1.000000-3.000000-2,-2.000000-3.000000-3,-2.000000-3.000000-3,3.000000-8.000000-5,3.000000-12.000000-7,6.000000-12.000000-7,4.000000-13.000000-8,3.000000-4.000000-1,1.000000 0.000000 6,2.000000 3.000000 5,2.000000 0.000000 6,-1.000000 3.000000 6,-1.000000 1.000000 7,-1.000000 1.000000 7,-2.000000 2.000000 7,-1.000000 3.000000 4,0.000000 5.000000 0,0.000000 4.000000 0,0.000000 5.000000 0,0.000000 3.000000 3,-2.000000 4.000000 2,-2.000000 2.000000 2,-1.000000 4.000000 4,-2.000000 3.000000-1,-1.000000 5.000000-3,-2.000000 5.000000-5,-1.000000 4.000000-3,-1.000000 3.000000-3,0.000000-1.000000-2,0.000000 1.000000-1,0.000000-1.000000-2,0.000000-2.000000-2,0.000000-4.000000-2,0.000000-5.000000-3,0.000000-4.000000-3,2.000000-9.000000-2,2.000000-9.000000-4,4.000000-12.000000-3,3.000000-10.000000-3,0.000000-6.000000 0,-1.000000-2.000000 6,-2.000000-1.000000 4,-1.000000-2.000000 6,0.000000 1.000000 3,1.000000 3.000000 3,2.000000 3.000000 2,2.000000 3.000000 3,-1.000000 3.000000 2,-1.000000 3.000000 1,-2.000000 3.000000 0,-1.000000 4.000000 1,-1.000000 3.000000 0,0.000000 5.000000 0,1.000000 4.000000 1,-1.000000 5.000000 0,-1.000000 5.000000-2,-1.000000 6.000000-1,-2.000000 6.000000-3,-1.000000 7.000000-3,-1.000000 3.000000-1,0.000000 2.000000-4,0.000000 1.000000-2,0.000000 2.000000-2,0.000000 0.000000-6,0.000000-2.000000-7,0.000000-1.000000-8,0.000000-2.000000-7,1.000000-3.000000-5,1.000000-4.000000 1,2.000000-5.000000-1,1.000000-5.000000 0</inkml:trace>
</inkml:ink>
</file>

<file path=ppt/ink/ink11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2"/>
    </inkml:context>
    <inkml:brush xml:id="br0">
      <inkml:brushProperty name="width" value="0.0160626675933599" units="cm"/>
      <inkml:brushProperty name="height" value="0.0160626675933599" units="cm"/>
      <inkml:brushProperty name="color" value="#000000"/>
      <inkml:brushProperty name="ignorePressure" value="0"/>
    </inkml:brush>
  </inkml:definitions>
  <inkml:trace contextRef="#ctx0" brushRef="#br0">52852.000000 48759.000000 913,'0.000000'57.000000'37,"0.000000"-10.000000"-10 ,0.000000-9.000000-11,0.000000-9.000000-9,-1.000000-5.000000-8,-1.000000 1.000000-2,-2.000000-1.000000-3,-1.000000 0.000000-3,1.000000-7.000000-4,5.000000-15.000000-4,4.000000-16.000000-5,5.000000-15.000000-5,2.000000-6.000000 0,0.000000 3.000000 8,0.000000 3.000000 6,1.000000 3.000000 7,-1.000000 2.000000 3,0.000000 2.000000 2,0.000000 2.000000 2,0.000000 1.000000 1,1.000000 2.000000 1,-1.000000 3.000000 0,0.000000 4.000000 0,0.000000 2.000000 1,0.000000 4.000000 0,-3.000000 5.000000 2,0.000000 4.000000 2,-2.000000 5.000000 1,-2.000000 5.000000 2,-1.000000 4.000000 0,-2.000000 4.000000 1,-1.000000 6.000000 0,-1.000000 1.000000 1,0.000000 0.000000-1,0.000000 1.000000-1,0.000000-1.000000-1,-1.000000 0.000000-3,-1.000000-2.000000-3,-2.000000-1.000000-4,-1.000000-2.000000-3,0.000000-6.000000-4,4.000000-10.000000-4,2.000000-12.000000-2,4.000000-10.000000-4,1.000000-5.000000 1,0.000000 0.000000 3,0.000000 0.000000 4,0.000000-1.000000 4,2.000000-1.000000 2,2.000000-2.000000 0,4.000000-4.000000 1,3.000000-3.000000 1,0.000000 0.000000 0,-4.000000 6.000000 1,-2.000000 4.000000 1,-3.000000 4.000000 0,-2.000000 4.000000 0,0.000000 1.000000 0,0.000000 2.000000-1,0.000000 1.000000-1,-1.000000 3.000000-2,-1.000000 5.000000-3,-1.000000 4.000000-3,-3.000000 5.000000-4,0.000000 2.000000-1,0.000000 0.000000-3,0.000000 1.000000-2,0.000000-1.000000-1,0.000000 0.000000 0,0.000000 0.000000 4,0.000000 0.000000 2,0.000000 0.000000 4</inkml:trace>
</inkml:ink>
</file>

<file path=ppt/ink/ink11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2"/>
    </inkml:context>
    <inkml:brush xml:id="br0">
      <inkml:brushProperty name="width" value="0.0176130123436451" units="cm"/>
      <inkml:brushProperty name="height" value="0.0176130123436451" units="cm"/>
      <inkml:brushProperty name="color" value="#000000"/>
      <inkml:brushProperty name="ignorePressure" value="0"/>
    </inkml:brush>
  </inkml:definitions>
  <inkml:trace contextRef="#ctx0" brushRef="#br0">53340.000000 48808.000000 832,'10.000000'-8.000000'5,"-5.000000"10.000000"-1 ,-4.000000 9.000000 2,-5.000000 8.000000-1,-2.000000 6.000000 0,3.000000-1.000000-1,0.000000 0.000000-1,3.000000 1.000000-1,0.000000-2.000000-1,0.000000-3.000000 0,0.000000-4.000000 1,0.000000-2.000000 0,0.000000-3.000000 1,3.000000-1.000000 2,0.000000-1.000000 2,3.000000-2.000000 2,1.000000-4.000000 1,4.000000-3.000000 1,3.000000-6.000000 1,3.000000-4.000000 1,0.000000-3.000000-1,-1.000000-4.000000-1,-1.000000-3.000000-3,-2.000000-3.000000-1,-2.000000-2.000000-2,-1.000000-2.000000 0,-2.000000-1.000000 0,-1.000000-1.000000-1,-1.000000 0.000000-4,-3.000000 3.000000-4,0.000000 3.000000-5,-3.000000 3.000000-5,-1.000000 4.000000-6,-4.000000 5.000000-7,-2.000000 4.000000-7,-4.000000 4.000000-6,0.000000 3.000000 0,1.000000 0.000000 6,1.000000 0.000000 8,2.000000 0.000000 5,1.000000 1.000000 5,0.000000 1.000000 0,0.000000 2.000000 2,0.000000 2.000000 0</inkml:trace>
</inkml:ink>
</file>

<file path=ppt/ink/ink11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3"/>
    </inkml:context>
    <inkml:brush xml:id="br0">
      <inkml:brushProperty name="width" value="0.0168951284140348" units="cm"/>
      <inkml:brushProperty name="height" value="0.0168951284140348" units="cm"/>
      <inkml:brushProperty name="color" value="#000000"/>
      <inkml:brushProperty name="ignorePressure" value="0"/>
    </inkml:brush>
  </inkml:definitions>
  <inkml:trace contextRef="#ctx0" brushRef="#br0">53730.000000 48930.000000 868,'23.000000'-24.000000'16,"-3.000000"2.000000"-1 ,-4.000000 2.000000 0,-2.000000 1.000000-2,-3.000000 0.000000 0,-4.000000 1.000000 1,-2.000000 0.000000 1,-4.000000-1.000000 0,-1.000000 2.000000-3,-3.000000 1.000000-9,0.000000 1.000000-7,-3.000000 2.000000-8,-1.000000 2.000000-2,-4.000000 1.000000 4,-3.000000 2.000000 5,-3.000000 1.000000 4,0.000000 4.000000 2,1.000000 6.000000-1,1.000000 6.000000-1,2.000000 6.000000 0,1.000000 5.000000-1,0.000000 3.000000-1,0.000000 3.000000-2,0.000000 3.000000-1,0.000000 2.000000-1,2.000000 2.000000-1,2.000000 1.000000-2,1.000000 2.000000-1,2.000000-2.000000 1,1.000000-4.000000 2,2.000000-5.000000 2,1.000000-4.000000 3,2.000000-5.000000 2,4.000000-5.000000 1,3.000000-4.000000 2,2.000000-5.000000 2,3.000000-4.000000 0,2.000000-5.000000 0,1.000000-4.000000-1,1.000000-5.000000-1,2.000000-7.000000 1,-1.000000-9.000000-2,0.000000-9.000000 0,0.000000-10.000000 0,0.000000-5.000000-1,-2.000000-4.000000-1,-2.000000-2.000000-1,-1.000000-4.000000-2,0.000000-1.000000 1,-1.000000 0.000000 1,0.000000 0.000000 1,0.000000 0.000000 2,0.000000 2.000000 0,1.000000 2.000000-1,-1.000000 4.000000 0,0.000000 2.000000-2,-1.000000 5.000000 0,-1.000000 4.000000 1,-1.000000 4.000000-1,-2.000000 5.000000 0,-1.000000 6.000000 0,0.000000 5.000000-2,0.000000 7.000000-3,0.000000 6.000000-1,-1.000000 6.000000 0,-4.000000 9.000000 4,-2.000000 6.000000 2,-4.000000 9.000000 4,-1.000000 4.000000 2,0.000000 2.000000 0,0.000000 1.000000 0,0.000000 1.000000 0,-1.000000 4.000000 2,-2.000000 4.000000 3,-1.000000 5.000000 3,-1.000000 4.000000 3,-1.000000 6.000000 2,0.000000 6.000000-1,-1.000000 6.000000 0,1.000000 6.000000-1,0.000000 7.000000-4,0.000000 7.000000-7,0.000000 8.000000-7,-1.000000 8.000000-7,2.000000-5.000000-2,1.000000-19.000000 2,2.000000-18.000000 2,1.000000-19.000000 3,1.000000-9.000000-6,0.000000 1.000000-11,0.000000-1.000000-13,-1.000000 1.000000-13</inkml:trace>
</inkml:ink>
</file>

<file path=ppt/ink/ink11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8"/>
    </inkml:context>
    <inkml:brush xml:id="br0">
      <inkml:brushProperty name="width" value="0.0240213368088007" units="cm"/>
      <inkml:brushProperty name="height" value="0.0240213368088007" units="cm"/>
      <inkml:brushProperty name="color" value="#000000"/>
      <inkml:brushProperty name="ignorePressure" value="0"/>
    </inkml:brush>
  </inkml:definitions>
  <inkml:trace contextRef="#ctx0" brushRef="#br0">3170.000000 51393.000000 610,'-13.000000'-12.000000'0,"-1.000000"0.000000"0 ,-2.000000 0.000000 0,-2.000000-1.000000 0,1.000000 1.000000-2,1.000000 0.000000-4,1.000000 0.000000-3,2.000000 0.000000-4,-1.000000 0.000000 1,-2.000000 2.000000 7,-4.000000 2.000000 7,-3.000000 1.000000 8,-3.000000 0.000000 3,-3.000000-1.000000 2,-3.000000-2.000000 2,-3.000000-2.000000 1,-1.000000 1.000000 0,2.000000 1.000000 0,1.000000 2.000000 0,2.000000 1.000000-1,0.000000 2.000000-1,1.000000 1.000000-1,-1.000000 1.000000-1,1.000000 3.000000-2,0.000000 1.000000-1,2.000000 4.000000-1,1.000000 2.000000-1,2.000000 4.000000-1,0.000000 4.000000-2,-2.000000 4.000000-2,-1.000000 4.000000-3,-2.000000 5.000000-2,0.000000 5.000000-1,0.000000 5.000000 1,-1.000000 4.000000-1,1.000000 4.000000 0,0.000000 8.000000 1,2.000000 11.000000 2,1.000000 10.000000 0,2.000000 11.000000 1,2.000000 6.000000 2,3.000000-1.000000 3,3.000000 1.000000 1,4.000000-1.000000 4,3.000000-1.000000 0,4.000000-3.000000 1,6.000000-3.000000 1,3.000000-3.000000 0,7.000000-4.000000-1,5.000000-5.000000 0,6.000000-4.000000-1,7.000000-5.000000-1,4.000000-3.000000-2,6.000000-4.000000-1,4.000000-3.000000-2,4.000000-2.000000-2,3.000000-4.000000-1,0.000000-3.000000-1,-1.000000-3.000000 0,1.000000-2.000000-2,1.000000-4.000000 1,1.000000-3.000000 0,1.000000-3.000000 1,3.000000-4.000000-1,2.000000-2.000000 1,4.000000-6.000000-1,6.000000-4.000000-2,4.000000-5.000000 1,3.000000-5.000000-2,4.000000-6.000000 0,3.000000-6.000000-1,3.000000-6.000000 0,-2.000000-6.000000 0,-6.000000-7.000000 1,-6.000000-5.000000 0,-6.000000-7.000000 1,-6.000000-3.000000-1,-6.000000-2.000000-3,-6.000000-2.000000-2,-6.000000-1.000000-3,-4.000000-1.000000 0,1.000000-2.000000-2,-1.000000-2.000000 0,1.000000-1.000000-1,-2.000000 0.000000 0,-3.000000 1.000000 1,-3.000000 2.000000 1,-3.000000 2.000000 1,-3.000000 1.000000 1,0.000000 1.000000 1,-3.000000 2.000000 1,-1.000000 2.000000 1,-2.000000-2.000000 2,-3.000000-2.000000 2,-4.000000-3.000000 3,-2.000000-4.000000 2,-3.000000 0.000000 2,-1.000000-1.000000 2,-2.000000 0.000000 0,-1.000000 0.000000 1,-2.000000-1.000000 2,-4.000000-1.000000 1,-3.000000-1.000000 2,-2.000000-3.000000 2,-5.000000 1.000000-1,-4.000000 1.000000-1,-4.000000 2.000000-2,-6.000000 2.000000-2,-2.000000 0.000000-1,-2.000000 0.000000 2,-1.000000 0.000000 1,-2.000000 0.000000 1,-1.000000 2.000000-1,-2.000000 2.000000-5,-1.000000 4.000000-5,-2.000000 3.000000-3,-1.000000 4.000000-5,0.000000 4.000000-2,1.000000 5.000000-3,-1.000000 4.000000-3,0.000000 8.000000-4,1.000000 10.000000-6,-1.000000 12.000000-5,0.000000 10.000000-5,4.000000 4.000000-1,8.000000-1.000000 5,8.000000-1.000000 4,6.000000-2.000000 4,5.000000 0.000000-1,-3.000000 1.000000-6,-1.000000 2.000000-6,-1.000000 2.000000-6</inkml:trace>
</inkml:ink>
</file>

<file path=ppt/ink/ink11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9"/>
    </inkml:context>
    <inkml:brush xml:id="br0">
      <inkml:brushProperty name="width" value="0.021854855120182" units="cm"/>
      <inkml:brushProperty name="height" value="0.021854855120182" units="cm"/>
      <inkml:brushProperty name="color" value="#000000"/>
      <inkml:brushProperty name="ignorePressure" value="0"/>
    </inkml:brush>
  </inkml:definitions>
  <inkml:trace contextRef="#ctx0" brushRef="#br0">5073.000000 52149.000000 671,'-23.000000'-22.000000'1,"6.000000"5.000000"3 ,4.000000 4.000000 3,5.000000 4.000000 3,2.000000 2.000000 5,2.000000-1.000000 9,2.000000-2.000000 8,1.000000-1.000000 9,2.000000 3.000000 1,1.000000 10.000000-7,2.000000 8.000000-7,2.000000 10.000000-6,-1.000000 7.000000-7,-1.000000 4.000000-4,-2.000000 5.000000-6,-1.000000 4.000000-6,-1.000000 4.000000-2,0.000000 1.000000 2,0.000000 1.000000 0,0.000000 2.000000 1,0.000000 0.000000 0,0.000000-1.000000 0,0.000000-2.000000 0,0.000000-2.000000 0,1.000000-4.000000-2,4.000000-8.000000-1,2.000000-7.000000-1,4.000000-8.000000-3,5.000000-8.000000-1,8.000000-10.000000-1,7.000000-9.000000-2,8.000000-9.000000-1,4.000000-8.000000-1,2.000000-8.000000-1,2.000000-7.000000 0,1.000000-8.000000 0,-1.000000-5.000000 1,-3.000000-1.000000 2,-3.000000-2.000000 1,-2.000000-1.000000 3,-5.000000 3.000000 0,-4.000000 8.000000 3,-5.000000 7.000000 1,-5.000000 7.000000 2,-5.000000 12.000000 4,-8.000000 13.000000 8,-8.000000 14.000000 7,-7.000000 13.000000 8,-5.000000 10.000000 2,1.000000 4.000000-3,0.000000 5.000000-2,0.000000 4.000000-2,1.000000 3.000000-4,3.000000 0.000000-2,4.000000-1.000000-3,2.000000 1.000000-4,4.000000-1.000000-6,2.000000-2.000000-8,4.000000-1.000000-10,3.000000-1.000000-8,2.000000-6.000000-9,4.000000-7.000000-8,3.000000-7.000000-7,3.000000-8.000000-9,0.000000-5.000000 1,-3.000000-1.000000 7,-4.000000-2.000000 8,-2.000000-1.000000 8</inkml:trace>
</inkml:ink>
</file>

<file path=ppt/ink/ink11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9"/>
    </inkml:context>
    <inkml:brush xml:id="br0">
      <inkml:brushProperty name="width" value="0.0202553495764732" units="cm"/>
      <inkml:brushProperty name="height" value="0.0202553495764732" units="cm"/>
      <inkml:brushProperty name="color" value="#000000"/>
      <inkml:brushProperty name="ignorePressure" value="0"/>
    </inkml:brush>
  </inkml:definitions>
  <inkml:trace contextRef="#ctx0" brushRef="#br0">6073.000000 52076.000000 724,'-1.000000'-22.000000'1,"-2.000000"4.000000"10 ,0.000000 6.000000 8,-3.000000 3.000000 10,-1.000000 4.000000 3,-1.000000 1.000000-1,-2.000000 2.000000-1,-1.000000 1.000000-2,-1.000000 2.000000-1,2.000000 4.000000-5,2.000000 3.000000-4,1.000000 2.000000-3,0.000000 4.000000-6,-1.000000 3.000000-6,-2.000000 3.000000-5,-1.000000 3.000000-7,0.000000 1.000000-4,3.000000 0.000000 1,4.000000 1.000000-1,2.000000-1.000000 0,3.000000-1.000000-1,1.000000-3.000000 0,2.000000-3.000000-2,1.000000-4.000000 0,3.000000 0.000000 0,3.000000 2.000000 2,2.000000 1.000000 2,4.000000 1.000000 1,2.000000 0.000000 2,2.000000-3.000000 4,1.000000-4.000000 1,2.000000-2.000000 4,0.000000-1.000000 1,0.000000 1.000000 1,1.000000 2.000000 0,-1.000000 2.000000 1,-3.000000 1.000000 1,-5.000000 4.000000 2,-7.000000 3.000000 1,-6.000000 3.000000 2,-5.000000 1.000000 1,-2.000000 1.000000 0,-4.000000-1.000000 0,-3.000000 0.000000-1,-3.000000-1.000000-3,-5.000000-3.000000-7,-5.000000-3.000000-8,-4.000000-4.000000-8,0.000000-2.000000-8,4.000000-3.000000-8,5.000000-4.000000-8,5.000000-2.000000-9</inkml:trace>
</inkml:ink>
</file>

<file path=ppt/ink/ink11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29"/>
    </inkml:context>
    <inkml:brush xml:id="br0">
      <inkml:brushProperty name="width" value="0.0204147025942802" units="cm"/>
      <inkml:brushProperty name="height" value="0.0204147025942802" units="cm"/>
      <inkml:brushProperty name="color" value="#000000"/>
      <inkml:brushProperty name="ignorePressure" value="0"/>
    </inkml:brush>
  </inkml:definitions>
  <inkml:trace contextRef="#ctx0" brushRef="#br0">6560.000000 52271.000000 718,'-10.000000'22.000000'-15,"5.000000"-4.000000"18 ,4.000000-5.000000 17,5.000000-5.000000 18,4.000000-2.000000 4,2.000000-3.000000-7,4.000000 0.000000-7,3.000000-3.000000-8,1.000000-1.000000-6,0.000000-4.000000-4,1.000000-2.000000-4,-1.000000-4.000000-5,0.000000-3.000000-3,1.000000-2.000000-2,-1.000000-4.000000-3,0.000000-3.000000-1,0.000000-2.000000-2,-2.000000-2.000000 0,-2.000000-1.000000 0,-1.000000-2.000000 1,-1.000000 1.000000 0,-2.000000 3.000000 1,-2.000000 3.000000 1,-1.000000 4.000000 1,-4.000000 3.000000 1,-6.000000 4.000000 2,-6.000000 5.000000 1,-7.000000 5.000000 3,-3.000000 6.000000 2,-1.000000 7.000000 2,-2.000000 8.000000 4,-2.000000 8.000000 3,-1.000000 6.000000 2,-2.000000 4.000000 3,-1.000000 5.000000 2,-2.000000 4.000000 2,4.000000 2.000000 0,7.000000-1.000000-2,7.000000-2.000000-4,8.000000-2.000000-3,7.000000-2.000000-3,3.000000-5.000000-6,6.000000-5.000000-6,4.000000-4.000000-5,6.000000-6.000000-7,8.000000-6.000000-9,7.000000-6.000000-9,8.000000-6.000000-10,-1.000000-4.000000-4,-9.000000-4.000000 0,-9.000000-2.000000 0,-9.000000-4.000000 0</inkml:trace>
</inkml:ink>
</file>

<file path=ppt/ink/ink11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0"/>
    </inkml:context>
    <inkml:brush xml:id="br0">
      <inkml:brushProperty name="width" value="0.0223531667143106" units="cm"/>
      <inkml:brushProperty name="height" value="0.0223531667143106" units="cm"/>
      <inkml:brushProperty name="color" value="#000000"/>
      <inkml:brushProperty name="ignorePressure" value="0"/>
    </inkml:brush>
  </inkml:definitions>
  <inkml:trace contextRef="#ctx0" brushRef="#br0">7048.000000 52076.000000 656,'-19.000000'0.000000'-20,"11.000000"0.000000"17 ,10.000000 0.000000 17,11.000000 0.000000 16,5.000000 2.000000 6,0.000000 5.000000-6,1.000000 5.000000-6,-1.000000 4.000000-5,-1.000000 4.000000-4,-3.000000 5.000000-2,-4.000000 5.000000-2,-2.000000 4.000000-2,-2.000000 4.000000-2,0.000000 1.000000 0,0.000000 1.000000-1,0.000000 2.000000-1,-1.000000-1.000000 0,-4.000000-3.000000 0,-2.000000-3.000000 2,-4.000000-3.000000 0,-1.000000-4.000000 3,0.000000-7.000000 2,0.000000-6.000000 3,0.000000-5.000000 2,1.000000-9.000000 1,1.000000-9.000000-2,1.000000-8.000000-4,3.000000-10.000000-1,3.000000-7.000000-6,9.000000-4.000000-5,7.000000-5.000000-7,8.000000-5.000000-6,2.000000 1.000000-7,-3.000000 4.000000-6,-4.000000 4.000000-6,-2.000000 6.000000-7,-2.000000 3.000000-4,-2.000000 6.000000-5,-2.000000 4.000000-3,-1.000000 4.000000-3</inkml:trace>
</inkml:ink>
</file>

<file path=ppt/ink/ink11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0"/>
    </inkml:context>
    <inkml:brush xml:id="br0">
      <inkml:brushProperty name="width" value="0.0294578801840544" units="cm"/>
      <inkml:brushProperty name="height" value="0.0294578801840544" units="cm"/>
      <inkml:brushProperty name="color" value="#000000"/>
      <inkml:brushProperty name="ignorePressure" value="0"/>
    </inkml:brush>
  </inkml:definitions>
  <inkml:trace contextRef="#ctx0" brushRef="#br0">8414.000000 51735.000000 497,'-21.000000'2.000000'17,"5.000000"5.000000"6 ,7.000000 4.000000 4,6.000000 5.000000 5,3.000000 6.000000 2,0.000000 5.000000-1,0.000000 7.000000-1,0.000000 5.000000-2,0.000000 6.000000 0,0.000000 5.000000-2,0.000000 4.000000 0,0.000000 5.000000-2,-1.000000 1.000000-1,-4.000000-2.000000-2,-3.000000 0.000000-2,-2.000000-3.000000-1,-2.000000-2.000000-2,2.000000-5.000000-1,2.000000-5.000000-2,1.000000-4.000000-2,2.000000-4.000000-5,1.000000-3.000000-5,2.000000-3.000000-8,1.000000-3.000000-6</inkml:trace>
</inkml:ink>
</file>

<file path=ppt/ink/ink11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4"/>
    </inkml:context>
    <inkml:brush xml:id="br0">
      <inkml:brushProperty name="width" value="0.0210417713969946" units="cm"/>
      <inkml:brushProperty name="height" value="0.0210417713969946" units="cm"/>
      <inkml:brushProperty name="color" value="#000000"/>
      <inkml:brushProperty name="ignorePressure" value="0"/>
    </inkml:brush>
  </inkml:definitions>
  <inkml:trace contextRef="#ctx0" brushRef="#br0">6170.000000 54564.000000 697,'-1.000000'-23.000000'-3,"-1.000000"3.000000"5 ,-2.000000 3.000000 4,-1.000000 4.000000 5,-1.000000 1.000000 5,0.000000-1.000000 4,0.000000 1.000000 5,-1.000000 0.000000 5,1.000000 0.000000 0,-3.000000 0.000000-4,-1.000000-1.000000-4,-1.000000 1.000000-4,-1.000000 1.000000-3,0.000000 1.000000-2,-1.000000 1.000000-1,1.000000 3.000000-3,-1.000000-1.000000-1,-1.000000 1.000000 1,-2.000000 0.000000 1,-2.000000 0.000000 0,-2.000000 5.000000-2,-3.000000 8.000000-3,-2.000000 10.000000-5,-4.000000 9.000000-3,-2.000000 10.000000-2,1.000000 10.000000-2,-1.000000 11.000000-2,1.000000 11.000000 0,0.000000 9.000000 0,2.000000 8.000000 2,1.000000 7.000000 4,2.000000 8.000000 3,4.000000 1.000000 1,5.000000-7.000000 2,7.000000-6.000000 0,6.000000-5.000000 2,5.000000-11.000000-1,5.000000-13.000000-1,5.000000-14.000000-1,4.000000-14.000000-1,4.000000-10.000000-3,2.000000-5.000000-3,4.000000-7.000000-3,3.000000-6.000000-3,3.000000-6.000000-2,3.000000-6.000000 0,3.000000-7.000000 1,4.000000-5.000000 0,-1.000000-6.000000-1,0.000000-4.000000-2,-2.000000-5.000000-3,-2.000000-4.000000-2,-1.000000-2.000000-2,-2.000000 2.000000 1,-1.000000 1.000000-1,-2.000000 1.000000-1,-3.000000 5.000000 4,-7.000000 5.000000 5,-6.000000 7.000000 6,-6.000000 6.000000 7,-5.000000 10.000000 8,-5.000000 16.000000 10,-4.000000 15.000000 13,-5.000000 15.000000 10,-1.000000 7.000000 1,1.000000-1.000000-9,2.000000-3.000000-9,1.000000 0.000000-8,1.000000-4.000000-10,2.000000-4.000000-8,2.000000-5.000000-8,1.000000-4.000000-9</inkml:trace>
</inkml:ink>
</file>

<file path=ppt/ink/ink11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4"/>
    </inkml:context>
    <inkml:brush xml:id="br0">
      <inkml:brushProperty name="width" value="0.0204963181167841" units="cm"/>
      <inkml:brushProperty name="height" value="0.0204963181167841" units="cm"/>
      <inkml:brushProperty name="color" value="#000000"/>
      <inkml:brushProperty name="ignorePressure" value="0"/>
    </inkml:brush>
  </inkml:definitions>
  <inkml:trace contextRef="#ctx0" brushRef="#br0">6048.000000 55125.000000 715,'-22.000000'-33.000000'5,"4.000000"8.000000"9 ,6.000000 7.000000 11,3.000000 8.000000 9,6.000000 5.000000 3,6.000000 1.000000-2,6.000000 2.000000-3,7.000000 1.000000-2,5.000000 1.000000-6,6.000000 0.000000-5,7.000000 0.000000-6,5.000000 0.000000-7,8.000000 0.000000-4,7.000000 0.000000 0,8.000000 0.000000-1,7.000000 0.000000-1,-2.000000 0.000000 0,-12.000000 0.000000 1,-12.000000 0.000000 1,-13.000000 0.000000 0,-5.000000 1.000000-10,-1.000000 1.000000-25,0.000000 2.000000-24,1.000000 1.000000-24</inkml:trace>
</inkml:ink>
</file>

<file path=ppt/ink/ink11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4"/>
    </inkml:context>
    <inkml:brush xml:id="br0">
      <inkml:brushProperty name="width" value="0.0200190786272287" units="cm"/>
      <inkml:brushProperty name="height" value="0.0200190786272287" units="cm"/>
      <inkml:brushProperty name="color" value="#000000"/>
      <inkml:brushProperty name="ignorePressure" value="0"/>
    </inkml:brush>
  </inkml:definitions>
  <inkml:trace contextRef="#ctx0" brushRef="#br0">7072.000000 55076.000000 732,'-22.000000'0.000000'1,"2.000000"0.000000"2 ,3.000000 0.000000 1,3.000000 0.000000 3,2.000000 0.000000 3,0.000000 0.000000 5,0.000000 0.000000 7,0.000000 0.000000 5,-1.000000 1.000000 2,1.000000 1.000000-3,0.000000 2.000000-2,0.000000 1.000000-2,0.000000 4.000000-2,2.000000 4.000000-4,2.000000 4.000000-2,1.000000 5.000000-2,1.000000 3.000000-4,0.000000 2.000000-3,0.000000 1.000000-2,0.000000 2.000000-4,2.000000 0.000000-2,5.000000-2.000000 1,4.000000-1.000000-1,5.000000-2.000000 0,4.000000-2.000000 0,2.000000-4.000000 1,4.000000-2.000000 1,3.000000-3.000000 0,3.000000-5.000000-2,3.000000-6.000000-6,3.000000-6.000000-6,3.000000-6.000000-5,2.000000-6.000000-2,-1.000000-4.000000 3,1.000000-4.000000 3,-1.000000-5.000000 3,-1.000000-4.000000 2,-6.000000-4.000000 2,-3.000000-2.000000 1,-6.000000-3.000000 1,-4.000000 0.000000 0,-4.000000 3.000000 1,-6.000000 3.000000-1,-3.000000 3.000000 0,-7.000000 4.000000 2,-7.000000 7.000000 3,-9.000000 6.000000 4,-6.000000 6.000000 3,-5.000000 5.000000 1,-2.000000 5.000000-1,-2.000000 4.000000-1,0.000000 5.000000-2,1.000000 3.000000-3,7.000000 1.000000-8,5.000000 2.000000-5,7.000000 2.000000-8,4.000000-1.000000-3,4.000000-1.000000-3,2.000000-1.000000-3,4.000000-2.000000-2</inkml:trace>
</inkml:ink>
</file>

<file path=ppt/ink/ink11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4"/>
    </inkml:context>
    <inkml:brush xml:id="br0">
      <inkml:brushProperty name="width" value="0.0212348140776157" units="cm"/>
      <inkml:brushProperty name="height" value="0.0212348140776157" units="cm"/>
      <inkml:brushProperty name="color" value="#000000"/>
      <inkml:brushProperty name="ignorePressure" value="0"/>
    </inkml:brush>
  </inkml:definitions>
  <inkml:trace contextRef="#ctx0" brushRef="#br0">7780.000000 54979.000000 690,'-2.000000'-21.000000'10,"-2.000000"8.000000"13 ,-4.000000 8.000000 12,-3.000000 7.000000 12,-1.000000 7.000000 2,0.000000 6.000000-8,0.000000 7.000000-9,0.000000 5.000000-9,1.000000 4.000000-7,3.000000 2.000000-2,4.000000 1.000000-4,2.000000 2.000000-4,4.000000-1.000000-3,2.000000-3.000000-3,4.000000-3.000000-3,3.000000-3.000000-5,2.000000-3.000000-1,4.000000-3.000000 0,3.000000-3.000000-1,3.000000-4.000000 0,0.000000-4.000000 1,0.000000-9.000000 2,-3.000000-6.000000 2,-1.000000-9.000000 2,-1.000000-5.000000 1,1.000000-6.000000 1,-1.000000-3.000000 0,0.000000-6.000000 1,-2.000000 0.000000 1,-4.000000 0.000000-1,-5.000000 3.000000 1,-5.000000 0.000000 0,-2.000000 3.000000-1,0.000000 3.000000 0,0.000000 4.000000 0,0.000000 2.000000 0,-2.000000 4.000000-7,-2.000000 4.000000-12,-4.000000 5.000000-13,-2.000000 5.000000-13,-2.000000 4.000000-5,2.000000 5.000000 3,2.000000 5.000000 3,1.000000 4.000000 4</inkml:trace>
</inkml:ink>
</file>

<file path=ppt/ink/ink11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5"/>
    </inkml:context>
    <inkml:brush xml:id="br0">
      <inkml:brushProperty name="width" value="0.0259993895888329" units="cm"/>
      <inkml:brushProperty name="height" value="0.0259993895888329" units="cm"/>
      <inkml:brushProperty name="color" value="#000000"/>
      <inkml:brushProperty name="ignorePressure" value="0"/>
    </inkml:brush>
  </inkml:definitions>
  <inkml:trace contextRef="#ctx0" brushRef="#br0">8658.000000 54857.000000 564,'-24.000000'-11.000000'18,"2.000000"3.000000"3 ,2.000000 4.000000 3,0.000000 2.000000 2,2.000000 1.000000 0,0.000000-1.000000 0,0.000000-2.000000-2,-1.000000-1.000000-2,0.000000 0.000000-1,-1.000000 1.000000-3,-2.000000 2.000000-3,-2.000000 1.000000-3,0.000000 4.000000-4,-1.000000 6.000000-3,1.000000 6.000000-4,-1.000000 7.000000-5,2.000000 5.000000-1,1.000000 7.000000 1,1.000000 5.000000 1,2.000000 7.000000 2,3.000000 4.000000-2,5.000000 4.000000-1,4.000000 2.000000-4,4.000000 3.000000-2,6.000000-1.000000-2,7.000000-6.000000 0,5.000000-6.000000 0,6.000000-6.000000-1,7.000000-9.000000 1,8.000000-11.000000 3,8.000000-10.000000 2,7.000000-11.000000 2,4.000000-10.000000 1,-1.000000-11.000000-1,1.000000-11.000000 0,0.000000-10.000000-1,-1.000000-11.000000-1,-4.000000-8.000000 2,-3.000000-10.000000 0,-3.000000-9.000000 0,-4.000000-5.000000 0,-6.000000-4.000000-3,-7.000000-3.000000-3,-6.000000-3.000000-2,-5.000000 3.000000-2,-4.000000 9.000000 1,-5.000000 9.000000 1,-5.000000 10.000000 1,-3.000000 8.000000 0,-1.000000 10.000000 2,-2.000000 9.000000 1,-1.000000 9.000000 2,-1.000000 9.000000 3,3.000000 9.000000 5,0.000000 10.000000 7,3.000000 8.000000 5,0.000000 6.000000 4,0.000000 2.000000 3,0.000000 1.000000 1,0.000000 1.000000 3,0.000000 3.000000 2,0.000000 3.000000 3,0.000000 3.000000 3,0.000000 3.000000 3,-1.000000 4.000000 0,-2.000000 7.000000-3,0.000000 6.000000-2,-3.000000 6.000000-4,0.000000 5.000000-2,0.000000 5.000000-2,0.000000 4.000000-2,0.000000 5.000000-2,0.000000 3.000000-3,0.000000 4.000000-5,0.000000 3.000000-3,0.000000 3.000000-5,0.000000-3.000000-3,2.000000-7.000000-5,2.000000-7.000000-5,1.000000-9.000000-5,1.000000-7.000000-5,0.000000-10.000000-7,0.000000-9.000000-5,0.000000-9.000000-7,1.000000-8.000000-3,1.000000-6.000000 0,2.000000-6.000000 1,2.000000-6.000000 0,0.000000-4.000000 1,3.000000-1.000000 3,1.000000-2.000000 2,1.000000-2.000000 2</inkml:trace>
</inkml:ink>
</file>

<file path=ppt/ink/ink11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5"/>
    </inkml:context>
    <inkml:brush xml:id="br0">
      <inkml:brushProperty name="width" value="0.0192619059234858" units="cm"/>
      <inkml:brushProperty name="height" value="0.0192619059234858" units="cm"/>
      <inkml:brushProperty name="color" value="#000000"/>
      <inkml:brushProperty name="ignorePressure" value="0"/>
    </inkml:brush>
  </inkml:definitions>
  <inkml:trace contextRef="#ctx0" brushRef="#br0">10024.000000 54271.000000 761,'-12.000000'27.000000'89,"2.000000"4.000000"-20 ,2.000000 5.000000-22,1.000000 4.000000-21,2.000000 7.000000-18,1.000000 7.000000-19,2.000000 8.000000-17,1.000000 7.000000-18,1.000000-2.000000-8,0.000000-12.000000 3,0.000000-12.000000 2,0.000000-13.000000 2</inkml:trace>
</inkml:ink>
</file>

<file path=ppt/ink/ink11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35"/>
    </inkml:context>
    <inkml:brush xml:id="br0">
      <inkml:brushProperty name="width" value="0.0153992967680097" units="cm"/>
      <inkml:brushProperty name="height" value="0.0153992967680097" units="cm"/>
      <inkml:brushProperty name="color" value="#000000"/>
      <inkml:brushProperty name="ignorePressure" value="0"/>
    </inkml:brush>
  </inkml:definitions>
  <inkml:trace contextRef="#ctx0" brushRef="#br0">10121.000000 55418.000000 952,'-11.000000'23.000000'2,"1.000000"-1.000000"5 ,1.000000-1.000000 3,3.000000-2.000000 5,0.000000-2.000000-3,2.000000-1.000000-11,2.000000-1.000000-10,1.000000-2.000000-11,1.000000-2.000000-5,0.000000-1.000000 0,0.000000-1.000000 2,0.000000-3.000000 0,1.000000 0.000000 0,1.000000-2.000000 1,2.000000-2.000000 0,2.000000-1.000000 1</inkml:trace>
</inkml:ink>
</file>

<file path=ppt/ink/ink11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3"/>
    </inkml:context>
    <inkml:brush xml:id="br0">
      <inkml:brushProperty name="width" value="0.0206188783049583" units="cm"/>
      <inkml:brushProperty name="height" value="0.0206188783049583" units="cm"/>
      <inkml:brushProperty name="color" value="#000000"/>
      <inkml:brushProperty name="ignorePressure" value="0"/>
    </inkml:brush>
  </inkml:definitions>
  <inkml:trace contextRef="#ctx0" brushRef="#br0">9146.000000 56491.000000 711,'-1.000000'-22.000000'63,"-1.000000"4.000000"-14 ,-2.000000 5.000000-12,-2.000000 5.000000-14,0.000000 2.000000-7,0.000000-1.000000-2,0.000000 1.000000-3,0.000000 0.000000-3,-1.000000 1.000000-2,-1.000000 1.000000-1,-2.000000 2.000000-3,-2.000000 1.000000-3,0.000000 0.000000 1,-3.000000-1.000000 0,-1.000000-2.000000 2,-2.000000-1.000000 2,0.000000 0.000000 0,0.000000 1.000000-2,0.000000 1.000000-1,-1.000000 3.000000-1,0.000000 0.000000-1,-1.000000 0.000000 2,-2.000000 0.000000 0,-2.000000 0.000000 1,0.000000 0.000000 0,-1.000000 0.000000-1,1.000000 0.000000 0,-1.000000 0.000000-1,1.000000 1.000000 0,0.000000 4.000000 1,-1.000000 2.000000-1,1.000000 4.000000 1,0.000000 2.000000-1,2.000000 2.000000-1,2.000000 1.000000 0,0.000000 1.000000-1,2.000000 1.000000 0,0.000000-2.000000 0,0.000000-2.000000 0,-1.000000-1.000000 1,2.000000 0.000000-1,1.000000 1.000000 1,1.000000 2.000000 0,2.000000 2.000000 0,2.000000 0.000000 0,1.000000-2.000000 1,2.000000-2.000000 0,1.000000-1.000000 1,1.000000 0.000000 0,3.000000 1.000000 1,0.000000 2.000000 0,3.000000 2.000000 0,0.000000 0.000000 1,3.000000 1.000000 0,0.000000-1.000000 0,3.000000 0.000000 0,0.000000-1.000000 0,0.000000-3.000000 0,0.000000-4.000000-1,0.000000-2.000000 0,1.000000-2.000000 0,1.000000 0.000000-2,2.000000 0.000000 0,2.000000 0.000000-1,0.000000 1.000000 0,0.000000 2.000000 2,0.000000 0.000000 0,0.000000 3.000000 3,1.000000-1.000000-1,-1.000000-1.000000 0,0.000000-1.000000-2,0.000000-3.000000 1,1.000000 0.000000-2,2.000000-2.000000 1,1.000000-2.000000 0,1.000000-1.000000 0,1.000000-1.000000 1,-2.000000 3.000000-2,-2.000000 1.000000 1,-1.000000 1.000000-2,0.000000 1.000000 1,2.000000 0.000000-1,1.000000 0.000000 1,1.000000 0.000000-1,1.000000 0.000000 1,-2.000000 0.000000-1,-2.000000 1.000000-1,-1.000000-1.000000 1,-1.000000-1.000000 0,1.000000-1.000000 0,-1.000000-2.000000 0,0.000000-1.000000 0,0.000000 0.000000 0,0.000000 1.000000-2,1.000000 2.000000-1,-1.000000 1.000000-1,0.000000 0.000000-3,0.000000-1.000000-5,0.000000-2.000000-4,1.000000-1.000000-4,-1.000000 0.000000-7,0.000000 1.000000-12,0.000000 2.000000-10,0.000000 1.000000-11</inkml:trace>
</inkml:ink>
</file>

<file path=ppt/ink/ink11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3"/>
    </inkml:context>
    <inkml:brush xml:id="br0">
      <inkml:brushProperty name="width" value="0.0191439539194107" units="cm"/>
      <inkml:brushProperty name="height" value="0.0191439539194107" units="cm"/>
      <inkml:brushProperty name="color" value="#000000"/>
      <inkml:brushProperty name="ignorePressure" value="0"/>
    </inkml:brush>
  </inkml:definitions>
  <inkml:trace contextRef="#ctx0" brushRef="#br0">9194.000000 56393.000000 766,'-22.000000'11.000000'-23,"5.000000"-4.000000"14 ,4.000000-2.000000 12,4.000000-4.000000 14,6.000000-2.000000 8,3.000000-4.000000 1,6.000000-2.000000 3,4.000000-4.000000 1,3.000000 0.000000-2,1.000000 1.000000-6,2.000000 1.000000-7,2.000000 3.000000-7,1.000000 0.000000-4,1.000000 2.000000-1,2.000000 2.000000-1,2.000000 1.000000-2,0.000000 1.000000-2,1.000000 0.000000-3,-1.000000 0.000000-4,1.000000 0.000000-3,-1.000000 0.000000-1,0.000000 0.000000 1,1.000000 0.000000 2,-1.000000 0.000000 0,0.000000 2.000000 3,1.000000 2.000000 2,-1.000000 4.000000 1,1.000000 3.000000 4,-2.000000 1.000000 0,-1.000000 0.000000 0,-1.000000 0.000000 1,-2.000000 0.000000 0,-2.000000 1.000000 0,-4.000000-1.000000 0,-2.000000 0.000000 0,-3.000000 0.000000 0,-2.000000 0.000000 0,0.000000 1.000000-1,0.000000-1.000000 1,0.000000 0.000000-2,-1.000000 1.000000 1,-1.000000 1.000000 0,-1.000000 2.000000 0,-3.000000 2.000000-1,0.000000 0.000000 1,-3.000000 1.000000 0,-1.000000-1.000000 0,-1.000000 0.000000 0,-2.000000 0.000000 0,-1.000000-2.000000 1,-2.000000-2.000000 1,-1.000000-1.000000 1,-2.000000-1.000000 1,1.000000 1.000000 0,0.000000-1.000000-1,0.000000 0.000000 1,-1.000000-1.000000 1,-2.000000-4.000000 0,-1.000000-2.000000 2,-1.000000-4.000000 1,-1.000000 0.000000 1,-1.000000 1.000000 0,1.000000 2.000000 0,0.000000 2.000000 1,-1.000000-1.000000 0,1.000000-1.000000-1,0.000000-2.000000 1,-1.000000-1.000000 0,1.000000-1.000000-2,0.000000 0.000000-3,0.000000 0.000000-3,-1.000000 0.000000-4,2.000000-1.000000-4,1.000000-1.000000-6,1.000000-2.000000-6,2.000000-1.000000-6</inkml:trace>
</inkml:ink>
</file>

<file path=ppt/ink/ink11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4"/>
    </inkml:context>
    <inkml:brush xml:id="br0">
      <inkml:brushProperty name="width" value="0.0185572933405638" units="cm"/>
      <inkml:brushProperty name="height" value="0.0185572933405638" units="cm"/>
      <inkml:brushProperty name="color" value="#000000"/>
      <inkml:brushProperty name="ignorePressure" value="0"/>
    </inkml:brush>
  </inkml:definitions>
  <inkml:trace contextRef="#ctx0" brushRef="#br0">9024.000000 56905.000000 790,'-9.000000'-10.000000'-3,"9.000000"2.000000"6 ,6.000000 3.000000 6,9.000000 4.000000 6,2.000000 2.000000 3,-1.000000 1.000000-3,-1.000000 2.000000-2,-2.000000 1.000000-1,-1.000000 2.000000-2,0.000000 1.000000 0,0.000000 2.000000-2,1.000000 2.000000 0,0.000000 0.000000 0,1.000000 0.000000 0,2.000000 0.000000 0,2.000000 0.000000 0,-1.000000 1.000000 0,-1.000000 2.000000-2,-1.000000 1.000000-1,-2.000000 1.000000-2,0.000000 2.000000-1,1.000000-1.000000 2,2.000000 0.000000 0,2.000000 1.000000 0,-1.000000-3.000000 1,-1.000000-2.000000-1,-1.000000-3.000000-1,-2.000000-4.000000-1,-2.000000-1.000000 0,-1.000000 1.000000 1,-2.000000-1.000000-1,-1.000000 0.000000 1</inkml:trace>
</inkml:ink>
</file>

<file path=ppt/ink/ink11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4"/>
    </inkml:context>
    <inkml:brush xml:id="br0">
      <inkml:brushProperty name="width" value="0.0199281796813011" units="cm"/>
      <inkml:brushProperty name="height" value="0.0199281796813011" units="cm"/>
      <inkml:brushProperty name="color" value="#000000"/>
      <inkml:brushProperty name="ignorePressure" value="0"/>
    </inkml:brush>
  </inkml:definitions>
  <inkml:trace contextRef="#ctx0" brushRef="#br0">9536.000000 56637.000000 735,'-12.000000'12.000000'26,"2.000000"0.000000"1 ,2.000000 1.000000 1,1.000000-1.000000 1,1.000000 1.000000-1,0.000000 1.000000-5,0.000000 2.000000-5,0.000000 2.000000-3,1.000000 1.000000-3,1.000000 1.000000-2,1.000000 2.000000 0,3.000000 2.000000-1,-1.000000 1.000000-1,-1.000000 2.000000-1,-2.000000 1.000000 0,-2.000000 2.000000-2,1.000000-1.000000-3,1.000000-3.000000-5,2.000000-3.000000-5,1.000000-4.000000-6,1.000000-1.000000-10,0.000000-2.000000-15,0.000000-2.000000-15,0.000000-1.000000-15</inkml:trace>
</inkml:ink>
</file>

<file path=ppt/ink/ink11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7"/>
    </inkml:context>
    <inkml:brush xml:id="br0">
      <inkml:brushProperty name="width" value="0.0201361980289221" units="cm"/>
      <inkml:brushProperty name="height" value="0.0201361980289221" units="cm"/>
      <inkml:brushProperty name="color" value="#000000"/>
      <inkml:brushProperty name="ignorePressure" value="0"/>
    </inkml:brush>
  </inkml:definitions>
  <inkml:trace contextRef="#ctx0" brushRef="#br0">6170.000000 57783.000000 728,'22.000000'13.000000'17,"-4.000000"2.000000"-1 ,-5.000000 1.000000-2,-5.000000 1.000000-2,-2.000000 5.000000-1,0.000000 5.000000 1,0.000000 7.000000-1,0.000000 5.000000 1,0.000000 8.000000 0,-2.000000 10.000000 0,-2.000000 8.000000 0,-1.000000 10.000000 0,-1.000000 7.000000 1,0.000000 4.000000 0,0.000000 5.000000 1,0.000000 4.000000 1,0.000000 0.000000-1,0.000000-4.000000-2,0.000000-5.000000-1,0.000000-5.000000-2,0.000000-5.000000-2,0.000000-8.000000-2,0.000000-8.000000-1,0.000000-7.000000-2,0.000000-10.000000-3,3.000000-10.000000-4,1.000000-11.000000-3,1.000000-11.000000-4,2.000000-7.000000-5,1.000000-5.000000-8,2.000000-4.000000-7,1.000000-5.000000-7,2.000000-5.000000-3,-1.000000-7.000000 4,0.000000-5.000000 3,0.000000-6.000000 3,0.000000-2.000000 3,-2.000000 5.000000 2,-2.000000 5.000000 3,-1.000000 5.000000 2</inkml:trace>
</inkml:ink>
</file>

<file path=ppt/ink/ink11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8"/>
    </inkml:context>
    <inkml:brush xml:id="br0">
      <inkml:brushProperty name="width" value="0.0290300603955984" units="cm"/>
      <inkml:brushProperty name="height" value="0.0290300603955984" units="cm"/>
      <inkml:brushProperty name="color" value="#000000"/>
      <inkml:brushProperty name="ignorePressure" value="0"/>
    </inkml:brush>
  </inkml:definitions>
  <inkml:trace contextRef="#ctx0" brushRef="#br0">6487.000000 57710.000000 505,'2.000000'-22.000000'1,"2.000000"5.000000"4 ,4.000000 4.000000 5,3.000000 4.000000 4,2.000000 4.000000 2,1.000000 1.000000-1,2.000000 2.000000-1,1.000000 1.000000-1,3.000000 1.000000-1,0.000000 0.000000-3,2.000000 0.000000-1,2.000000 0.000000-3,1.000000 1.000000 0,2.000000 1.000000 0,1.000000 2.000000 2,2.000000 1.000000 0,2.000000 1.000000 0,3.000000 0.000000-3,3.000000 0.000000-2,3.000000 1.000000-3,4.000000-2.000000 0,4.000000-1.000000 1,6.000000-2.000000 2,3.000000-1.000000 1,5.000000-3.000000 1,2.000000-2.000000 1,4.000000-4.000000 1,3.000000-3.000000 1,0.000000-2.000000 0,-1.000000-1.000000-1,-2.000000-2.000000 0,-1.000000-2.000000 0,-5.000000 2.000000-1,-7.000000 2.000000-3,-8.000000 3.000000-2,-8.000000 4.000000-2,-4.000000 1.000000-1,-2.000000 2.000000 0,-1.000000 2.000000 0,-2.000000 1.000000-1,-1.000000 1.000000 2,-2.000000 0.000000 0,-1.000000 0.000000 1,-2.000000 0.000000 1,0.000000 0.000000 0,-1.000000 0.000000 0,0.000000 0.000000 0,1.000000 0.000000-1,0.000000 1.000000 1,2.000000 1.000000 0,1.000000 2.000000 1,2.000000 2.000000 1,1.000000-1.000000 0,2.000000-1.000000 0,1.000000-2.000000 0,2.000000-1.000000 0,0.000000-1.000000-1,-2.000000 0.000000 0,-1.000000 0.000000-1,-2.000000 0.000000 0,0.000000 0.000000-1,2.000000 0.000000 1,1.000000 0.000000 0,2.000000 0.000000 0,0.000000 1.000000 0,-2.000000 1.000000 0,-1.000000 2.000000 0,-2.000000 1.000000 0,-1.000000 0.000000-1,-2.000000-1.000000 0,-1.000000-2.000000-1,-2.000000-1.000000-2,2.000000 0.000000 1,7.000000 1.000000 1,5.000000 2.000000 1,7.000000 1.000000 1,4.000000 1.000000 0,1.000000-2.000000 0,1.000000-2.000000 1,3.000000-1.000000 1,2.000000-1.000000-1,7.000000 0.000000 0,7.000000 0.000000 1,5.000000 0.000000 0,2.000000 0.000000 0,-1.000000 0.000000 1,-1.000000 0.000000 1,-2.000000 0.000000 1,-1.000000 0.000000 0,0.000000 0.000000-2,0.000000 0.000000-1,0.000000 0.000000-3,2.000000 0.000000 0,3.000000 0.000000 1,3.000000 0.000000 1,2.000000 0.000000 1,4.000000-1.000000 1,0.000000-1.000000 0,2.000000-2.000000 0,2.000000-2.000000 0,-2.000000 1.000000 0,-4.000000 1.000000-2,-5.000000 2.000000 0,-5.000000 1.000000-2,-1.000000 1.000000 1,2.000000 0.000000 2,1.000000 0.000000 2,1.000000 0.000000 2,3.000000 0.000000 0,3.000000 0.000000-1,3.000000 0.000000-1,3.000000 0.000000-2,-1.000000 0.000000-1,-5.000000 0.000000 1,-4.000000 0.000000-1,-4.000000 0.000000-1,-4.000000-1.000000 1,-1.000000-1.000000 0,-1.000000-2.000000 1,-3.000000-1.000000-1,3.000000-1.000000 1,4.000000 0.000000-1,4.000000 0.000000 1,5.000000 0.000000 0,2.000000 0.000000-1,-2.000000-1.000000 1,-1.000000 1.000000 0,-2.000000 0.000000 0,-4.000000 1.000000 0,-6.000000 1.000000-1,-6.000000 2.000000 0,-6.000000 1.000000-1,-3.000000 0.000000-1,3.000000-1.000000 2,0.000000-2.000000-1,3.000000-1.000000 1,-1.000000-1.000000 0,1.000000 3.000000 1,0.000000 0.000000 0,0.000000 3.000000 1,1.000000 0.000000-1,1.000000 0.000000 1,2.000000 0.000000 0,2.000000 0.000000-1,-2.000000 0.000000 0,-2.000000 0.000000 0,-4.000000 0.000000-2,-3.000000 0.000000-1,-1.000000 0.000000 0,0.000000 0.000000-1,0.000000 0.000000-1,0.000000 0.000000 0,1.000000-1.000000-1,1.000000-1.000000 0,1.000000-2.000000 0,3.000000-2.000000 1,0.000000 1.000000 1,0.000000 1.000000 1,0.000000 2.000000 2,-1.000000 1.000000 2,0.000000 1.000000 0,-4.000000 0.000000-1,-2.000000 0.000000-1,-4.000000 0.000000-1,-4.000000 0.000000-1,-7.000000 0.000000 0,-5.000000 0.000000 1,-7.000000 0.000000 0,-2.000000 0.000000 0,-1.000000 0.000000-1,1.000000 0.000000 0,-1.000000 0.000000-1,0.000000-1.000000 1,-2.000000-1.000000-2,-2.000000-2.000000 1,-1.000000-1.000000 0,0.000000 0.000000-1,2.000000 1.000000 0,1.000000 2.000000 0,2.000000 1.000000-1,-1.000000 1.000000 0,-1.000000 0.000000 1,-1.000000 0.000000-1,-2.000000 0.000000 1,-1.000000 0.000000-1,-2.000000 0.000000 1,-2.000000 0.000000-1,-1.000000 0.000000 0,0.000000 0.000000 0,1.000000 0.000000 2,2.000000 0.000000 0,2.000000 0.000000 1,0.000000 0.000000 0,1.000000 0.000000 1,-1.000000 0.000000 0,0.000000 0.000000 1,2.000000 0.000000 0,3.000000 0.000000 1,3.000000 0.000000 1,3.000000 0.000000 0,2.000000 1.000000 1,2.000000 1.000000-1,1.000000 2.000000-1,2.000000 1.000000 0,0.000000 2.000000 0,-2.000000 1.000000 0,-1.000000 2.000000 0,-2.000000 2.000000-1,-1.000000-2.000000 1,1.000000-2.000000-1,-1.000000-4.000000 0,1.000000-2.000000 0,-2.000000-2.000000-1,-3.000000 0.000000 0,-3.000000 0.000000-1,-4.000000 0.000000 0,-1.000000 0.000000 0,-2.000000 0.000000 0,-2.000000 0.000000 0,-1.000000 0.000000 1,0.000000-1.000000 0,-1.000000-1.000000 0,0.000000-2.000000 0,0.000000-1.000000-1,0.000000 1.000000 4,-2.000000 5.000000 5,-2.000000 4.000000 7,-1.000000 5.000000 5,-2.000000 2.000000 2,-1.000000 0.000000-2,-2.000000 1.000000-4,-1.000000-1.000000-1,-1.000000 4.000000-3,0.000000 7.000000 0,0.000000 9.000000 0,0.000000 7.000000 0,-1.000000 9.000000-1,-1.000000 10.000000 0,-2.000000 12.000000 0,-1.000000 10.000000 0,-1.000000 8.000000-2,3.000000 7.000000-3,0.000000 5.000000-2,3.000000 7.000000-5,0.000000 1.000000-1,0.000000-3.000000-2,0.000000-3.000000-2,0.000000-2.000000-1,0.000000-4.000000 0,0.000000-3.000000 2,0.000000-4.000000 1,0.000000-2.000000 2,0.000000-3.000000 2,3.000000-3.000000 0,0.000000-3.000000 1,3.000000-4.000000 2,-1.000000-3.000000-1,-1.000000-4.000000 0,-2.000000-6.000000 0,-1.000000-3.000000 0,-1.000000-7.000000-1,0.000000-5.000000-1,0.000000-6.000000 0,0.000000-7.000000-1,0.000000 1.000000-3,0.000000 5.000000-7,0.000000 7.000000-5,0.000000 6.000000-7,0.000000 2.000000-6,0.000000-1.000000-5,0.000000-2.000000-6,0.000000-2.000000-6,-1.000000-4.000000-4,-1.000000-7.000000-2,-2.000000-9.000000-3,-1.000000-7.000000-2</inkml:trace>
</inkml:ink>
</file>

<file path=ppt/ink/ink12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49"/>
    </inkml:context>
    <inkml:brush xml:id="br0">
      <inkml:brushProperty name="width" value="0.0180376600474119" units="cm"/>
      <inkml:brushProperty name="height" value="0.0180376600474119" units="cm"/>
      <inkml:brushProperty name="color" value="#000000"/>
      <inkml:brushProperty name="ignorePressure" value="0"/>
    </inkml:brush>
  </inkml:definitions>
  <inkml:trace contextRef="#ctx0" brushRef="#br0">6609.000000 58832.000000 813,'0.000000'-34.000000'-5,"0.000000"4.000000"-7 ,0.000000 5.000000-9,0.000000 4.000000-7,0.000000 5.000000-2,0.000000 2.000000 8,0.000000 3.000000 7,0.000000 4.000000 7,0.000000 0.000000 6,0.000000 1.000000 3,0.000000 0.000000 4,0.000000 0.000000 3,-1.000000 1.000000 2,-1.000000 1.000000-1,-2.000000 2.000000 0,-1.000000 1.000000-2,-1.000000 1.000000 0,0.000000 0.000000 0,0.000000 0.000000 1,-1.000000 0.000000 0,1.000000 0.000000 2,0.000000 0.000000 4,0.000000 0.000000 5,0.000000 0.000000 4,1.000000 3.000000 2,1.000000 6.000000-3,2.000000 6.000000 0,1.000000 7.000000-3,1.000000 7.000000-1,0.000000 12.000000-3,0.000000 10.000000-2,0.000000 11.000000-3,0.000000 7.000000-2,0.000000 5.000000-2,0.000000 4.000000-2,0.000000 6.000000-2,0.000000 0.000000 0,0.000000-1.000000 1,0.000000-1.000000 1,0.000000-2.000000 1,0.000000-3.000000 0,0.000000-5.000000-3,0.000000-4.000000-3,0.000000-5.000000-3,0.000000-5.000000-1,0.000000-6.000000-2,0.000000-6.000000 0,0.000000-7.000000 0,1.000000-4.000000-4,1.000000-6.000000-4,2.000000-3.000000-6,1.000000-6.000000-4,2.000000-4.000000-3,1.000000-4.000000 1,2.000000-6.000000 0,2.000000-3.000000 0,-1.000000-3.000000 1,-1.000000 0.000000 1,-2.000000 0.000000 0,-1.000000 0.000000 0</inkml:trace>
</inkml:ink>
</file>

<file path=ppt/ink/ink12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0"/>
    </inkml:context>
    <inkml:brush xml:id="br0">
      <inkml:brushProperty name="width" value="0.0271684993058443" units="cm"/>
      <inkml:brushProperty name="height" value="0.0271684993058443" units="cm"/>
      <inkml:brushProperty name="color" value="#000000"/>
      <inkml:brushProperty name="ignorePressure" value="0"/>
    </inkml:brush>
  </inkml:definitions>
  <inkml:trace contextRef="#ctx0" brushRef="#br0">6609.000000 60003.000000 539,'47.000000'-1.000000'48,"-2.000000"-1.000000"-8 ,-4.000000-2.000000-7,-3.000000-1.000000-7,0.000000-2.000000-5,3.000000 1.000000-3,3.000000 0.000000-5,4.000000 0.000000-2,6.000000 1.000000-4,13.000000 1.000000 0,13.000000 2.000000-1,11.000000 1.000000-1,9.000000 0.000000 0,4.000000-1.000000 1,5.000000-2.000000 1,5.000000-1.000000 3,-1.000000-1.000000-1,-6.000000 0.000000-2,-7.000000-1.000000-1,-5.000000 1.000000-2,-2.000000 0.000000 0,6.000000 0.000000 1,4.000000 0.000000 0,4.000000 0.000000 1,1.000000-1.000000 1,-6.000000-1.000000-1,-3.000000-2.000000 1,-5.000000-2.000000 0,-6.000000 0.000000-1,-6.000000 0.000000 1,-6.000000 0.000000-1,-5.000000 0.000000 1,-1.000000 1.000000-1,6.000000 3.000000 3,6.000000 4.000000 0,7.000000 2.000000 2,1.000000 2.000000-2,-4.000000 0.000000-4,-2.000000 0.000000-6,-3.000000 0.000000-5,-4.000000 0.000000-1,-5.000000 0.000000 1,-4.000000 0.000000 2,-4.000000 0.000000 2,-2.000000-1.000000 1,4.000000-1.000000 1,2.000000-2.000000 1,4.000000-1.000000 2,2.000000 0.000000 0,1.000000 1.000000 0,2.000000 2.000000-1,2.000000 1.000000 0,-2.000000 0.000000 0,-5.000000-1.000000 1,-4.000000-2.000000-1,-5.000000-1.000000 0,-3.000000-1.000000 0,-4.000000 3.000000 0,-3.000000 0.000000 0,-2.000000 2.000000 0,-2.000000 2.000000-1,-1.000000 2.000000 0,1.000000 0.000000-1,0.000000 3.000000 0,1.000000-1.000000-1,4.000000-1.000000 0,2.000000-2.000000 2,3.000000-1.000000-1,2.000000-1.000000 1,-3.000000 0.000000 0,-1.000000 0.000000-2,-1.000000 0.000000 1,-1.000000 0.000000-1,0.000000 0.000000 0,0.000000 0.000000 0,0.000000 0.000000 0,-1.000000 0.000000-1,-2.000000 0.000000 2,-1.000000 0.000000-1,-1.000000 0.000000 2,2.000000 0.000000-1,6.000000 0.000000 1,6.000000 0.000000-1,6.000000 0.000000 0,5.000000 0.000000 0,5.000000 0.000000 0,5.000000 0.000000-1,4.000000 0.000000-1,1.000000 0.000000 1,-3.000000 0.000000 1,-3.000000 0.000000 1,-4.000000 0.000000 2,1.000000 0.000000 1,0.000000 0.000000-1,2.000000 0.000000 0,2.000000 0.000000-1,2.000000 0.000000 1,6.000000 0.000000-1,3.000000 0.000000 0,6.000000 0.000000-1,-1.000000-1.000000 0,-4.000000-1.000000-1,-5.000000-2.000000-1,-4.000000-1.000000-2,-2.000000-1.000000-1,2.000000-1.000000 0,1.000000 1.000000-2,1.000000 0.000000-1,2.000000 0.000000 0,-1.000000 0.000000 1,1.000000 0.000000 0,-1.000000 0.000000 1,-2.000000 0.000000 1,-7.000000 0.000000 1,-6.000000 0.000000 3,-6.000000 0.000000 0,-4.000000-1.000000 2,-4.000000 1.000000 2,-2.000000 0.000000 2,-4.000000 0.000000 2,-1.000000 1.000000 0,0.000000 1.000000 1,0.000000 2.000000 0,0.000000 1.000000 0,0.000000 1.000000 0,3.000000 0.000000-2,0.000000 0.000000-2,2.000000 0.000000-1,-1.000000 0.000000-2,-5.000000 0.000000 0,-4.000000 0.000000-3,-5.000000 0.000000 0,-5.000000 0.000000-1,-4.000000 0.000000-2,-5.000000 0.000000-2,-4.000000 0.000000-1</inkml:trace>
</inkml:ink>
</file>

<file path=ppt/ink/ink12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1"/>
    </inkml:context>
    <inkml:brush xml:id="br0">
      <inkml:brushProperty name="width" value="0.0233615078032017" units="cm"/>
      <inkml:brushProperty name="height" value="0.0233615078032017" units="cm"/>
      <inkml:brushProperty name="color" value="#000000"/>
      <inkml:brushProperty name="ignorePressure" value="0"/>
    </inkml:brush>
  </inkml:definitions>
  <inkml:trace contextRef="#ctx0" brushRef="#br0">7463.000000 58076.000000 627,'-34.000000'-34.000000'-22,"7.000000"7.000000"10 ,5.000000 6.000000 9,7.000000 5.000000 10,3.000000 5.000000 6,0.000000 1.000000 3,0.000000 2.000000 1,-1.000000 1.000000 2,1.000000 1.000000 1,0.000000 0.000000 1,0.000000 0.000000-1,0.000000-1.000000 1,-1.000000 3.000000-2,-2.000000 2.000000 0,-1.000000 4.000000-1,-1.000000 2.000000-2,-2.000000 6.000000 0,1.000000 8.000000 0,0.000000 7.000000-1,-1.000000 8.000000 2,1.000000 6.000000-4,0.000000 7.000000-4,0.000000 6.000000-6,-1.000000 6.000000-5,3.000000 4.000000-3,2.000000 4.000000-3,3.000000 3.000000-2,4.000000 2.000000-3,2.000000 2.000000 0,3.000000-2.000000 3,4.000000-2.000000 1,3.000000-1.000000 2,4.000000-3.000000 2,6.000000-2.000000 1,6.000000-4.000000 2,7.000000-2.000000 0,4.000000-6.000000 1,6.000000-8.000000 3,4.000000-7.000000 0,4.000000-8.000000 3,5.000000-7.000000 0,2.000000-8.000000-1,3.000000-8.000000 0,4.000000-7.000000-1,0.000000-10.000000 0,-1.000000-10.000000 0,-2.000000-11.000000 0,-2.000000-10.000000 0,-2.000000-9.000000 1,-5.000000-6.000000 0,-5.000000-6.000000 2,-4.000000-6.000000 2,-5.000000-2.000000-1,-7.000000 4.000000 0,-5.000000 2.000000 0,-7.000000 4.000000-1,-4.000000 1.000000 0,-1.000000 0.000000 1,-1.000000 0.000000 2,-3.000000 0.000000 0,-3.000000 3.000000 1,-9.000000 6.000000 0,-7.000000 6.000000-2,-7.000000 7.000000 0,-5.000000 4.000000 0,-2.000000 6.000000-1,-1.000000 4.000000-1,-2.000000 4.000000 0,-1.000000 5.000000-2,-2.000000 5.000000-3,-1.000000 4.000000-1,-2.000000 4.000000-4,0.000000 4.000000-5,2.000000 1.000000-10,1.000000 2.000000-10,2.000000 2.000000-10</inkml:trace>
</inkml:ink>
</file>

<file path=ppt/ink/ink12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1"/>
    </inkml:context>
    <inkml:brush xml:id="br0">
      <inkml:brushProperty name="width" value="0.0185973644256592" units="cm"/>
      <inkml:brushProperty name="height" value="0.0185973644256592" units="cm"/>
      <inkml:brushProperty name="color" value="#000000"/>
      <inkml:brushProperty name="ignorePressure" value="0"/>
    </inkml:brush>
  </inkml:definitions>
  <inkml:trace contextRef="#ctx0" brushRef="#br0">8463.000000 58271.000000 788,'-33.000000'3.000000'16,"8.000000"6.000000"8 ,7.000000 7.000000 8,8.000000 5.000000 8,5.000000 6.000000-1,1.000000 4.000000-10,2.000000 5.000000-10,1.000000 4.000000-11,1.000000 2.000000-5,0.000000-2.000000-2,0.000000-1.000000-1,0.000000-1.000000 0,2.000000-4.000000-4,2.000000-4.000000-2,4.000000-5.000000-3,3.000000-5.000000-3,3.000000-4.000000-1,5.000000-4.000000 0,5.000000-5.000000 1,4.000000-5.000000 1,3.000000-6.000000-2,2.000000-7.000000-1,1.000000-8.000000-2,2.000000-8.000000-2,-1.000000-5.000000-1,-3.000000-3.000000 2,-3.000000-3.000000 0,-3.000000-3.000000 2,-3.000000-1.000000 1,-3.000000 4.000000 4,-4.000000 3.000000 2,-2.000000 3.000000 4,-3.000000 4.000000 4,-4.000000 4.000000 6,-2.000000 5.000000 7,-3.000000 5.000000 5,-2.000000 5.000000 5,0.000000 6.000000 2,0.000000 6.000000 1,0.000000 6.000000 3,-1.000000 7.000000-1,-1.000000 8.000000-4,-2.000000 7.000000-4,-2.000000 8.000000-3,3.000000 3.000000-10,3.000000 1.000000-12,6.000000 0.000000-14,4.000000-1.000000-12,1.000000-4.000000-6,-1.000000-9.000000 5,-2.000000-9.000000 4,-1.000000-9.000000 4,-1.000000-4.000000 1,0.000000 1.000000-4,0.000000 2.000000-3,1.000000 2.000000-3</inkml:trace>
</inkml:ink>
</file>

<file path=ppt/ink/ink12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2"/>
    </inkml:context>
    <inkml:brush xml:id="br0">
      <inkml:brushProperty name="width" value="0.0199398789554834" units="cm"/>
      <inkml:brushProperty name="height" value="0.0199398789554834" units="cm"/>
      <inkml:brushProperty name="color" value="#000000"/>
      <inkml:brushProperty name="ignorePressure" value="0"/>
    </inkml:brush>
  </inkml:definitions>
  <inkml:trace contextRef="#ctx0" brushRef="#br0">9194.000000 58174.000000 735,'-11.000000'-12.000000'4,"1.000000"2.000000"6 ,2.000000 2.000000 8,1.000000 1.000000 8,1.000000 1.000000 4,0.000000 0.000000 3,0.000000 0.000000 4,-1.000000 0.000000 2,1.000000 2.000000-4,0.000000 5.000000-12,0.000000 4.000000-13,0.000000 5.000000-13,1.000000 3.000000-8,1.000000 4.000000-3,2.000000 3.000000-3,1.000000 3.000000-4,1.000000 1.000000-2,0.000000-2.000000-1,0.000000-2.000000 1,0.000000-1.000000-1,1.000000 0.000000 0,1.000000 2.000000 3,2.000000 1.000000 1,1.000000 2.000000 1,3.000000-1.000000 3,2.000000-4.000000 3,4.000000-2.000000 4,3.000000-3.000000 4,1.000000-2.000000 3,0.000000 0.000000 2,1.000000 0.000000 4,-1.000000 1.000000 2,-1.000000-1.000000 2,0.000000 0.000000 1,-3.000000 0.000000 1,-1.000000 0.000000 1,-2.000000 1.000000 0,-4.000000-1.000000 1,-2.000000 0.000000 0,-4.000000 0.000000 2,-2.000000 0.000000-3,-4.000000 1.000000-6,-2.000000-1.000000-4,-4.000000 0.000000-6,0.000000-1.000000-8,1.000000-1.000000-11,1.000000-1.000000-10,2.000000-2.000000-10</inkml:trace>
</inkml:ink>
</file>

<file path=ppt/ink/ink12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2"/>
    </inkml:context>
    <inkml:brush xml:id="br0">
      <inkml:brushProperty name="width" value="0.0174288582056761" units="cm"/>
      <inkml:brushProperty name="height" value="0.0174288582056761" units="cm"/>
      <inkml:brushProperty name="color" value="#000000"/>
      <inkml:brushProperty name="ignorePressure" value="0"/>
    </inkml:brush>
  </inkml:definitions>
  <inkml:trace contextRef="#ctx0" brushRef="#br0">9536.000000 58442.000000 841,'34.000000'0.000000'9,"-4.000000"0.000000"3 ,-5.000000 0.000000 3,-4.000000 0.000000 3,-3.000000-2.000000 0,0.000000-2.000000 0,0.000000-4.000000-1,1.000000-3.000000-1,-2.000000-2.000000-3,-1.000000-4.000000-2,-1.000000-3.000000-4,-2.000000-3.000000-4,-3.000000-2.000000-2,-2.000000-2.000000 0,-3.000000-1.000000-3,-4.000000-1.000000 0,-2.000000 0.000000-1,-1.000000 6.000000 1,-2.000000 4.000000-1,-1.000000 4.000000 1,-3.000000 4.000000 0,-2.000000 4.000000 0,-4.000000 2.000000-1,-3.000000 4.000000 0,-1.000000 5.000000 0,0.000000 7.000000 1,-1.000000 8.000000 0,1.000000 8.000000 1,1.000000 4.000000 0,3.000000 2.000000 0,4.000000 1.000000-1,2.000000 2.000000 0,4.000000 0.000000-3,2.000000-2.000000-3,4.000000-1.000000-3,2.000000-2.000000-4,6.000000-3.000000-3,8.000000-4.000000-2,7.000000-5.000000-2,8.000000-5.000000-2,0.000000-3.000000 0,-5.000000-3.000000 1,-7.000000-4.000000 2,-6.000000-2.000000 2,-3.000000-3.000000 1,1.000000-1.000000 0,-1.000000-2.000000 2,0.000000-1.000000 0</inkml:trace>
</inkml:ink>
</file>

<file path=ppt/ink/ink12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2"/>
    </inkml:context>
    <inkml:brush xml:id="br0">
      <inkml:brushProperty name="width" value="0.0177622176706791" units="cm"/>
      <inkml:brushProperty name="height" value="0.0177622176706791" units="cm"/>
      <inkml:brushProperty name="color" value="#000000"/>
      <inkml:brushProperty name="ignorePressure" value="0"/>
    </inkml:brush>
  </inkml:definitions>
  <inkml:trace contextRef="#ctx0" brushRef="#br0">10097.000000 58076.000000 825,'-19.000000'1.000000'21,"10.000000"1.000000"-1 ,12.000000 2.000000-2,10.000000 1.000000-1,4.000000 4.000000-3,-1.000000 7.000000-3,-1.000000 5.000000-3,-2.000000 6.000000-4,-3.000000 5.000000-2,-2.000000 0.000000 1,-4.000000 3.000000-2,-2.000000 0.000000 1,-2.000000 2.000000-1,0.000000 0.000000-1,0.000000-1.000000-1,0.000000 1.000000 0,1.000000-7.000000 1,1.000000-11.000000 6,2.000000-13.000000 5,1.000000-12.000000 5,3.000000-12.000000-1,2.000000-10.000000-8,4.000000-11.000000-9,3.000000-11.000000-7,2.000000-3.000000-7,2.000000 3.000000-7,1.000000 3.000000-7,1.000000 2.000000-5,0.000000 6.000000-4,-3.000000 8.000000 1,-3.000000 8.000000 1,-4.000000 7.000000 0</inkml:trace>
</inkml:ink>
</file>

<file path=ppt/ink/ink12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3"/>
    </inkml:context>
    <inkml:brush xml:id="br0">
      <inkml:brushProperty name="width" value="0.0191913656890392" units="cm"/>
      <inkml:brushProperty name="height" value="0.0191913656890392" units="cm"/>
      <inkml:brushProperty name="color" value="#000000"/>
      <inkml:brushProperty name="ignorePressure" value="0"/>
    </inkml:brush>
  </inkml:definitions>
  <inkml:trace contextRef="#ctx0" brushRef="#br0">10829.000000 57930.000000 764,'22.000000'13.000000'70,"-2.000000"1.000000"-16 ,-3.000000 2.000000-16,-3.000000 2.000000-17,-3.000000 1.000000-10,-1.000000 4.000000-1,-2.000000 3.000000-3,-1.000000 3.000000-1,-1.000000 4.000000-2,0.000000 4.000000-2,1.000000 5.000000-2,-1.000000 5.000000-2,-1.000000 0.000000-1,-1.000000-3.000000 0,-2.000000-3.000000-1,-1.000000-3.000000 0,-2.000000-4.000000 0,-1.000000-7.000000-1,-2.000000-5.000000 1,-1.000000-7.000000 0,1.000000-4.000000 1,5.000000-4.000000 4,4.000000-2.000000 4,5.000000-4.000000 3,4.000000-2.000000 2,5.000000-4.000000-1,5.000000-2.000000-1,4.000000-4.000000-1,1.000000-1.000000-11,-3.000000 0.000000-25,-3.000000-1.000000-22,-3.000000 1.000000-25</inkml:trace>
</inkml:ink>
</file>

<file path=ppt/ink/ink12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6"/>
    </inkml:context>
    <inkml:brush xml:id="br0">
      <inkml:brushProperty name="width" value="0.0187122356146574" units="cm"/>
      <inkml:brushProperty name="height" value="0.0187122356146574" units="cm"/>
      <inkml:brushProperty name="color" value="#000000"/>
      <inkml:brushProperty name="ignorePressure" value="0"/>
    </inkml:brush>
  </inkml:definitions>
  <inkml:trace contextRef="#ctx0" brushRef="#br0">9519.000000 58879.000000 783,'-24.000000'-8.000000'-2,"11.000000"4.000000"12 ,11.000000 3.000000 12,11.000000 5.000000 11,6.000000 1.000000 3,0.000000 2.000000-7,1.000000 1.000000-8,-1.000000 2.000000-6,0.000000-2.000000-6,2.000000-1.000000-2,1.000000-4.000000-4,1.000000-1.000000-2,1.000000-2.000000-3,1.000000 2.000000 1,-1.000000 1.000000-2,0.000000 1.000000-1,-2.000000 1.000000 0,-1.000000-2.000000-1,-4.000000-1.000000-1,-1.000000-1.000000-1,-3.000000-1.000000 1,-1.000000 2.000000 5,-1.000000 1.000000 3,-2.000000 2.000000 5,-1.000000 1.000000 1,-5.000000 3.000000 0,-3.000000 2.000000 1,-4.000000 3.000000-1,-2.000000 2.000000 0,2.000000 3.000000-1,1.000000 2.000000-2,2.000000 3.000000 1,-1.000000 2.000000-3,-1.000000 3.000000-3,-1.000000 2.000000-1,-2.000000 3.000000-4,1.000000 0.000000-3,1.000000-1.000000-4,1.000000-1.000000-4,1.000000-1.000000-3,2.000000-3.000000-5,1.000000-1.000000-5,1.000000-4.000000-3,2.000000-1.000000-6,0.000000-4.000000 0,0.000000-4.000000 3,0.000000-3.000000 2,0.000000-4.000000 3</inkml:trace>
</inkml:ink>
</file>

<file path=ppt/ink/ink12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6"/>
    </inkml:context>
    <inkml:brush xml:id="br0">
      <inkml:brushProperty name="width" value="0.0210206508636475" units="cm"/>
      <inkml:brushProperty name="height" value="0.0210206508636475" units="cm"/>
      <inkml:brushProperty name="color" value="#000000"/>
      <inkml:brushProperty name="ignorePressure" value="0"/>
    </inkml:brush>
  </inkml:definitions>
  <inkml:trace contextRef="#ctx0" brushRef="#br0">9539.000000 59440.000000 697,'-9.000000'9.000000'2,"1.000000"-1.000000"2 ,1.000000-1.000000 4,2.000000-1.000000 3,-1.000000-1.000000 4,2.000000 0.000000 3,-2.000000-1.000000 5,1.000000 2.000000 5,2.000000-3.000000 0,4.000000-1.000000-1,3.000000-4.000000-1,5.000000-1.000000-2,3.000000-3.000000-2,6.000000-1.000000-1,4.000000-1.000000-3,6.000000-2.000000-1,3.000000 0.000000-6,5.000000-2.000000-12,3.000000-1.000000-9,5.000000-2.000000-12,-3.000000 2.000000-11,-7.000000 4.000000-12,-8.000000 3.000000-14,-7.000000 4.000000-11</inkml:trace>
</inkml:ink>
</file>

<file path=ppt/ink/ink12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6"/>
    </inkml:context>
    <inkml:brush xml:id="br0">
      <inkml:brushProperty name="width" value="0.0211238171905279" units="cm"/>
      <inkml:brushProperty name="height" value="0.0211238171905279" units="cm"/>
      <inkml:brushProperty name="color" value="#000000"/>
      <inkml:brushProperty name="ignorePressure" value="0"/>
    </inkml:brush>
  </inkml:definitions>
  <inkml:trace contextRef="#ctx0" brushRef="#br0">10660.000000 59040.000000 694,'-10.000000'9.000000'15,"2.000000"-1.000000"8 ,1.000000-1.000000 7,2.000000-1.000000 6,4.000000-2.000000 4,9.000000-1.000000-3,9.000000-1.000000-1,9.000000-2.000000-3,4.000000 0.000000-5,-1.000000-2.000000-9,1.000000-1.000000-11,1.000000-1.000000-8,0.000000-1.000000-8,2.000000 2.000000-7,4.000000 1.000000-7,1.000000 1.000000-5,0.000000 1.000000-6,-5.000000-2.000000-5,-6.000000-1.000000-3,-4.000000-1.000000-5,-5.000000-1.000000 1,-4.000000 2.000000 7,-3.000000 1.000000 7,-4.000000 2.000000 6,-2.000000 0.000000 4,-1.000000 0.000000 3,2.000000 0.000000 3,-1.000000 0.000000 1</inkml:trace>
</inkml:ink>
</file>

<file path=ppt/ink/ink12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6"/>
    </inkml:context>
    <inkml:brush xml:id="br0">
      <inkml:brushProperty name="width" value="0.0205276068300009" units="cm"/>
      <inkml:brushProperty name="height" value="0.0205276068300009" units="cm"/>
      <inkml:brushProperty name="color" value="#000000"/>
      <inkml:brushProperty name="ignorePressure" value="0"/>
    </inkml:brush>
  </inkml:definitions>
  <inkml:trace contextRef="#ctx0" brushRef="#br0">10919.000000 58879.000000 714,'-18.000000'2.000000'10,"4.000000"1.000000"10 ,3.000000 4.000000 9,4.000000 2.000000 10,2.000000 4.000000 2,-2.000000 6.000000-7,-1.000000 7.000000-6,-2.000000 6.000000-7,0.000000 6.000000-5,0.000000 6.000000-2,1.000000 7.000000-3,-1.000000 5.000000-3,1.000000 4.000000-1,3.000000-2.000000-3,2.000000-1.000000-1,3.000000-2.000000-2,4.000000-4.000000-4,6.000000-9.000000-6,7.000000-9.000000-6,6.000000-9.000000-5,5.000000-8.000000-6,6.000000-9.000000-8,4.000000-9.000000-6,5.000000-8.000000-7,-1.000000-6.000000 1,-9.000000 2.000000 9,-9.000000-1.000000 9,-8.000000-1.000000 8,-5.000000 1.000000 4,2.000000 0.000000-1,1.000000 1.000000-2,2.000000-1.000000-1</inkml:trace>
</inkml:ink>
</file>

<file path=ppt/ink/ink12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7"/>
    </inkml:context>
    <inkml:brush xml:id="br0">
      <inkml:brushProperty name="width" value="0.0224483627825975" units="cm"/>
      <inkml:brushProperty name="height" value="0.0224483627825975" units="cm"/>
      <inkml:brushProperty name="color" value="#000000"/>
      <inkml:brushProperty name="ignorePressure" value="0"/>
    </inkml:brush>
  </inkml:definitions>
  <inkml:trace contextRef="#ctx0" brushRef="#br0">11380.000000 58820.000000 653,'-18.000000'1.000000'67,"6.000000"5.000000"-12 ,4.000000 3.000000-12,5.000000 5.000000-11,3.000000 4.000000-8,-2.000000 6.000000-3,-1.000000 7.000000-1,-1.000000 5.000000-4,-2.000000 8.000000-1,-1.000000 5.000000 0,-1.000000 7.000000-1,-1.000000 6.000000-1,-1.000000 1.000000-3,0.000000-4.000000-8,0.000000-3.000000-8,0.000000-4.000000-7,1.000000-7.000000-5,2.000000-11.000000-3,4.000000-8.000000-4,1.000000-11.000000-4,4.000000-11.000000-1,4.000000-11.000000-1,3.000000-11.000000 0,4.000000-11.000000 0,4.000000-8.000000 2,2.000000-2.000000 3,2.000000-2.000000 4,3.000000-3.000000 4,-1.000000 2.000000 2,-2.000000 4.000000 4,-2.000000 6.000000 3,-2.000000 5.000000 3,-3.000000 3.000000 4,2.000000 5.000000 4,-1.000000 3.000000 4,-1.000000 5.000000 5,0.000000 3.000000 3,-3.000000 6.000000 5,-2.000000 4.000000 3,-2.000000 6.000000 4,-3.000000 6.000000 2,-1.000000 9.000000 1,-1.000000 9.000000 0,-2.000000 8.000000 0,0.000000 6.000000-5,0.000000-1.000000-13,0.000000 0.000000-13,0.000000 0.000000-13,2.000000-4.000000-6,1.000000-5.000000 0,4.000000-7.000000-1,2.000000-5.000000-1,0.000000-6.000000-2,-1.000000-2.000000-7,-1.000000-2.000000-5,-2.000000-3.000000-7</inkml:trace>
</inkml:ink>
</file>

<file path=ppt/ink/ink12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7"/>
    </inkml:context>
    <inkml:brush xml:id="br0">
      <inkml:brushProperty name="width" value="0.0184410866349936" units="cm"/>
      <inkml:brushProperty name="height" value="0.0184410866349936" units="cm"/>
      <inkml:brushProperty name="color" value="#000000"/>
      <inkml:brushProperty name="ignorePressure" value="0"/>
    </inkml:brush>
  </inkml:definitions>
  <inkml:trace contextRef="#ctx0" brushRef="#br0">11819.000000 58859.000000 795,'46.000000'10.000000'108,"-9.000000"0.000000"-39 ,-9.000000 1.000000-41,-8.000000-1.000000-41,-6.000000-1.000000-23,-1.000000-1.000000-8,-1.000000-1.000000-9,-1.000000-2.000000-7</inkml:trace>
</inkml:ink>
</file>

<file path=ppt/ink/ink12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7"/>
    </inkml:context>
    <inkml:brush xml:id="br0">
      <inkml:brushProperty name="width" value="0.0187872927635908" units="cm"/>
      <inkml:brushProperty name="height" value="0.0187872927635908" units="cm"/>
      <inkml:brushProperty name="color" value="#000000"/>
      <inkml:brushProperty name="ignorePressure" value="0"/>
    </inkml:brush>
  </inkml:definitions>
  <inkml:trace contextRef="#ctx0" brushRef="#br0">12000.000000 59059.000000 780,'-9.000000'30.000000'84,"3.000000"1.000000"-21 ,2.000000-1.000000-21,3.000000-1.000000-21,0.000000 2.000000-13,-1.000000 1.000000-6,-1.000000 1.000000-7,-2.000000 1.000000-5,1.000000-2.000000-11,1.000000-6.000000-15,1.000000-7.000000-15,2.000000-5.000000-15</inkml:trace>
</inkml:ink>
</file>

<file path=ppt/ink/ink12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7"/>
    </inkml:context>
    <inkml:brush xml:id="br0">
      <inkml:brushProperty name="width" value="0.0199154019355774" units="cm"/>
      <inkml:brushProperty name="height" value="0.0199154019355774" units="cm"/>
      <inkml:brushProperty name="color" value="#000000"/>
      <inkml:brushProperty name="ignorePressure" value="0"/>
    </inkml:brush>
  </inkml:definitions>
  <inkml:trace contextRef="#ctx0" brushRef="#br0">12239.000000 59079.000000 736,'18.000000'22.000000'69,"-6.000000"4.000000"-16 ,-4.000000 3.000000-17,-5.000000 5.000000-15,-3.000000 1.000000-10,0.000000 2.000000-5,0.000000 1.000000-5,0.000000 2.000000-4,0.000000-3.000000-4,0.000000-5.000000-1,0.000000-4.000000-2,0.000000-6.000000-2,0.000000-5.000000-2,0.000000-9.000000-4,0.000000-6.000000-1,0.000000-9.000000-4,1.000000-6.000000-1,5.000000-8.000000 0,3.000000-8.000000 1,5.000000-8.000000-1,1.000000-2.000000 3,-1.000000 1.000000 1,1.000000 1.000000 4,0.000000 1.000000 2,0.000000 3.000000 5,1.000000 4.000000 8,-2.000000 3.000000 9,2.000000 5.000000 7,-3.000000 3.000000 7,-1.000000 6.000000 2,-4.000000 4.000000 2,-2.000000 5.000000 3,0.000000 8.000000 2,-2.000000 8.000000-1,2.000000 9.000000 1,-2.000000 9.000000-1,1.000000 5.000000-2,-2.000000 3.000000-2,-1.000000 2.000000-3,-1.000000 2.000000-3,-1.000000 1.000000-7,0.000000-2.000000-13,0.000000-4.000000-11,0.000000-1.000000-14,0.000000-6.000000-2,2.000000-5.000000 5,1.000000-7.000000 5,2.000000-6.000000 7,0.000000-3.000000-5,-1.000000-2.000000-13,2.000000-1.000000-14,-1.000000-1.000000-14</inkml:trace>
</inkml:ink>
</file>

<file path=ppt/ink/ink12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8"/>
    </inkml:context>
    <inkml:brush xml:id="br0">
      <inkml:brushProperty name="width" value="0.0228490736335516" units="cm"/>
      <inkml:brushProperty name="height" value="0.0228490736335516" units="cm"/>
      <inkml:brushProperty name="color" value="#000000"/>
      <inkml:brushProperty name="ignorePressure" value="0"/>
    </inkml:brush>
  </inkml:definitions>
  <inkml:trace contextRef="#ctx0" brushRef="#br0">13060.000000 58600.000000 641,'-10.000000'-8.000000'8,"2.000000"6.000000"15 ,1.000000 4.000000 16,2.000000 6.000000 15,0.000000 5.000000 3,2.000000 6.000000-9,1.000000 7.000000-9,1.000000 6.000000-10,1.000000 6.000000-6,0.000000 6.000000-7,0.000000 7.000000-4,0.000000 5.000000-5,0.000000 7.000000-4,-2.000000 4.000000-2,-1.000000 6.000000-3,-1.000000 4.000000-1,-2.000000 0.000000-4,2.000000-6.000000-7,-2.000000-7.000000-6,1.000000-6.000000-5,1.000000-8.000000-4,1.000000-12.000000-1,1.000000-11.000000 1,2.000000-12.000000-1,0.000000-11.000000 1,0.000000-13.000000 1,0.000000-12.000000 1,0.000000-12.000000 2,1.000000-9.000000 1,5.000000-4.000000 2,3.000000-3.000000 0,5.000000-5.000000 1,1.000000 1.000000 3,-1.000000 4.000000 2,1.000000 3.000000 2,0.000000 5.000000 3,1.000000 2.000000 3,1.000000 5.000000 5,1.000000 3.000000 3,1.000000 5.000000 5,0.000000 4.000000 4,-2.000000 6.000000 2,-4.000000 7.000000 3,-1.000000 6.000000 2,-3.000000 4.000000 3,-1.000000 5.000000 0,-1.000000 3.000000 2,-1.000000 5.000000 0,-2.000000 2.000000 0,-1.000000 5.000000-3,-1.000000 3.000000-3,-2.000000 4.000000-2,-1.000000 2.000000-2,-5.000000 1.000000-4,-3.000000-1.000000-4,-4.000000-1.000000-2,-3.000000 0.000000-4,-1.000000-5.000000-2,-1.000000-3.000000-3,-2.000000-4.000000-3,1.000000-3.000000 0,1.000000-1.000000-1,1.000000-1.000000 0,1.000000-1.000000 0,3.000000-2.000000 2,1.000000-1.000000 3,4.000000-1.000000 2,2.000000-1.000000 4,2.000000-2.000000 2,5.000000 1.000000 5,3.000000 1.000000 4,4.000000-1.000000 4,5.000000 0.000000 2,4.000000 2.000000-3,6.000000 1.000000 0,4.000000 2.000000-2,7.000000 0.000000-2,5.000000 0.000000-6,7.000000 0.000000-4,5.000000 0.000000-4,0.000000-1.000000-8,-9.000000-1.000000-12,-9.000000-1.000000-10,-9.000000-1.000000-11</inkml:trace>
</inkml:ink>
</file>

<file path=ppt/ink/ink12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8"/>
    </inkml:context>
    <inkml:brush xml:id="br0">
      <inkml:brushProperty name="width" value="0.0212117005139589" units="cm"/>
      <inkml:brushProperty name="height" value="0.0212117005139589" units="cm"/>
      <inkml:brushProperty name="color" value="#000000"/>
      <inkml:brushProperty name="ignorePressure" value="0"/>
    </inkml:brush>
  </inkml:definitions>
  <inkml:trace contextRef="#ctx0" brushRef="#br0">14619.000000 58859.000000 691,'-28.000000'-9.000000'50,"4.000000"1.000000"-1 ,3.000000 1.000000-2,5.000000 1.000000 0,-1.000000 2.000000-6,-4.000000 1.000000-9,-3.000000 1.000000-9,-5.000000 2.000000-9,-1.000000 1.000000-9,1.000000 5.000000-4,-1.000000 3.000000-7,-1.000000 5.000000-6,3.000000 2.000000-2,2.000000 5.000000 0,2.000000 3.000000 2,2.000000 5.000000 0,5.000000 0.000000-2,4.000000-1.000000-4,6.000000-1.000000-5,5.000000-1.000000-5,5.000000-3.000000 0,6.000000-1.000000 4,7.000000-4.000000 5,6.000000-2.000000 3,4.000000-2.000000 5,3.000000-3.000000 5,2.000000-2.000000 4,3.000000-2.000000 5,0.000000-3.000000 3,-1.000000-1.000000 3,-1.000000-1.000000 2,-1.000000-2.000000 3,-3.000000 1.000000 1,-4.000000 1.000000 1,-3.000000 1.000000 0,-5.000000 2.000000 1,-2.000000 1.000000-1,-5.000000 2.000000 1,-3.000000 4.000000-1,-4.000000 1.000000-1,-6.000000 5.000000-1,-7.000000 5.000000-3,-8.000000 4.000000-3,-8.000000 5.000000-4,-3.000000 2.000000-5,1.000000-5.000000-9,-1.000000-3.000000-9,-1.000000-4.000000-8,3.000000-5.000000-6,4.000000-4.000000-3,3.000000-6.000000-3,5.000000-5.000000-2,2.000000-2.000000 0,2.000000 0.000000 4,4.000000 0.000000 4,1.000000 0.000000 4</inkml:trace>
</inkml:ink>
</file>

<file path=ppt/ink/ink12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8"/>
    </inkml:context>
    <inkml:brush xml:id="br0">
      <inkml:brushProperty name="width" value="0.0205857381224632" units="cm"/>
      <inkml:brushProperty name="height" value="0.0205857381224632" units="cm"/>
      <inkml:brushProperty name="color" value="#000000"/>
      <inkml:brushProperty name="ignorePressure" value="0"/>
    </inkml:brush>
  </inkml:definitions>
  <inkml:trace contextRef="#ctx0" brushRef="#br0">14780.000000 59079.000000 712,'18.000000'19.000000'67,"-2.000000"-2.000000"-15 ,-2.000000-4.000000-15,-3.000000-1.000000-14,0.000000-2.000000-10,-1.000000 2.000000-4,0.000000 1.000000-3,0.000000 2.000000-4,0.000000-2.000000-2,2.000000-1.000000 0,1.000000-4.000000-1,2.000000-2.000000-1,-1.000000-2.000000 1,2.000000-5.000000 3,-1.000000-3.000000 2,-1.000000-4.000000 3,1.000000-4.000000 1,-2.000000-4.000000 0,-1.000000-3.000000 1,-2.000000-4.000000-1,0.000000-2.000000 0,-2.000000 0.000000 0,-1.000000 0.000000 0,-2.000000 0.000000 0,-2.000000 1.000000-4,-6.000000 5.000000-6,-4.000000 3.000000-9,-5.000000 4.000000-6,-4.000000 5.000000-4,1.000000 5.000000 0,0.000000 4.000000-1,0.000000 5.000000 0,1.000000 3.000000-5,1.000000 1.000000-9,1.000000-2.000000-10,1.000000 2.000000-9</inkml:trace>
</inkml:ink>
</file>

<file path=ppt/ink/ink12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9"/>
    </inkml:context>
    <inkml:brush xml:id="br0">
      <inkml:brushProperty name="width" value="0.0216235741972923" units="cm"/>
      <inkml:brushProperty name="height" value="0.0216235741972923" units="cm"/>
      <inkml:brushProperty name="color" value="#000000"/>
      <inkml:brushProperty name="ignorePressure" value="0"/>
    </inkml:brush>
  </inkml:definitions>
  <inkml:trace contextRef="#ctx0" brushRef="#br0">15680.000000 58559.000000 678,'-10.000000'-9.000000'6,"2.000000"1.000000"14 ,1.000000 1.000000 12,2.000000 1.000000 13,0.000000 6.000000 3,2.000000 8.000000-7,1.000000 9.000000-6,1.000000 8.000000-7,1.000000 7.000000-6,-2.000000 4.000000-4,-1.000000 3.000000-3,-1.000000 4.000000-5,-1.000000 2.000000-9,2.000000-2.000000-11,1.000000-1.000000-13,1.000000-1.000000-13,1.000000-5.000000-8,0.000000-5.000000-7,0.000000-7.000000-7,0.000000-6.000000-5</inkml:trace>
</inkml:ink>
</file>

<file path=ppt/ink/ink12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3:59"/>
    </inkml:context>
    <inkml:brush xml:id="br0">
      <inkml:brushProperty name="width" value="0.0164510756731033" units="cm"/>
      <inkml:brushProperty name="height" value="0.0164510756731033" units="cm"/>
      <inkml:brushProperty name="color" value="#000000"/>
      <inkml:brushProperty name="ignorePressure" value="0"/>
    </inkml:brush>
  </inkml:definitions>
  <inkml:trace contextRef="#ctx0" brushRef="#br0">15700.000000 59140.000000 891,'-10.000000'18.000000'33,"2.000000"-4.000000"-4 ,1.000000-3.000000-4,1.000000-4.000000-3</inkml:trace>
</inkml:ink>
</file>

<file path=ppt/ink/ink12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2"/>
    </inkml:context>
    <inkml:brush xml:id="br0">
      <inkml:brushProperty name="width" value="0.0260901618748903" units="cm"/>
      <inkml:brushProperty name="height" value="0.0260901618748903" units="cm"/>
      <inkml:brushProperty name="color" value="#000000"/>
      <inkml:brushProperty name="ignorePressure" value="0"/>
    </inkml:brush>
  </inkml:definitions>
  <inkml:trace contextRef="#ctx0" brushRef="#br0">1660.000000 60640.000000 562,'22.000000'0.000000'43,"6.000000"2.000000"-8 ,4.000000 1.000000-7,6.000000 2.000000-9,6.000000-1.000000-4,9.000000 1.000000 1,9.000000 1.000000-1,9.000000-1.000000 0,9.000000 0.000000-1,12.000000 0.000000 0,11.000000-1.000000 0,12.000000 2.000000 0,4.000000-2.000000-1,-1.000000 2.000000 0,-1.000000-2.000000 0,-2.000000 1.000000-1,0.000000 0.000000 0,-2.000000-2.000000-4,-1.000000-1.000000-3,-2.000000-1.000000-3,-1.000000-1.000000-1,-5.000000 0.000000 1,-3.000000 0.000000 1,-4.000000 0.000000 0,-1.000000 0.000000 1,3.000000 0.000000-1,2.000000 0.000000 0,3.000000 0.000000 0,-3.000000 0.000000-1,-5.000000 0.000000-2,-7.000000 0.000000-3,-5.000000 0.000000-2,-4.000000 0.000000 0,2.000000 2.000000 0,1.000000 1.000000-1,2.000000 1.000000 1,0.000000 1.000000 0,0.000000 1.000000 0,0.000000-1.000000 0,-1.000000 0.000000 0,-2.000000-1.000000 0,-6.000000 1.000000 0,-7.000000 1.000000 0,-5.000000-1.000000 0,-1.000000-1.000000 1,6.000000-1.000000 3,7.000000-1.000000 1,6.000000-2.000000 3,2.000000-1.000000 2,-1.000000-2.000000 0,-1.000000-4.000000 1,-1.000000-2.000000 2,-2.000000 0.000000-1,-1.000000 1.000000 0,-1.000000 1.000000-1,-2.000000 1.000000 0,4.000000 2.000000 0,5.000000-2.000000 2,7.000000 2.000000 1,5.000000-2.000000 1,2.000000 2.000000 0,-6.000000 1.000000-1,-4.000000 1.000000-1,-5.000000 2.000000-2,0.000000-1.000000-2,6.000000-1.000000-3,7.000000-1.000000-3,5.000000-1.000000-3,4.000000-1.000000-1,-2.000000-1.000000 2,-1.000000 2.000000 1,-1.000000-1.000000 0,0.000000 0.000000 1,5.000000-1.000000 0,3.000000 1.000000-2,5.000000 1.000000 0,-1.000000-1.000000 0,-1.000000 2.000000 1,-4.000000 1.000000 0,-1.000000 2.000000 1,0.000000 0.000000 1,6.000000 0.000000 2,4.000000 0.000000 1,6.000000 0.000000 2,1.000000 0.000000 1,-1.000000 0.000000-1,-1.000000 0.000000-1,-1.000000 0.000000 0,0.000000 0.000000 0,5.000000 0.000000 1,3.000000 0.000000 0,5.000000 0.000000 2,1.000000-1.000000-2,0.000000-1.000000-2,-1.000000-1.000000-1,2.000000-2.000000-3,-1.000000 0.000000-1,2.000000-2.000000 2,1.000000-1.000000 0,2.000000-1.000000 1,1.000000 0.000000 1,3.000000 2.000000-2,2.000000 4.000000 0,3.000000 1.000000-1,0.000000 2.000000 1,-1.000000 0.000000 2,-1.000000 0.000000 1,-2.000000 0.000000 2,2.000000 0.000000 2,2.000000 0.000000-1,2.000000 0.000000 1,2.000000 0.000000-1,3.000000 0.000000 0,1.000000 0.000000-2,1.000000 0.000000-1,2.000000 0.000000-2,-1.000000 1.000000-1,-1.000000 1.000000 2,-1.000000 1.000000 0,-1.000000 2.000000 1,-1.000000-1.000000-1,-1.000000-1.000000-1,1.000000-1.000000-3,1.000000-1.000000-2,0.000000-1.000000 0,2.000000 2.000000 1,4.000000 1.000000 0,1.000000 1.000000 1,3.000000 1.000000 1,1.000000 1.000000 1,1.000000-1.000000 1,2.000000-1.000000 0,-1.000000 1.000000 1,2.000000-2.000000 2,-2.000000-1.000000 1,1.000000-1.000000 1,0.000000-1.000000-1,1.000000 0.000000-1,-1.000000 0.000000-1,-1.000000 0.000000-3,1.000000 0.000000 0,1.000000 0.000000 0,-1.000000 0.000000-1,0.000000 0.000000 1,1.000000 0.000000 1,2.000000 0.000000 0,4.000000 0.000000 2,2.000000 0.000000 1,1.000000-1.000000-1,0.000000-1.000000 0,-1.000000-1.000000-1,1.000000-2.000000-2,-1.000000 1.000000-1,-2.000000-2.000000 0,-4.000000 2.000000-2,-2.000000-2.000000-1,0.000000 1.000000 1,1.000000-2.000000 2,1.000000-1.000000 2,2.000000-2.000000 2,0.000000 1.000000 1,0.000000 1.000000 0,0.000000 1.000000 1,0.000000 2.000000 0,0.000000 0.000000-1,2.000000 0.000000 0,1.000000-1.000000-1,1.000000 1.000000-1,3.000000 0.000000 0,2.000000-2.000000 1,2.000000-1.000000 0,3.000000-1.000000 1,-1.000000-2.000000-1,-4.000000 1.000000-3,-3.000000 0.000000-3,-5.000000 0.000000-2,0.000000 1.000000 0,1.000000-1.000000 2,1.000000 0.000000 3,2.000000 0.000000 2,0.000000 0.000000 1,0.000000 2.000000 0,-1.000000 1.000000 0,1.000000 2.000000-1,1.000000 0.000000 0,-2.000000-1.000000-2,2.000000 2.000000-1,-2.000000-1.000000 0,2.000000 0.000000-1,1.000000-1.000000-1,1.000000 1.000000 0,1.000000 1.000000 1,2.000000-1.000000-1,1.000000 0.000000 1,1.000000-1.000000 2,1.000000 1.000000 0,0.000000 1.000000 0,-5.000000-2.000000-1,-3.000000 2.000000 0,-4.000000-2.000000-1,-2.000000 1.000000 1,0.000000-2.000000 3,0.000000-1.000000 2,0.000000-2.000000 4,0.000000 1.000000 0,0.000000 1.000000-2,0.000000 1.000000-3,0.000000 2.000000-2,0.000000 0.000000 0,0.000000 2.000000 0,0.000000 1.000000 0,0.000000 2.000000 1,0.000000 0.000000 0,0.000000 0.000000-2,0.000000 0.000000-2,0.000000 0.000000-1,0.000000 0.000000 0,0.000000 0.000000 0,0.000000 0.000000 2,0.000000 0.000000 1,-3.000000 0.000000 1,-5.000000 0.000000-1,-4.000000 0.000000-1,-5.000000 0.000000 0,-2.000000 0.000000 1,5.000000 0.000000 0,3.000000 0.000000 1,5.000000 0.000000 1,2.000000 0.000000 0,3.000000 0.000000-1,2.000000 0.000000 0,3.000000 0.000000-1,-1.000000-1.000000 1,-4.000000-1.000000 0,-3.000000-1.000000 1,-4.000000-2.000000 2,-3.000000 1.000000-1,-1.000000-2.000000-2,-1.000000 2.000000-2,-1.000000-2.000000-2,-1.000000 2.000000 0,2.000000-1.000000 1,1.000000 0.000000 1,2.000000 0.000000 1,0.000000 0.000000 0,2.000000-1.000000 0,1.000000 2.000000 1,1.000000-1.000000-1,1.000000 0.000000 1,1.000000-1.000000 0,-1.000000 1.000000 0,0.000000 1.000000 0,-7.000000-1.000000 0,-14.000000 2.000000-1,-13.000000 1.000000 0,-15.000000 2.000000-1,5.000000-1.000000 0,21.000000-1.000000 1,21.000000-1.000000-1,22.000000-2.000000 0,6.000000 1.000000 0,-5.000000-2.000000 0,-7.000000 2.000000 1,-5.000000-2.000000 0,-6.000000 2.000000 0,-2.000000-1.000000 0,-2.000000 0.000000 1,-2.000000 0.000000 0,-5.000000 0.000000 0,-4.000000 2.000000 1,-6.000000 1.000000 1,-4.000000 1.000000 0,-2.000000 1.000000 0,2.000000 0.000000 0,4.000000 0.000000-1,2.000000 0.000000-1,1.000000 0.000000-1,2.000000 0.000000 1,1.000000 0.000000-2,2.000000 0.000000 1,-4.000000 0.000000-1,-7.000000-2.000000 0,-8.000000-1.000000 0,-7.000000-1.000000-1,-3.000000-1.000000 1,5.000000-1.000000 0,3.000000 1.000000 0,5.000000 1.000000 1,2.000000-2.000000 1,2.000000-1.000000 0,4.000000-1.000000 0,2.000000-1.000000 2,-4.000000-1.000000-1,-10.000000 2.000000-1,-11.000000 1.000000 0,-8.000000 2.000000 0,-4.000000-1.000000-1,5.000000-1.000000 0,6.000000-1.000000 1,5.000000-2.000000 0,-1.000000 1.000000 0,-4.000000-1.000000 0,-6.000000 0.000000 0,-4.000000 0.000000 1,-4.000000 0.000000-1,-1.000000 0.000000 1,-1.000000 0.000000 0,-1.000000-1.000000 1,-3.000000 2.000000 0,-4.000000-2.000000 2,-3.000000 2.000000 1,-4.000000-1.000000 1,-2.000000 0.000000 1,2.000000 2.000000-2,1.000000 1.000000-2,2.000000 1.000000-2,-7.000000 2.000000-1,-14.000000-1.000000 0,-13.000000 0.000000-1,-15.000000 0.000000 0,-9.000000 0.000000-2,-9.000000 2.000000-1,-6.000000 1.000000-3,-8.000000 1.000000-1</inkml:trace>
</inkml:ink>
</file>

<file path=ppt/ink/ink12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3"/>
    </inkml:context>
    <inkml:brush xml:id="br0">
      <inkml:brushProperty name="width" value="0.0279832575470209" units="cm"/>
      <inkml:brushProperty name="height" value="0.0279832575470209" units="cm"/>
      <inkml:brushProperty name="color" value="#000000"/>
      <inkml:brushProperty name="ignorePressure" value="0"/>
    </inkml:brush>
  </inkml:definitions>
  <inkml:trace contextRef="#ctx0" brushRef="#br0">3560.000000 61820.000000 524,'-28.000000'-37.000000'-1,"6.000000"6.000000"-1 ,4.000000 7.000000-1,6.000000 5.000000-2,1.000000 6.000000 3,-1.000000 1.000000 7,-1.000000 4.000000 8,-1.000000 2.000000 6,-2.000000 1.000000 3,-1.000000-1.000000-1,-1.000000 1.000000-2,-1.000000 1.000000-2,-3.000000 2.000000-1,-4.000000 6.000000-2,-3.000000 7.000000-3,-4.000000 5.000000-2,-3.000000 8.000000 0,-1.000000 7.000000-1,-1.000000 8.000000 0,-1.000000 8.000000 0,-1.000000 8.000000 0,2.000000 12.000000-1,1.000000 11.000000 0,2.000000 11.000000-1,3.000000 8.000000 0,8.000000 1.000000-3,8.000000 4.000000-2,7.000000 1.000000-2,9.000000 2.000000 0,8.000000 1.000000 3,9.000000-1.000000 2,8.000000-1.000000 3,9.000000-4.000000 2,7.000000-9.000000-1,8.000000-11.000000 0,8.000000-10.000000 0,3.000000-9.000000 0,2.000000-8.000000-1,1.000000-6.000000-1,2.000000-8.000000-1,-1.000000-6.000000 0,-1.000000-2.000000-2,-1.000000-2.000000 0,-1.000000-2.000000 0,3.000000-8.000000-2,9.000000-11.000000-2,9.000000-11.000000 0,9.000000-11.000000-3,3.000000-12.000000-1,-1.000000-11.000000-1,-1.000000-11.000000-1,-1.000000-12.000000-1,-4.000000-9.000000 0,-4.000000-9.000000 2,-6.000000-9.000000 1,-4.000000-8.000000 2,-4.000000-9.000000 2,-1.000000-8.000000 1,-1.000000-6.000000 3,-2.000000-8.000000 1,-5.000000-3.000000 2,-9.000000 5.000000 1,-12.000000 3.000000 2,-8.000000 5.000000 0,-11.000000 6.000000 1,-8.000000 10.000000 2,-9.000000 10.000000 0,-8.000000 10.000000 2,-12.000000 10.000000 0,-14.000000 10.000000 0,-13.000000 10.000000-1,-14.000000 10.000000-1,-9.000000 8.000000-2,-4.000000 9.000000-1,-3.000000 6.000000-2,-5.000000 9.000000-3,-2.000000 3.000000 0,-2.000000 2.000000 1,-4.000000 1.000000 2,-1.000000 1.000000 0,-3.000000 2.000000 0,-1.000000 1.000000 0,-1.000000 1.000000 1,-1.000000 2.000000-1,9.000000-1.000000-6,19.000000-1.000000-13,22.000000-1.000000-11,19.000000-2.000000-12,10.000000 1.000000-13,2.000000 1.000000-11,1.000000 1.000000-13,2.000000 2.000000-12</inkml:trace>
</inkml:ink>
</file>

<file path=ppt/ink/ink12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4"/>
    </inkml:context>
    <inkml:brush xml:id="br0">
      <inkml:brushProperty name="width" value="0.0213755778968334" units="cm"/>
      <inkml:brushProperty name="height" value="0.0213755778968334" units="cm"/>
      <inkml:brushProperty name="color" value="#000000"/>
      <inkml:brushProperty name="ignorePressure" value="0"/>
    </inkml:brush>
  </inkml:definitions>
  <inkml:trace contextRef="#ctx0" brushRef="#br0">6080.000000 62440.000000 686,'-19.000000'80.000000'103,"2.000000"2.000000"-24 ,4.000000 1.000000-25,1.000000 2.000000-24,3.000000-2.000000-14,1.000000-4.000000-3,1.000000-3.000000-4,1.000000-5.000000-3,3.000000-5.000000-3,4.000000-9.000000-3,3.000000-9.000000-3,5.000000-8.000000-3,2.000000-10.000000-3,3.000000-8.000000-1,2.000000-9.000000 0,3.000000-9.000000-2,1.000000-6.000000 0,2.000000-5.000000 2,1.000000-6.000000 2,2.000000-4.000000 1,1.000000-8.000000-1,3.000000-8.000000-2,2.000000-9.000000-4,2.000000-8.000000-3,2.000000-7.000000-1,-2.000000-4.000000 0,-1.000000-3.000000 0,-1.000000-4.000000 1,-3.000000 1.000000 3,-1.000000 6.000000 2,-4.000000 7.000000 5,-1.000000 6.000000 3,-4.000000 7.000000 3,-4.000000 9.000000 0,-3.000000 9.000000 2,-4.000000 8.000000 1,-4.000000 11.000000 2,-4.000000 11.000000 3,-3.000000 11.000000 2,-5.000000 11.000000 4,0.000000 11.000000 2,1.000000 8.000000 2,1.000000 9.000000 2,2.000000 9.000000 2,1.000000 2.000000-2,3.000000-1.000000-7,2.000000-4.000000-6,3.000000-1.000000-7,1.000000-9.000000-2,2.000000-11.000000 1,1.000000-14.000000 1,1.000000-11.000000 1,2.000000-7.000000-8,1.000000-1.000000-20,1.000000 1.000000-18,1.000000 0.000000-20</inkml:trace>
</inkml:ink>
</file>

<file path=ppt/ink/ink12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4"/>
    </inkml:context>
    <inkml:brush xml:id="br0">
      <inkml:brushProperty name="width" value="0.0220817774534225" units="cm"/>
      <inkml:brushProperty name="height" value="0.0220817774534225" units="cm"/>
      <inkml:brushProperty name="color" value="#000000"/>
      <inkml:brushProperty name="ignorePressure" value="0"/>
    </inkml:brush>
  </inkml:definitions>
  <inkml:trace contextRef="#ctx0" brushRef="#br0">7200.000000 62440.000000 664,'-19.000000'-10.000000'0,"5.000000"2.000000"0 ,3.000000 1.000000 0,5.000000 1.000000 1,0.000000 2.000000 6,-1.000000 1.000000 15,-1.000000 1.000000 14,-2.000000 2.000000 14,0.000000 0.000000 4,1.000000 2.000000-8,-2.000000 1.000000-7,2.000000 1.000000-7,-2.000000 3.000000-7,2.000000 4.000000-9,-1.000000 3.000000-8,-1.000000 4.000000-9,2.000000 4.000000-6,1.000000 1.000000-5,1.000000 4.000000-5,2.000000 1.000000-5,0.000000 3.000000-3,2.000000 1.000000 1,1.000000 1.000000-1,2.000000 2.000000 0,2.000000-2.000000 1,6.000000-2.000000 1,4.000000-2.000000 2,5.000000-3.000000 2,3.000000-2.000000 3,-2.000000-3.000000 5,-1.000000-2.000000 6,-1.000000-2.000000 6,-1.000000-2.000000 2,-1.000000 0.000000 2,1.000000-1.000000 1,0.000000 2.000000 1,-1.000000-2.000000 1,-2.000000 1.000000 3,-4.000000 0.000000 2,-1.000000 0.000000 3,-4.000000 2.000000 0,-4.000000 2.000000 0,-3.000000 2.000000-2,-4.000000 3.000000-1,-4.000000 0.000000-2,-1.000000-1.000000-4,-4.000000-1.000000-3,-2.000000-2.000000-3,1.000000-1.000000-12,2.000000-5.000000-17,2.000000-3.000000-19,3.000000-5.000000-18</inkml:trace>
</inkml:ink>
</file>

<file path=ppt/ink/ink12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5"/>
    </inkml:context>
    <inkml:brush xml:id="br0">
      <inkml:brushProperty name="width" value="0.0209956970065832" units="cm"/>
      <inkml:brushProperty name="height" value="0.0209956970065832" units="cm"/>
      <inkml:brushProperty name="color" value="#000000"/>
      <inkml:brushProperty name="ignorePressure" value="0"/>
    </inkml:brush>
  </inkml:definitions>
  <inkml:trace contextRef="#ctx0" brushRef="#br0">7300.000000 63000.000000 698,'30.000000'-4.000000'15,"0.000000"-5.000000"2 ,-1.000000-7.000000 4,1.000000-5.000000 2,2.000000-7.000000 0,2.000000-4.000000-2,2.000000-6.000000-4,3.000000-5.000000-3,-2.000000-2.000000-3,-4.000000 1.000000-4,-6.000000-1.000000-3,-4.000000-1.000000-2,-7.000000 4.000000-2,-5.000000 5.000000 1,-7.000000 4.000000 1,-5.000000 6.000000 1,-8.000000 4.000000 2,-5.000000 6.000000 1,-7.000000 4.000000 3,-6.000000 5.000000 1,-4.000000 8.000000 0,-2.000000 8.000000 0,-4.000000 9.000000 0,-1.000000 8.000000-1,-1.000000 7.000000-1,5.000000 4.000000 0,3.000000 3.000000-1,4.000000 4.000000 0,6.000000 4.000000-2,5.000000 2.000000 1,7.000000 2.000000-1,5.000000 2.000000-1,8.000000 1.000000-2,7.000000-2.000000-4,8.000000-4.000000-4,8.000000-2.000000-3,6.000000-5.000000-3,8.000000-11.000000-1,8.000000-11.000000-2,8.000000-9.000000-1,-1.000000-6.000000-5,-5.000000-5.000000-5,-7.000000-3.000000-8,-5.000000-4.000000-6,-6.000000-2.000000-2,-4.000000 0.000000 0,-3.000000 0.000000 2,-4.000000-1.000000 1</inkml:trace>
</inkml:ink>
</file>

<file path=ppt/ink/ink12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5"/>
    </inkml:context>
    <inkml:brush xml:id="br0">
      <inkml:brushProperty name="width" value="0.022792149335146" units="cm"/>
      <inkml:brushProperty name="height" value="0.022792149335146" units="cm"/>
      <inkml:brushProperty name="color" value="#000000"/>
      <inkml:brushProperty name="ignorePressure" value="0"/>
    </inkml:brush>
  </inkml:definitions>
  <inkml:trace contextRef="#ctx0" brushRef="#br0">8100.000000 62440.000000 643,'-13.000000'0.000000'7,"15.000000"0.000000"14 ,16.000000 0.000000 15,14.000000 0.000000 13,7.000000 0.000000 3,-5.000000 0.000000-11,-3.000000 0.000000-8,-5.000000 0.000000-11,-1.000000 2.000000-7,0.000000 6.000000-3,0.000000 4.000000-4,0.000000 5.000000-4,-3.000000 8.000000-3,-6.000000 8.000000 0,-7.000000 9.000000-2,-6.000000 8.000000 1,-4.000000 6.000000-3,-5.000000 1.000000-3,-3.000000 1.000000-2,-5.000000 1.000000-3,0.000000-4.000000 0,-1.000000-10.000000 5,0.000000-9.000000 5,0.000000-11.000000 4,0.000000-8.000000 1,2.000000-4.000000-1,1.000000-6.000000-2,2.000000-5.000000 0,2.000000-8.000000 2,5.000000-13.000000 8,6.000000-12.000000 8,5.000000-13.000000 8,5.000000-7.000000-4,6.000000-5.000000-16,7.000000-3.000000-17,5.000000-5.000000-16,4.000000 4.000000-5,-2.000000 8.000000 2,-1.000000 9.000000 5,-1.000000 9.000000 3,-3.000000 5.000000-4,-1.000000 5.000000-11,-4.000000 3.000000-13,-1.000000 5.000000-12</inkml:trace>
</inkml:ink>
</file>

<file path=ppt/ink/ink12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06"/>
    </inkml:context>
    <inkml:brush xml:id="br0">
      <inkml:brushProperty name="width" value="0.0242314226925373" units="cm"/>
      <inkml:brushProperty name="height" value="0.0242314226925373" units="cm"/>
      <inkml:brushProperty name="color" value="#000000"/>
      <inkml:brushProperty name="ignorePressure" value="0"/>
    </inkml:brush>
  </inkml:definitions>
  <inkml:trace contextRef="#ctx0" brushRef="#br0">10000.000000 62000.000000 605,'50.000000'3.000000'55,"0.000000"6.000000"-10 ,0.000000 7.000000-11,0.000000 6.000000-11,-1.000000 6.000000-6,-1.000000 6.000000 2,-1.000000 7.000000 1,-2.000000 6.000000 0,-3.000000 3.000000-1,-6.000000 0.000000-2,-7.000000 0.000000-4,-6.000000 0.000000-1,-6.000000 2.000000-5,-6.000000 5.000000-4,-7.000000 6.000000-4,-5.000000 5.000000-5,-10.000000 2.000000-2,-9.000000-1.000000-3,-10.000000 2.000000-2,-9.000000-1.000000-1,-8.000000-5.000000-1,-4.000000-8.000000 1,-3.000000-9.000000 2,-5.000000-9.000000 2,1.000000-7.000000 1,4.000000-6.000000 3,3.000000-7.000000 2,5.000000-5.000000 3,9.000000-6.000000 5,16.000000-4.000000 9,17.000000-3.000000 8,16.000000-5.000000 8,15.000000 1.000000 2,16.000000 2.000000-5,14.000000 2.000000-6,16.000000 2.000000-5,8.000000 2.000000-3,2.000000-2.000000-2,4.000000-1.000000-1,1.000000-1.000000-2,-6.000000-1.000000-1,-16.000000 0.000000-2,-17.000000 0.000000 0,-15.000000 0.000000 0,-9.000000 0.000000-16,0.000000 0.000000-27,0.000000 0.000000-29,0.000000 0.000000-27</inkml:trace>
</inkml:ink>
</file>

<file path=ppt/ink/ink12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0"/>
    </inkml:context>
    <inkml:brush xml:id="br0">
      <inkml:brushProperty name="width" value="0.0248933639377356" units="cm"/>
      <inkml:brushProperty name="height" value="0.0248933639377356" units="cm"/>
      <inkml:brushProperty name="color" value="#000000"/>
      <inkml:brushProperty name="ignorePressure" value="0"/>
    </inkml:brush>
  </inkml:definitions>
  <inkml:trace contextRef="#ctx0" brushRef="#br0">7800.000000 64700.000000 589,'19.000000'-8.000000'-4,"-1.000000"6.000000"3 ,-1.000000 4.000000 5,-2.000000 6.000000 3,1.000000 5.000000 5,1.000000 8.000000 4,1.000000 8.000000 5,1.000000 8.000000 5,1.000000 7.000000 1,-2.000000 9.000000-2,-1.000000 9.000000-4,-1.000000 8.000000-2,-1.000000 9.000000-3,-1.000000 5.000000-2,1.000000 7.000000-3,0.000000 5.000000-3,0.000000 3.000000-1,-2.000000-5.000000 0,-1.000000-3.000000-1,-2.000000-4.000000 0,1.000000-8.000000 0,-2.000000-11.000000 2,2.000000-11.000000 2,-1.000000-11.000000 1,1.000000-17.000000 3,5.000000-21.000000 3,3.000000-21.000000 4,5.000000-21.000000 3,4.000000-19.000000-2,6.000000-14.000000-6,7.000000-16.000000-6,6.000000-14.000000-7,4.000000-10.000000-9,3.000000-4.000000-15,2.000000-3.000000-14,3.000000-4.000000-14,-4.000000 9.000000-4,-10.000000 23.000000 10,-10.000000 22.000000 7,-10.000000 23.000000 9,-6.000000 12.000000 1,-1.000000 2.000000-6,-1.000000 4.000000-6,-1.000000 2.000000-6</inkml:trace>
</inkml:ink>
</file>

<file path=ppt/ink/ink12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0"/>
    </inkml:context>
    <inkml:brush xml:id="br0">
      <inkml:brushProperty name="width" value="0.0201254729181528" units="cm"/>
      <inkml:brushProperty name="height" value="0.0201254729181528" units="cm"/>
      <inkml:brushProperty name="color" value="#000000"/>
      <inkml:brushProperty name="ignorePressure" value="0"/>
    </inkml:brush>
  </inkml:definitions>
  <inkml:trace contextRef="#ctx0" brushRef="#br0">9139.000000 65720.000000 728,'1.000000'18.000000'23,"1.000000"-4.000000"0 ,1.000000-3.000000 0,2.000000-4.000000 1,2.000000-5.000000-2,6.000000-4.000000-3,4.000000-6.000000-2,6.000000-4.000000-2,2.000000-7.000000-4,0.000000-8.000000-2,0.000000-6.000000-3,0.000000-9.000000-3,-1.000000-4.000000-3,-1.000000-2.000000-4,-1.000000-4.000000-3,-1.000000-2.000000-3,-5.000000 2.000000 0,-5.000000 4.000000 2,-7.000000 6.000000 2,-5.000000 5.000000 2,-9.000000 5.000000 3,-8.000000 9.000000 0,-9.000000 6.000000 1,-9.000000 9.000000 0,-5.000000 8.000000 1,-2.000000 9.000000-1,-4.000000 12.000000-1,-1.000000 8.000000-1,0.000000 10.000000 0,6.000000 8.000000 2,4.000000 6.000000 2,6.000000 8.000000 2,5.000000 3.000000 3,8.000000-5.000000 3,8.000000-3.000000 4,7.000000-5.000000 4,8.000000-3.000000 1,5.000000-5.000000-2,7.000000-6.000000-3,5.000000-4.000000-2,8.000000-7.000000-2,5.000000-5.000000-6,7.000000-7.000000-3,5.000000-5.000000-6,2.000000-6.000000-1,-6.000000-1.000000-1,-4.000000-4.000000 0,-5.000000-1.000000-1,-5.000000-2.000000-9,-4.000000-1.000000-18,-3.000000 2.000000-18,-5.000000-1.000000-17</inkml:trace>
</inkml:ink>
</file>

<file path=ppt/ink/ink12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1"/>
    </inkml:context>
    <inkml:brush xml:id="br0">
      <inkml:brushProperty name="width" value="0.0210663136094809" units="cm"/>
      <inkml:brushProperty name="height" value="0.0210663136094809" units="cm"/>
      <inkml:brushProperty name="color" value="#000000"/>
      <inkml:brushProperty name="ignorePressure" value="0"/>
    </inkml:brush>
  </inkml:definitions>
  <inkml:trace contextRef="#ctx0" brushRef="#br0">9780.000000 65179.000000 696,'-7.000000'10.000000'72,"6.000000"1.000000"-11 ,7.000000-2.000000-11,5.000000 2.000000-10,5.000000 0.000000-10,1.000000 3.000000-7,1.000000 2.000000-7,2.000000 2.000000-7,-2.000000 5.000000-6,-2.000000 4.000000-6,-2.000000 6.000000-4,-3.000000 5.000000-5,-2.000000 2.000000-1,-2.000000 2.000000 1,-4.000000 1.000000 1,-2.000000 2.000000 2,-1.000000-4.000000 3,0.000000-8.000000 3,0.000000-6.000000 5,0.000000-8.000000 4,2.000000-12.000000 0,1.000000-14.000000-1,4.000000-16.000000-4,2.000000-15.000000-2,5.000000-8.000000-8,9.000000-2.000000-16,9.000000-4.000000-16,8.000000-2.000000-14,2.000000 4.000000-4,-6.000000 8.000000 9,-7.000000 9.000000 8,-5.000000 8.000000 10,-5.000000 6.000000 6,-1.000000 1.000000 5,-1.000000 1.000000 4,-2.000000 1.000000 6</inkml:trace>
</inkml:ink>
</file>

<file path=ppt/ink/ink12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1"/>
    </inkml:context>
    <inkml:brush xml:id="br0">
      <inkml:brushProperty name="width" value="0.0273694563657045" units="cm"/>
      <inkml:brushProperty name="height" value="0.0273694563657045" units="cm"/>
      <inkml:brushProperty name="color" value="#000000"/>
      <inkml:brushProperty name="ignorePressure" value="0"/>
    </inkml:brush>
  </inkml:definitions>
  <inkml:trace contextRef="#ctx0" brushRef="#br0">10480.000000 65220.000000 535,'0.000000'21.000000'2,"2.000000"5.000000"2 ,1.000000 3.000000 2,1.000000 4.000000 4,1.000000 2.000000 0,-2.000000 1.000000 0,-1.000000-2.000000-1,-1.000000 2.000000 0,-1.000000-2.000000 4,0.000000-1.000000 7,0.000000-1.000000 7,0.000000-1.000000 8,0.000000-3.000000 0,2.000000-4.000000-5,1.000000-3.000000-6,2.000000-4.000000-7,1.000000-6.000000-4,3.000000-5.000000-4,2.000000-7.000000-4,3.000000-5.000000-4,1.000000-10.000000-5,2.000000-11.000000-4,1.000000-11.000000-5,1.000000-11.000000-4,1.000000-8.000000-3,1.000000-2.000000 1,-1.000000-2.000000 1,0.000000-3.000000 0,-1.000000 3.000000 2,-1.000000 5.000000 1,-1.000000 7.000000 3,-2.000000 6.000000 1,-1.000000 7.000000 2,-2.000000 9.000000 3,-4.000000 9.000000 2,-1.000000 8.000000 1,-3.000000 11.000000 4,-1.000000 11.000000 1,-1.000000 11.000000 3,-2.000000 12.000000 1,0.000000 8.000000 5,0.000000 9.000000 5,0.000000 6.000000 5,0.000000 9.000000 7,0.000000 3.000000 1,0.000000-1.000000-1,0.000000 1.000000-1,0.000000 1.000000-2,0.000000-3.000000 0,0.000000-4.000000-3,0.000000-3.000000 0,0.000000-4.000000-3,0.000000-4.000000-1,0.000000-2.000000-3,0.000000-2.000000-2,0.000000-2.000000-2,-1.000000-5.000000-3,-5.000000-4.000000-1,-3.000000-6.000000-2,-5.000000-4.000000-1,-4.000000-3.000000-4,-9.000000 0.000000-6,-6.000000 0.000000-7,-9.000000 0.000000-6,-1.000000-2.000000-1,2.000000-4.000000 2,2.000000-3.000000 4,3.000000-5.000000 4,2.000000-1.000000-9,2.000000-2.000000-23,4.000000-1.000000-20,1.000000-1.000000-23</inkml:trace>
</inkml:ink>
</file>

<file path=ppt/ink/ink12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2"/>
    </inkml:context>
    <inkml:brush xml:id="br0">
      <inkml:brushProperty name="width" value="0.0197822637856007" units="cm"/>
      <inkml:brushProperty name="height" value="0.0197822637856007" units="cm"/>
      <inkml:brushProperty name="color" value="#000000"/>
      <inkml:brushProperty name="ignorePressure" value="0"/>
    </inkml:brush>
  </inkml:definitions>
  <inkml:trace contextRef="#ctx0" brushRef="#br0">14080.000000 65100.000000 741,'-11.000000'-10.000000'32,"2.000000"2.000000"-12 ,-1.000000 1.000000-11,-1.000000 2.000000-12,1.000000 0.000000-2,0.000000-1.000000 8,1.000000 1.000000 7,-1.000000 1.000000 9,-2.000000 2.000000 1,-4.000000 6.000000-3,-3.000000 7.000000-3,-4.000000 5.000000-5,-4.000000 14.000000-2,-1.000000 18.000000-1,-4.000000 19.000000-2,-1.000000 18.000000-2,-1.000000 14.000000 0,5.000000 8.000000 3,3.000000 6.000000 1,5.000000 9.000000 2,4.000000-4.000000 0,6.000000-11.000000-1,7.000000-14.000000-2,5.000000-11.000000-1,6.000000-13.000000 1,4.000000-11.000000 2,3.000000-11.000000 2,4.000000-12.000000 3,4.000000-9.000000-1,2.000000-9.000000-6,2.000000-9.000000-5,2.000000-9.000000-4,3.000000-8.000000-4,1.000000-9.000000-1,1.000000-9.000000-1,2.000000-8.000000-1,-1.000000-7.000000 0,1.000000-4.000000 1,0.000000-3.000000 1,0.000000-5.000000 1,-1.000000 3.000000 1,-2.000000 5.000000 1,-4.000000 7.000000-1,-1.000000 5.000000 1,-4.000000 11.000000 2,-4.000000 12.000000 7,-3.000000 12.000000 5,-4.000000 13.000000 6,-4.000000 7.000000 0,-4.000000 2.000000-4,-3.000000 4.000000-6,-5.000000 2.000000-5,-1.000000-1.000000-4,1.000000-1.000000-5,-1.000000-4.000000-4,-1.000000-1.000000-4</inkml:trace>
</inkml:ink>
</file>

<file path=ppt/ink/ink12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2"/>
    </inkml:context>
    <inkml:brush xml:id="br0">
      <inkml:brushProperty name="width" value="0.0221694298088551" units="cm"/>
      <inkml:brushProperty name="height" value="0.0221694298088551" units="cm"/>
      <inkml:brushProperty name="color" value="#000000"/>
      <inkml:brushProperty name="ignorePressure" value="0"/>
    </inkml:brush>
  </inkml:definitions>
  <inkml:trace contextRef="#ctx0" brushRef="#br0">13960.000000 65740.000000 661,'41.000000'17.000000'140,"5.000000"-4.000000"-38 ,3.000000-6.000000-38,5.000000-5.000000-37,6.000000-2.000000-21,10.000000-2.000000-7,10.000000-1.000000-6,10.000000-1.000000-5,-4.000000-1.000000-12,-18.000000-1.000000-20,-16.000000 1.000000-18,-19.000000 1.000000-18</inkml:trace>
</inkml:ink>
</file>

<file path=ppt/ink/ink12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2"/>
    </inkml:context>
    <inkml:brush xml:id="br0">
      <inkml:brushProperty name="width" value="0.0222803428769112" units="cm"/>
      <inkml:brushProperty name="height" value="0.0222803428769112" units="cm"/>
      <inkml:brushProperty name="color" value="#000000"/>
      <inkml:brushProperty name="ignorePressure" value="0"/>
    </inkml:brush>
  </inkml:definitions>
  <inkml:trace contextRef="#ctx0" brushRef="#br0">14980.000000 65759.000000 658,'-27.000000'-9.000000'50,"6.000000"1.000000"-8 ,7.000000 1.000000-9,6.000000 1.000000-9,4.000000 5.000000-4,3.000000 7.000000 1,2.000000 8.000000 2,3.000000 8.000000 1,2.000000 3.000000-1,3.000000 2.000000-2,2.000000 1.000000-2,3.000000 1.000000-2,1.000000 0.000000-4,2.000000-5.000000-5,1.000000-3.000000-4,1.000000-4.000000-7,3.000000-5.000000-2,4.000000-4.000000-2,3.000000-6.000000-1,5.000000-4.000000-1,0.000000-7.000000-2,-1.000000-7.000000-2,-1.000000-8.000000-2,-1.000000-8.000000-1,-3.000000-5.000000-1,-4.000000-6.000000 2,-3.000000-4.000000 0,-4.000000-6.000000 2,-5.000000 0.000000 2,-5.000000 4.000000 2,-4.000000 3.000000 4,-6.000000 5.000000 2,-5.000000 4.000000 3,-6.000000 9.000000-1,-7.000000 6.000000 1,-5.000000 9.000000 0,-4.000000 8.000000 0,2.000000 10.000000-2,1.000000 9.000000 0,1.000000 11.000000-2,4.000000 6.000000-1,5.000000 1.000000-4,4.000000 1.000000-2,6.000000 1.000000-3,6.000000-1.000000-5,9.000000-6.000000-5,9.000000-4.000000-6,9.000000-6.000000-6,6.000000-4.000000 0,6.000000-6.000000 5,4.000000-4.000000 5,5.000000-6.000000 5,4.000000-5.000000 4,1.000000-6.000000 4,1.000000-7.000000 4,2.000000-6.000000 3,-3.000000-2.000000 4,-4.000000-1.000000 1,-6.000000 0.000000 3,-4.000000 0.000000 2,-7.000000 2.000000 4,-7.000000 6.000000 4,-8.000000 4.000000 5,-7.000000 5.000000 4,-6.000000 7.000000 5,-4.000000 5.000000 4,-3.000000 7.000000 3,-4.000000 6.000000 4,-2.000000 7.000000 1,0.000000 9.000000-4,0.000000 9.000000-4,0.000000 9.000000-2,0.000000 4.000000-4,2.000000 0.000000-3,1.000000 0.000000-4,2.000000 0.000000-3,1.000000-3.000000-1,5.000000-4.000000 1,3.000000-6.000000 1,4.000000-5.000000 2,4.000000-5.000000-1,4.000000-9.000000-5,3.000000-6.000000-5,5.000000-8.000000-5,1.000000-8.000000-3,2.000000-5.000000-2,1.000000-7.000000-3,1.000000-5.000000-2,2.000000-7.000000 0,1.000000-4.000000 0,1.000000-6.000000 1,2.000000-5.000000 2,-4.000000-3.000000-1,-5.000000-2.000000 0,-7.000000-4.000000 1,-6.000000-2.000000-1,-4.000000 3.000000 0,-2.000000 7.000000 1,-4.000000 8.000000 0,-1.000000 8.000000 2,-7.000000 4.000000-2,-8.000000 5.000000-2,-9.000000 3.000000-3,-9.000000 5.000000-2,0.000000 4.000000-4,8.000000 6.000000-7,6.000000 7.000000-7,9.000000 5.000000-5,4.000000 4.000000-3,3.000000-2.000000 2,2.000000-1.000000 1,3.000000-2.000000 2</inkml:trace>
</inkml:ink>
</file>

<file path=ppt/ink/ink12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3"/>
    </inkml:context>
    <inkml:brush xml:id="br0">
      <inkml:brushProperty name="width" value="0.0240522231906652" units="cm"/>
      <inkml:brushProperty name="height" value="0.0240522231906652" units="cm"/>
      <inkml:brushProperty name="color" value="#000000"/>
      <inkml:brushProperty name="ignorePressure" value="0"/>
    </inkml:brush>
  </inkml:definitions>
  <inkml:trace contextRef="#ctx0" brushRef="#br0">17280.000000 65279.000000 609,'32.000000'-9.000000'5,"-14.000000"1.000000"12 ,-16.000000 1.000000 12,-15.000000 2.000000 13,-10.000000 1.000000 4,-6.000000 3.000000-6,-7.000000 2.000000-5,-6.000000 3.000000-6,-3.000000 4.000000-5,-2.000000 6.000000-5,-1.000000 7.000000-6,-1.000000 6.000000-5,0.000000 6.000000-3,3.000000 9.000000-3,2.000000 6.000000-2,2.000000 9.000000-3,7.000000 3.000000-2,11.000000 0.000000-3,8.000000 0.000000-3,11.000000 0.000000-4,9.000000-5.000000 0,5.000000-10.000000 3,7.000000-10.000000 3,5.000000-10.000000 3,7.000000-9.000000 1,5.000000-7.000000 1,4.000000-8.000000 0,6.000000-7.000000 1,2.000000-10.000000 0,0.000000-11.000000-1,-1.000000-11.000000-2,2.000000-11.000000-1,-2.000000-9.000000-1,2.000000-4.000000-2,-2.000000-6.000000-2,1.000000-5.000000-1,-2.000000-3.000000-2,-6.000000-2.000000-1,-4.000000-4.000000 0,-5.000000-2.000000-2,-6.000000 1.000000 0,-4.000000 4.000000 0,-6.000000 3.000000-2,-5.000000 5.000000 1,-1.000000 3.000000 1,-1.000000 5.000000 3,0.000000 6.000000 4,0.000000 4.000000 4,-2.000000 8.000000 4,-2.000000 8.000000 4,-2.000000 9.000000 5,-2.000000 8.000000 4,-2.000000 9.000000 6,2.000000 8.000000 5,1.000000 6.000000 5,2.000000 8.000000 6,-2.000000 10.000000 2,-2.000000 11.000000-3,-2.000000 11.000000-2,-2.000000 11.000000-2,-3.000000 10.000000-1,-1.000000 5.000000 1,-1.000000 7.000000 1,-1.000000 6.000000 1,-1.000000 6.000000-2,0.000000 6.000000-4,0.000000 7.000000-4,-1.000000 5.000000-4,3.000000 3.000000-9,4.000000-2.000000-10,3.000000-4.000000-13,4.000000-2.000000-11,3.000000-10.000000-3,1.000000-19.000000 5,1.000000-19.000000 5,2.000000-19.000000 6,0.000000-9.000000-5,0.000000-2.000000-15,-1.000000-1.000000-16,1.000000-1.000000-16</inkml:trace>
</inkml:ink>
</file>

<file path=ppt/ink/ink12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3"/>
    </inkml:context>
    <inkml:brush xml:id="br0">
      <inkml:brushProperty name="width" value="0.0246696248650551" units="cm"/>
      <inkml:brushProperty name="height" value="0.0246696248650551" units="cm"/>
      <inkml:brushProperty name="color" value="#000000"/>
      <inkml:brushProperty name="ignorePressure" value="0"/>
    </inkml:brush>
  </inkml:definitions>
  <inkml:trace contextRef="#ctx0" brushRef="#br0">18539.000000 64459.000000 594,'0.000000'21.000000'2,"0.000000"1.000000"3 ,0.000000 1.000000 5,0.000000 2.000000 2,0.000000 2.000000 3,0.000000 5.000000 1,0.000000 6.000000 0,0.000000 5.000000 1,-1.000000 7.000000 4,-5.000000 12.000000 8,-3.000000 11.000000 6,-4.000000 11.000000 8,-3.000000 10.000000 1,-1.000000 7.000000-4,-1.000000 8.000000-5,-2.000000 7.000000-4,2.000000 0.000000-8,4.000000-9.000000-12,3.000000-9.000000-11,4.000000-8.000000-11,2.000000-13.000000-16,1.000000-15.000000-22,-1.000000-14.000000-20,-1.000000-16.000000-22</inkml:trace>
</inkml:ink>
</file>

<file path=ppt/ink/ink12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34:13"/>
    </inkml:context>
    <inkml:brush xml:id="br0">
      <inkml:brushProperty name="width" value="0.0157709829509258" units="cm"/>
      <inkml:brushProperty name="height" value="0.0157709829509258" units="cm"/>
      <inkml:brushProperty name="color" value="#000000"/>
      <inkml:brushProperty name="ignorePressure" value="0"/>
    </inkml:brush>
  </inkml:definitions>
  <inkml:trace contextRef="#ctx0" brushRef="#br0">18580.000000 65879.000000 929,'0.000000'54.000000'54,"0.000000"-12.000000"-38 ,0.000000-14.000000-35,0.000000-11.000000-36</inkml:trace>
</inkml:ink>
</file>

<file path=ppt/ink/ink12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24"/>
    </inkml:context>
    <inkml:brush xml:id="br0">
      <inkml:brushProperty name="width" value="0.0146666681393981" units="cm"/>
      <inkml:brushProperty name="height" value="0.0146666681393981" units="cm"/>
      <inkml:brushProperty name="color" value="#6ADCAB"/>
      <inkml:brushProperty name="ignorePressure" value="0"/>
    </inkml:brush>
  </inkml:definitions>
  <inkml:trace contextRef="#ctx0" brushRef="#br0">6877.000000 49035.000000 999,'-27.000000'0.000000'-6,"15.000000"0.000000"-12 ,15.000000 0.000000-12,16.000000 0.000000-12</inkml:trace>
</inkml:ink>
</file>

<file path=ppt/ink/ink12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27"/>
    </inkml:context>
    <inkml:brush xml:id="br0">
      <inkml:brushProperty name="width" value="0.0146666681393981" units="cm"/>
      <inkml:brushProperty name="height" value="0.0146666681393981" units="cm"/>
      <inkml:brushProperty name="color" value="#6ADCAB"/>
      <inkml:brushProperty name="ignorePressure" value="0"/>
    </inkml:brush>
  </inkml:definitions>
  <inkml:trace contextRef="#ctx0" brushRef="#br0">6031.000000 48999.000000 999,'-173.000000'-65.000000'-13,"42.000000"11.000000"-4 ,41.000000 11.000000-3,43.000000 11.000000-2,24.000000 8.000000 0,6.000000 4.000000 4,7.000000 5.000000 4,7.000000 4.000000 4,1.000000 2.000000 1,-5.000000 0.000000-3,-4.000000 0.000000-2,-4.000000 1.000000-3</inkml:trace>
</inkml:ink>
</file>

<file path=ppt/ink/ink12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27"/>
    </inkml:context>
    <inkml:brush xml:id="br0">
      <inkml:brushProperty name="width" value="0.0146666681393981" units="cm"/>
      <inkml:brushProperty name="height" value="0.0146666681393981" units="cm"/>
      <inkml:brushProperty name="color" value="#6ADCAB"/>
      <inkml:brushProperty name="ignorePressure" value="0"/>
    </inkml:brush>
  </inkml:definitions>
  <inkml:trace contextRef="#ctx0" brushRef="#br0">5290.000000 48576.000000 999,'-79.000000'1.000000'-6,"17.000000"2.000000"-12 ,18.000000 3.000000-12,17.000000 2.000000-12</inkml:trace>
</inkml:ink>
</file>

<file path=ppt/ink/ink12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31"/>
    </inkml:context>
    <inkml:brush xml:id="br0">
      <inkml:brushProperty name="width" value="0.025226017460227" units="cm"/>
      <inkml:brushProperty name="height" value="0.025226017460227" units="cm"/>
      <inkml:brushProperty name="color" value="#6ADCAB"/>
      <inkml:brushProperty name="ignorePressure" value="0"/>
    </inkml:brush>
  </inkml:definitions>
  <inkml:trace contextRef="#ctx0" brushRef="#br0">3083.000000 47706.000000 581,'-40.000000'-55.000000'-1,"12.000000"12.000000"-3 ,11.000000 11.000000-2,11.000000 11.000000-3,7.000000 17.000000 10,2.000000 23.000000 20,1.000000 23.000000 20,3.000000 22.000000 21,0.000000 18.000000 5,-3.000000 13.000000-11,-1.000000 14.000000-12,-2.000000 13.000000-11,-4.000000 12.000000-7,-5.000000 12.000000-4,-6.000000 10.000000-4,-6.000000 12.000000-4,-4.000000 5.000000-4,-1.000000-2.000000-1,-3.000000-2.000000-2,-1.000000-1.000000-2,2.000000-14.000000-3,5.000000-21.000000-3,6.000000-24.000000-4,5.000000-22.000000-3,5.000000-19.000000-5,1.000000-15.000000-6,2.000000-15.000000-5,2.000000-15.000000-5,6.000000-16.000000-4,9.000000-14.000000-2,10.000000-16.000000-3,9.000000-15.000000-2,2.000000-5.000000 3,-6.000000 3.000000 5,-5.000000 4.000000 8,-6.000000 4.000000 6,-2.000000 2.000000 1,2.000000 0.000000-5,2.000000-1.000000-5,1.000000 1.000000-5</inkml:trace>
</inkml:ink>
</file>

<file path=ppt/ink/ink12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32"/>
    </inkml:context>
    <inkml:brush xml:id="br0">
      <inkml:brushProperty name="width" value="0.0271196030080318" units="cm"/>
      <inkml:brushProperty name="height" value="0.0271196030080318" units="cm"/>
      <inkml:brushProperty name="color" value="#6ADCAB"/>
      <inkml:brushProperty name="ignorePressure" value="0"/>
    </inkml:brush>
  </inkml:definitions>
  <inkml:trace contextRef="#ctx0" brushRef="#br0">3264.000000 47495.000000 540,'-79.000000'2.000000'11,"22.000000"7.000000"9 ,23.000000 5.000000 8,23.000000 6.000000 9,18.000000 3.000000 2,16.000000-1.000000-4,15.000000 1.000000-4,15.000000 0.000000-3,11.000000-3.000000-4,8.000000-3.000000-4,7.000000-3.000000-2,8.000000-5.000000-4,6.000000-2.000000-2,7.000000-3.000000 1,4.000000-1.000000-2,7.000000-2.000000 1,12.000000-7.000000-2,18.000000-11.000000-2,20.000000-11.000000-1,18.000000-12.000000-1,11.000000-5.000000-2,2.000000 0.000000 1,2.000000-1.000000-1,1.000000 1.000000-1,4.000000 2.000000 1,3.000000 3.000000 0,4.000000 4.000000 0,3.000000 4.000000 0,-2.000000 5.000000 0,-9.000000 5.000000 0,-10.000000 6.000000 0,-10.000000 5.000000 0,-5.000000 5.000000 1,-2.000000 1.000000-1,-2.000000 2.000000 1,-2.000000 2.000000 0,-7.000000 2.000000-1,-14.000000 2.000000-1,-13.000000 2.000000-2,-13.000000 1.000000 0,6.000000 2.000000-3,24.000000-1.000000-3,25.000000 1.000000-2,24.000000 0.000000-2,4.000000-1.000000-1,-17.000000 1.000000 2,-16.000000-1.000000 2,-18.000000 1.000000 1,-5.000000-2.000000 2,8.000000-1.000000 0,7.000000-2.000000 1,8.000000-2.000000 0,3.000000 0.000000-1,-2.000000 2.000000 1,-2.000000 1.000000-1,-1.000000 3.000000 0,0.000000 0.000000 1,4.000000-3.000000 0,3.000000-1.000000 2,5.000000-2.000000 0,2.000000-1.000000 1,2.000000 0.000000 0,2.000000 0.000000-1,2.000000 0.000000 0,2.000000-1.000000 0,2.000000-2.000000 0,2.000000-1.000000 0,1.000000-3.000000 0,2.000000-1.000000-1,-1.000000 1.000000 0,1.000000-1.000000 0,-1.000000 1.000000-1,-7.000000-1.000000 0,-15.000000 1.000000 0,-16.000000-1.000000-1,-14.000000 1.000000 0,3.000000-1.000000-1,23.000000 0.000000 1,23.000000 1.000000-1,22.000000-1.000000 0,-4.000000 3.000000 0,-32.000000 3.000000 0,-33.000000 4.000000 0,-32.000000 3.000000 0,-17.000000 4.000000 2,-5.000000 1.000000 1,-3.000000 3.000000 1,-4.000000 1.000000 2,-5.000000 2.000000-1,-5.000000 2.000000 0,-6.000000 2.000000-2,-6.000000 1.000000-1,-7.000000 1.000000 0,-10.000000-2.000000 0,-9.000000-2.000000 0,-10.000000-2.000000 2,-12.000000 1.000000-1,-18.000000 4.000000 1,-17.000000 3.000000 1,-17.000000 5.000000 1,-9.000000 4.000000-1,-2.000000 5.000000 1,-2.000000 7.000000 0,-2.000000 5.000000 0,0.000000 6.000000 1,2.000000 9.000000 0,1.000000 6.000000 0,3.000000 9.000000 1,4.000000 6.000000 0,5.000000 5.000000 1,6.000000 7.000000-1,5.000000 5.000000 1,4.000000 5.000000 0,3.000000 7.000000 0,1.000000 5.000000 0,2.000000 5.000000 0,2.000000 6.000000 0,5.000000 3.000000 0,3.000000 4.000000-1,4.000000 3.000000 0,1.000000-3.000000 0,-1.000000-11.000000-1,-3.000000-12.000000 0,-2.000000-11.000000 0,1.000000-9.000000-1,1.000000-5.000000 2,2.000000-6.000000-1,2.000000-6.000000 1,0.000000-7.000000-1,-2.000000-9.000000-2,-1.000000-10.000000-3,-3.000000-10.000000-3,-4.000000-9.000000-5,-8.000000-9.000000-7,-8.000000-10.000000-8,-7.000000-9.000000-7,-2.000000-7.000000-10,4.000000-4.000000-11,4.000000-3.000000-11,3.000000-4.000000-12</inkml:trace>
</inkml:ink>
</file>

<file path=ppt/ink/ink12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20T05:50:33"/>
    </inkml:context>
    <inkml:brush xml:id="br0">
      <inkml:brushProperty name="width" value="0.0261452309787273" units="cm"/>
      <inkml:brushProperty name="height" value="0.0261452309787273" units="cm"/>
      <inkml:brushProperty name="color" value="#6ADCAB"/>
      <inkml:brushProperty name="ignorePressure" value="0"/>
    </inkml:brush>
  </inkml:definitions>
  <inkml:trace contextRef="#ctx0" brushRef="#br0">3506.000000 49762.000000 560,'-29.000000'0.000000'1,"5.000000"3.000000"-1 ,3.000000 2.000000 1,4.000000 2.000000 0,8.000000 1.000000 3,11.000000 3.000000 8,11.000000 1.000000 6,11.000000 2.000000 8,9.000000-1.000000 3,6.000000-3.000000 0,6.000000-5.000000 0,5.000000-3.000000-1,4.000000-3.000000 0,5.000000-2.000000-3,3.000000-1.000000-2,4.000000-3.000000-3,10.000000 0.000000-1,15.000000-1.000000-1,14.000000 0.000000-1,16.000000 1.000000-1,14.000000-1.000000-2,10.000000 1.000000-2,12.000000-1.000000-3,11.000000 1.000000-2,9.000000 0.000000-1,5.000000 2.000000-1,6.000000 2.000000-1,5.000000 3.000000-1,5.000000-1.000000 0,1.000000-2.000000-2,2.000000-2.000000 0,2.000000-2.000000-3,0.000000 1.000000 1,-5.000000 1.000000 1,-3.000000 2.000000 1,-5.000000 2.000000 1,-4.000000 1.000000 0,-5.000000 0.000000 0,-6.000000 0.000000 0,-6.000000 0.000000 0,2.000000 0.000000-1,9.000000 0.000000 1,10.000000 0.000000-1,9.000000 0.000000 0,1.000000 0.000000 0,-11.000000 0.000000 0,-8.000000 0.000000 0,-10.000000 0.000000 0,-1.000000 0.000000 0,7.000000 0.000000 0,9.000000 0.000000 2,6.000000 0.000000 0,3.000000 0.000000-1,-4.000000 0.000000 0,-4.000000 0.000000-1,-4.000000 0.000000 0,-7.000000 0.000000-2,-12.000000 0.000000 0,-11.000000 0.000000-1,-11.000000 0.000000 0,1.000000 0.000000 0,16.000000 0.000000-1,15.000000 0.000000 1,15.000000 0.000000-1,3.000000 0.000000 1,-6.000000 0.000000 0,-9.000000 0.000000 0,-7.000000 0.000000 1,-8.000000 0.000000-1,-10.000000 0.000000 0,-10.000000 0.000000 0,-8.000000 0.000000 1,-5.000000 1.000000-1,2.000000 2.000000 2,2.000000 2.000000 2,3.000000 1.000000 0,-5.000000 3.000000 2,-9.000000 1.000000-1,-10.000000 3.000000 2,-9.000000 1.000000-1,-8.000000 0.000000 0,-9.000000-2.000000-1,-6.000000-1.000000-1,-8.000000-3.000000-2,-3.000000-1.000000-1,5.000000-3.000000 1,4.000000-1.000000-1,3.000000-2.000000 1,-4.000000-1.000000-2,-11.000000 0.000000-1,-11.000000 0.000000-2,-11.000000 0.000000-2</inkml:trace>
</inkml:ink>
</file>

<file path=ppt/ink/ink12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4"/>
    </inkml:context>
    <inkml:brush xml:id="br0">
      <inkml:brushProperty name="width" value="0.0306353736668825" units="cm"/>
      <inkml:brushProperty name="height" value="0.0306353736668825" units="cm"/>
      <inkml:brushProperty name="color" value="#000000"/>
      <inkml:brushProperty name="ignorePressure" value="0"/>
    </inkml:brush>
  </inkml:definitions>
  <inkml:trace contextRef="#ctx0" brushRef="#br0">51350.000000 1550.000000 478,'0.000000'-47.000000'68,"0.000000"6.000000"-11 ,0.000000 7.000000-12,0.000000 6.000000-9,-4.000000 1.000000-6,-5.000000-3.000000 1,-7.000000-3.000000 2,-5.000000-2.000000 1,-11.000000 0.000000-1,-11.000000 7.000000-5,-14.000000 6.000000-3,-11.000000 7.000000-5,-12.000000 5.000000-3,-9.000000 7.000000-4,-10.000000 6.000000-5,-8.000000 7.000000-3,-8.000000 18.000000-3,-2.000000 31.000000-1,-3.000000 32.000000-1,-3.000000 31.000000-1,-1.000000 24.000000-1,4.000000 20.000000-1,3.000000 18.000000 0,3.000000 20.000000 0,14.000000-11.000000 0,25.000000-36.000000 0,25.000000-39.000000 2,25.000000-36.000000 0,12.000000-9.000000 1,1.000000 22.000000 3,-1.000000 22.000000 1,1.000000 23.000000 1,5.000000 8.000000 2,14.000000-3.000000 0,11.000000-3.000000 1,14.000000-2.000000 0,11.000000-6.000000 0,14.000000-6.000000-4,11.000000-6.000000-2,14.000000-6.000000-4,8.000000-10.000000 0,7.000000-12.000000-2,6.000000-13.000000 1,7.000000-12.000000 0,4.000000-15.000000-1,3.000000-15.000000 0,3.000000-15.000000-1,4.000000-16.000000 1,7.000000-15.000000-3,13.000000-11.000000-2,12.000000-14.000000-3,13.000000-11.000000-3,-1.000000-14.000000-3,-11.000000-11.000000-4,-14.000000-14.000000-4,-11.000000-11.000000-4,-18.000000-3.000000-3,-22.000000 10.000000-1,-22.000000 10.000000-2,-21.000000 9.000000-1,-15.000000 4.000000 0,-6.000000 1.000000 1,-6.000000-1.000000 3,-6.000000 1.000000 1</inkml:trace>
</inkml:ink>
</file>

<file path=ppt/ink/ink12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4"/>
    </inkml:context>
    <inkml:brush xml:id="br0">
      <inkml:brushProperty name="width" value="0.0287235137075186" units="cm"/>
      <inkml:brushProperty name="height" value="0.0287235137075186" units="cm"/>
      <inkml:brushProperty name="color" value="#000000"/>
      <inkml:brushProperty name="ignorePressure" value="0"/>
    </inkml:brush>
  </inkml:definitions>
  <inkml:trace contextRef="#ctx0" brushRef="#br0">52500.000000 3700.000000 510,'-66.000000'7.000000'23,"19.000000"17.000000"18 ,19.000000 15.000000 17,19.000000 16.000000 17,9.000000 10.000000 3,0.000000 7.000000-16,0.000000 6.000000-13,0.000000 7.000000-15,4.000000 0.000000-9,10.000000-2.000000-7,10.000000-3.000000-4,9.000000-3.000000-6,6.000000-7.000000-4,3.000000-9.000000-4,3.000000-10.000000-2,4.000000-8.000000-3,5.000000-15.000000-2,10.000000-19.000000-3,10.000000-18.000000-3,9.000000-19.000000-2,-5.000000-8.000000 1,-19.000000 3.000000 2,-18.000000 3.000000 3,-19.000000 4.000000 2,-4.000000-7.000000 2,14.000000-16.000000-1,11.000000-15.000000-2,14.000000-15.000000 0,-1.000000-11.000000-1,-12.000000-2.000000 0,-13.000000-3.000000 0,-12.000000-3.000000-1,-15.000000 2.000000 0,-15.000000 10.000000 3,-15.000000 10.000000 0,-16.000000 9.000000 3,-15.000000 10.000000 0,-11.000000 14.000000 1,-14.000000 11.000000 2,-11.000000 14.000000-1,0.000000 8.000000-3,17.000000 7.000000-8,15.000000 6.000000-10,16.000000 7.000000-9,9.000000 2.000000-6,3.000000 1.000000-5,3.000000-1.000000-4,4.000000 1.000000-5</inkml:trace>
</inkml:ink>
</file>

<file path=ppt/ink/ink12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5"/>
    </inkml:context>
    <inkml:brush xml:id="br0">
      <inkml:brushProperty name="width" value="0.0287510268390179" units="cm"/>
      <inkml:brushProperty name="height" value="0.0287510268390179" units="cm"/>
      <inkml:brushProperty name="color" value="#000000"/>
      <inkml:brushProperty name="ignorePressure" value="0"/>
    </inkml:brush>
  </inkml:definitions>
  <inkml:trace contextRef="#ctx0" brushRef="#br0">54100.000000 3450.000000 510,'-41.000000'-24.000000'36,"19.000000"4.000000"9 ,19.000000 3.000000 8,19.000000 3.000000 8,7.000000 7.000000 0,-3.000000 14.000000-10,-3.000000 11.000000-9,-2.000000 14.000000-9,-5.000000 11.000000-7,-2.000000 14.000000-5,-3.000000 11.000000-3,-3.000000 14.000000-4,-2.000000 7.000000-4,0.000000 3.000000-2,0.000000 3.000000-2,0.000000 4.000000-2,-2.000000-3.000000-4,-3.000000-5.000000-2,-3.000000-7.000000-4,-2.000000-5.000000-3,-1.000000-11.000000-4,3.000000-11.000000-4,3.000000-14.000000-3,4.000000-11.000000-4,2.000000-15.000000-3,4.000000-16.000000 0,3.000000-15.000000-2,3.000000-15.000000 0,6.000000-17.000000 1,9.000000-15.000000 2,10.000000-15.000000 3,10.000000-16.000000 3,5.000000-5.000000 3,4.000000 6.000000 4,3.000000 7.000000 4,3.000000 6.000000 4,-1.000000 7.000000 3,-2.000000 10.000000 4,-3.000000 10.000000 3,-3.000000 9.000000 3,-6.000000 9.000000 3,-5.000000 9.000000 4,-7.000000 10.000000 3,-5.000000 10.000000 4,-8.000000 14.000000 1,-5.000000 23.000000 0,-7.000000 22.000000 1,-5.000000 22.000000-1,-6.000000 10.000000-1,-3.000000 1.000000-2,-3.000000-1.000000-3,-2.000000 1.000000-2,-3.000000-6.000000-4,1.000000-8.000000-4,-1.000000-10.000000-6,1.000000-9.000000-5,7.000000-23.000000-8,16.000000-33.000000-11,15.000000-35.000000-10,17.000000-34.000000-12,11.000000-20.000000-1,10.000000-2.000000 7,10.000000-3.000000 8,9.000000-3.000000 7,2.000000 4.000000 6,-2.000000 13.000000 4,-3.000000 12.000000 3,-3.000000 13.000000 4,-9.000000 12.000000 4,-11.000000 13.000000 6,-14.000000 12.000000 5,-11.000000 13.000000 5,-11.000000 13.000000 5,-5.000000 17.000000 4,-7.000000 15.000000 6,-5.000000 16.000000 4,-6.000000 10.000000-3,-3.000000 7.000000-8,-3.000000 6.000000-9,-2.000000 7.000000-9,-1.000000-4.000000-15,3.000000-12.000000-20,3.000000-13.000000-20,4.000000-12.000000-20</inkml:trace>
</inkml:ink>
</file>

<file path=ppt/ink/ink12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6"/>
    </inkml:context>
    <inkml:brush xml:id="br0">
      <inkml:brushProperty name="width" value="0.027777710929513" units="cm"/>
      <inkml:brushProperty name="height" value="0.027777710929513" units="cm"/>
      <inkml:brushProperty name="color" value="#000000"/>
      <inkml:brushProperty name="ignorePressure" value="0"/>
    </inkml:brush>
  </inkml:definitions>
  <inkml:trace contextRef="#ctx0" brushRef="#br0">56550.000000 3600.000000 528,'-22.000000'-19.000000'9,"6.000000"13.000000"21 ,7.000000 12.000000 21,6.000000 13.000000 21,3.000000 9.000000 1,0.000000 6.000000-15,0.000000 7.000000-16,0.000000 6.000000-17,0.000000 4.000000-9,0.000000 4.000000-2,0.000000 3.000000-3,0.000000 3.000000-3,0.000000-4.000000-3,0.000000-8.000000-5,0.000000-10.000000-6,0.000000-9.000000-4,1.000000-12.000000-7,4.000000-11.000000-11,3.000000-14.000000-9,3.000000-11.000000-10,4.000000-14.000000 0,7.000000-11.000000 9,6.000000-14.000000 8,7.000000-11.000000 9,4.000000-4.000000 7,3.000000 6.000000 4,3.000000 7.000000 6,4.000000 6.000000 4,-4.000000 7.000000 3,-9.000000 10.000000 0,-10.000000 10.000000 2,-8.000000 9.000000 0,-4.000000 4.000000 0,3.000000 1.000000 1,3.000000-1.000000-1,4.000000 1.000000 1,-1.000000 4.000000 1,-3.000000 9.000000 0,-3.000000 10.000000 1,-2.000000 10.000000 1,-3.000000 10.000000 4,1.000000 13.000000 9,-1.000000 12.000000 7,1.000000 13.000000 9,-4.000000 4.000000 2,-6.000000-3.000000-2,-6.000000-3.000000-4,-6.000000-2.000000-1,-4.000000-8.000000-7,1.000000-8.000000-9,-1.000000-10.000000-10,1.000000-9.000000-8,7.000000-20.000000-14,16.000000-27.000000-17,15.000000-28.000000-16,17.000000-28.000000-17,7.000000-12.000000-2,0.000000 7.000000 13,0.000000 6.000000 13,0.000000 7.000000 14,0.000000 5.000000 9,0.000000 7.000000 7,0.000000 6.000000 6,0.000000 7.000000 6,-5.000000 16.000000 7,-9.000000 29.000000 7,-10.000000 28.000000 8,-8.000000 28.000000 7,-8.000000 9.000000-2,-2.000000-9.000000-13,-3.000000-10.000000-13,-3.000000-8.000000-12,-4.000000-8.000000-11,-3.000000-2.000000-11,-3.000000-3.000000-11,-2.000000-3.000000-11</inkml:trace>
</inkml:ink>
</file>

<file path=ppt/ink/ink12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6"/>
    </inkml:context>
    <inkml:brush xml:id="br0">
      <inkml:brushProperty name="width" value="0.0275425873696804" units="cm"/>
      <inkml:brushProperty name="height" value="0.0275425873696804" units="cm"/>
      <inkml:brushProperty name="color" value="#000000"/>
      <inkml:brushProperty name="ignorePressure" value="0"/>
    </inkml:brush>
  </inkml:definitions>
  <inkml:trace contextRef="#ctx0" brushRef="#br0">58500.000000 3650.000000 532,'0.000000'70.000000'182,"0.000000"-9.000000"-47 ,0.000000-10.000000-46,0.000000-8.000000-48,3.000000-6.000000-27,6.000000 1.000000-7,7.000000-1.000000-9,6.000000 1.000000-8,3.000000-6.000000-6,0.000000-8.000000-4,0.000000-10.000000-4,0.000000-9.000000-4,4.000000-13.000000-3,10.000000-16.000000-1,10.000000-15.000000-2,9.000000-15.000000-1,1.000000-9.000000 1,-6.000000 1.000000 7,-6.000000-1.000000 5,-6.000000 1.000000 6,-7.000000 4.000000 7,-6.000000 9.000000 7,-6.000000 10.000000 8,-6.000000 10.000000 6,-7.000000 13.000000 10,-6.000000 19.000000 8,-6.000000 19.000000 10,-6.000000 19.000000 10,-2.000000 10.000000-4,3.000000 4.000000-17,3.000000 3.000000-18,4.000000 3.000000-16,2.000000-2.000000-19,4.000000-6.000000-20,3.000000-6.000000-20,3.000000-6.000000-20</inkml:trace>
</inkml:ink>
</file>

<file path=ppt/ink/ink12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6"/>
    </inkml:context>
    <inkml:brush xml:id="br0">
      <inkml:brushProperty name="width" value="0.0261500254273415" units="cm"/>
      <inkml:brushProperty name="height" value="0.0261500254273415" units="cm"/>
      <inkml:brushProperty name="color" value="#000000"/>
      <inkml:brushProperty name="ignorePressure" value="0"/>
    </inkml:brush>
  </inkml:definitions>
  <inkml:trace contextRef="#ctx0" brushRef="#br0">59850.000000 3550.000000 560,'-22.000000'71.000000'153,"6.000000"-5.000000"-37 ,7.000000-7.000000-38,6.000000-5.000000-37,3.000000-3.000000-20,0.000000 4.000000-6,0.000000 3.000000-5,0.000000 3.000000-5,0.000000-4.000000-5,0.000000-8.000000-6,0.000000-10.000000-6,0.000000-9.000000-7,3.000000-10.000000-3,6.000000-9.000000 0,7.000000-10.000000-2,6.000000-8.000000 0,7.000000-15.000000-1,10.000000-19.000000-3,10.000000-18.000000 0,9.000000-19.000000-3,6.000000-7.000000 4,3.000000 7.000000 6,3.000000 6.000000 8,4.000000 7.000000 6,-4.000000 5.000000 5,-9.000000 7.000000 1,-10.000000 6.000000 2,-8.000000 7.000000 1,-8.000000 7.000000 4,-2.000000 9.000000 8,-3.000000 10.000000 6,-3.000000 10.000000 7,-6.000000 11.000000 6,-5.000000 17.000000 5,-7.000000 15.000000 3,-5.000000 16.000000 6,-4.000000 9.000000-7,0.000000 3.000000-14,0.000000 3.000000-15,0.000000 4.000000-16,0.000000-4.000000-11,0.000000-9.000000-10,0.000000-10.000000-9,0.000000-8.000000-9</inkml:trace>
</inkml:ink>
</file>

<file path=ppt/ink/ink12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6"/>
    </inkml:context>
    <inkml:brush xml:id="br0">
      <inkml:brushProperty name="width" value="0.0269927326589823" units="cm"/>
      <inkml:brushProperty name="height" value="0.0269927326589823" units="cm"/>
      <inkml:brushProperty name="color" value="#000000"/>
      <inkml:brushProperty name="ignorePressure" value="0"/>
    </inkml:brush>
  </inkml:definitions>
  <inkml:trace contextRef="#ctx0" brushRef="#br0">61150.000000 2950.000000 543,'-18.000000'23.000000'197,"17.000000"-3.000000"-56 ,15.000000-3.000000-54,16.000000-2.000000-56,5.000000-1.000000-35,-2.000000 3.000000-20,-3.000000 3.000000-17,-3.000000 4.000000-19,-4.000000-1.000000-8,-3.000000-3.000000 1,-3.000000-3.000000 1,-2.000000-2.000000 1</inkml:trace>
</inkml:ink>
</file>

<file path=ppt/ink/ink12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7"/>
    </inkml:context>
    <inkml:brush xml:id="br0">
      <inkml:brushProperty name="width" value="0.0299503430724144" units="cm"/>
      <inkml:brushProperty name="height" value="0.0299503430724144" units="cm"/>
      <inkml:brushProperty name="color" value="#000000"/>
      <inkml:brushProperty name="ignorePressure" value="0"/>
    </inkml:brush>
  </inkml:definitions>
  <inkml:trace contextRef="#ctx0" brushRef="#br0">61400.000000 3500.000000 489,'-22.000000'46.000000'135,"6.000000"-5.000000"-28 ,7.000000-7.000000-28,6.000000-5.000000-28,3.000000-1.000000-17,0.000000 6.000000-3,0.000000 7.000000-4,0.000000 6.000000-4,0.000000 4.000000-7,0.000000 4.000000-8,0.000000 3.000000-11,0.000000 3.000000-8,0.000000-4.000000-11,0.000000-8.000000-11,0.000000-10.000000-12,0.000000-9.000000-11</inkml:trace>
</inkml:ink>
</file>

<file path=ppt/ink/ink12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7"/>
    </inkml:context>
    <inkml:brush xml:id="br0">
      <inkml:brushProperty name="width" value="0.0281951390206814" units="cm"/>
      <inkml:brushProperty name="height" value="0.0281951390206814" units="cm"/>
      <inkml:brushProperty name="color" value="#000000"/>
      <inkml:brushProperty name="ignorePressure" value="0"/>
    </inkml:brush>
  </inkml:definitions>
  <inkml:trace contextRef="#ctx0" brushRef="#br0">61650.000000 3500.000000 520,'187.000000'-24.000000'194,"-24.000000"4.000000"-51 ,-26.000000 3.000000-51,-24.000000 3.000000-51,-17.000000 1.000000-32,-5.000000 1.000000-11,-7.000000-1.000000-11,-5.000000 1.000000-13,-11.000000 1.000000-10,-11.000000 3.000000-8,-14.000000 3.000000-9,-11.000000 4.000000-8,-9.000000-1.000000-3,-3.000000-3.000000 5,-3.000000-3.000000 4,-2.000000-2.000000 5</inkml:trace>
</inkml:ink>
</file>

<file path=ppt/ink/ink12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27"/>
    </inkml:context>
    <inkml:brush xml:id="br0">
      <inkml:brushProperty name="width" value="0.0348133221268654" units="cm"/>
      <inkml:brushProperty name="height" value="0.0348133221268654" units="cm"/>
      <inkml:brushProperty name="color" value="#000000"/>
      <inkml:brushProperty name="ignorePressure" value="0"/>
    </inkml:brush>
  </inkml:definitions>
  <inkml:trace contextRef="#ctx0" brushRef="#br0">62600.000000 2850.000000 421,'-46.000000'53.000000'138,"10.000000"6.000000"-31 ,10.000000 7.000000-30,9.000000 6.000000-30,2.000000 7.000000-18,-2.000000 10.000000-3,-3.000000 10.000000-3,-3.000000 9.000000-4,1.000000 2.000000-5,6.000000-2.000000-8,7.000000-3.000000-9,6.000000-3.000000-7,4.000000-10.000000-9,4.000000-16.000000-8,3.000000-15.000000-8,3.000000-15.000000-8,9.000000-18.000000-4,16.000000-19.000000-2,15.000000-18.000000 0,17.000000-19.000000-1,8.000000-18.000000 2,4.000000-15.000000 6,3.000000-15.000000 5,3.000000-16.000000 6,-2.000000-7.000000 6,-6.000000 4.000000 6,-6.000000 3.000000 6,-6.000000 3.000000 7,-10.000000 9.000000 5,-12.000000 16.000000 6,-13.000000 15.000000 4,-12.000000 17.000000 5,-9.000000 13.000000 6,-2.000000 13.000000 6,-3.000000 12.000000 5,-3.000000 13.000000 7,-6.000000 13.000000 2,-5.000000 17.000000 0,-7.000000 15.000000-1,-5.000000 16.000000-1,-1.000000 4.000000-1,6.000000-6.000000-5,7.000000-6.000000-4,6.000000-6.000000-5,4.000000-9.000000-5,4.000000-8.000000-7,3.000000-10.000000-8,3.000000-9.000000-7,4.000000-12.000000-6,7.000000-11.000000-4,6.000000-14.000000-4,7.000000-11.000000-5,2.000000-15.000000-4,1.000000-16.000000-2,-1.000000-15.000000-4,1.000000-15.000000-3,-4.000000-7.000000 0,-6.000000 3.000000 5,-6.000000 3.000000 3,-6.000000 4.000000 4,-4.000000 5.000000 7,1.000000 10.000000 6,-1.000000 10.000000 9,1.000000 9.000000 8,-3.000000 20.000000 8,-2.000000 31.000000 10,-3.000000 32.000000 9,-3.000000 31.000000 9,-2.000000 21.000000 4,0.000000 14.000000-3,0.000000 11.000000-3,0.000000 14.000000-3,0.000000 8.000000-2,0.000000 7.000000-2,0.000000 6.000000 0,0.000000 7.000000-3,0.000000-1.000000-1,0.000000-6.000000-4,0.000000-6.000000-4,0.000000-6.000000-3,-2.000000-12.000000-4,-3.000000-15.000000-5,-3.000000-15.000000-4,-2.000000-16.000000-4,-6.000000-16.000000-7,-6.000000-16.000000-8,-6.000000-15.000000-7,-6.000000-15.000000-7,-4.000000-9.000000-14,1.000000 1.000000-20,-1.000000-1.000000-18,1.000000 1.000000-20</inkml:trace>
</inkml:ink>
</file>

<file path=ppt/ink/ink12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09:33"/>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1750.000000 7100.000000,'2542.000000'5.000000,"0.000000"-1.000000,1.000000 2.000000,-1.000000-2.000000,1.000000 2.000000,0.000000-1.000000,-1.000000-1.000000,1.000000 2.000000,-1.000000-2.000000,1.000000 2.000000,-1.000000-1.000000,0.000000-1.000000,1.000000 2.000000,-1.000000-2.000000,1.000000 2.000000,0.000000-1.000000,-1.000000-1.000000,1.000000 2.000000,-1.000000-2.000000,1.000000 2.000000,-1.000000-1.000000,1.000000-1.000000,-1.000000 2.000000,0.000000-2.000000,1.000000 2.000000,0.000000-1.000000,-1.000000-1.000000,0.000000 2.000000,1.000000-2.000000,0.000000 2.000000,-1.000000-1.000000,1.000000-1.000000,-1.000000 2.000000,0.000000-2.000000,1.000000 2.000000,0.000000-1.000000,-1.000000-1.000000,0.000000 2.000000,1.000000-2.000000,0.000000 2.000000</inkml:trace>
</inkml:ink>
</file>

<file path=ppt/ink/ink12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4"/>
    </inkml:context>
    <inkml:brush xml:id="br0">
      <inkml:brushProperty name="width" value="0.0358254387974739" units="cm"/>
      <inkml:brushProperty name="height" value="0.0358254387974739" units="cm"/>
      <inkml:brushProperty name="color" value="#000000"/>
      <inkml:brushProperty name="ignorePressure" value="0"/>
    </inkml:brush>
  </inkml:definitions>
  <inkml:trace contextRef="#ctx0" brushRef="#br0">6850.000000 2700.000000 409,'-69.000000'0.000000'3,"13.000000"0.000000"5 ,12.000000 0.000000 7,13.000000 0.000000 4,7.000000 3.000000 7,4.000000 6.000000 4,3.000000 7.000000 5,3.000000 6.000000 5,1.000000 9.000000 0,1.000000 13.000000-6,-1.000000 12.000000-6,1.000000 13.000000-6,-3.000000 13.000000-4,-2.000000 17.000000 0,-3.000000 15.000000-3,-3.000000 16.000000 0,1.000000 15.000000-1,6.000000 16.000000 0,7.000000 15.000000-1,6.000000 17.000000 0,4.000000 5.000000 0,4.000000-3.000000 0,3.000000-3.000000-1,3.000000-2.000000 0,9.000000-12.000000 0,16.000000-19.000000-1,15.000000-18.000000-1,17.000000-19.000000-1,10.000000-15.000000-1,6.000000-8.000000-1,7.000000-10.000000-1,6.000000-9.000000-2,9.000000-10.000000 0,13.000000-9.000000 1,12.000000-10.000000 0,13.000000-8.000000 0,4.000000-9.000000 0,-3.000000-6.000000 0,-3.000000-6.000000-2,-2.000000-6.000000 1,-8.000000-6.000000-2,-8.000000-2.000000-2,-10.000000-3.000000-1,-9.000000-3.000000-2,-7.000000-2.000000-2,-3.000000 0.000000-1,-3.000000 0.000000-2,-2.000000 0.000000-2,-3.000000-4.000000 0,1.000000-5.000000 0,-1.000000-7.000000 2,1.000000-5.000000 2,2.000000-9.000000 0,7.000000-9.000000 1,6.000000-10.000000 2,7.000000-8.000000 1,2.000000-12.000000 0,1.000000-12.000000-1,-1.000000-13.000000-1,1.000000-12.000000 0,-6.000000-10.000000-1,-8.000000-6.000000-1,-10.000000-6.000000 1,-9.000000-6.000000 0,-10.000000-7.000000 0,-9.000000-6.000000 1,-10.000000-6.000000 1,-8.000000-6.000000 1,-11.000000-6.000000 1,-8.000000-2.000000 0,-10.000000-3.000000 0,-9.000000-3.000000 0,-5.000000 5.000000 0,0.000000 17.000000 0,0.000000 15.000000-1,0.000000 16.000000-1,-2.000000 9.000000 1,-3.000000 3.000000 2,-3.000000 3.000000 3,-2.000000 4.000000 1,-6.000000-1.000000 3,-6.000000-3.000000 0,-6.000000-3.000000 3,-6.000000-2.000000 0,-7.000000 2.000000 1,-6.000000 9.000000 0,-6.000000 10.000000-1,-6.000000 10.000000-1,-7.000000 7.000000 0,-6.000000 6.000000-2,-6.000000 7.000000-1,-6.000000 6.000000-1,-4.000000 4.000000-1,1.000000 4.000000 1,-1.000000 3.000000 0,1.000000 3.000000 0,-3.000000 4.000000 0,-2.000000 7.000000 1,-3.000000 6.000000 0,-3.000000 7.000000-1,-2.000000 2.000000 0,0.000000 1.000000-2,0.000000-1.000000-1,0.000000 1.000000-3,0.000000 1.000000-2,0.000000 3.000000 1,0.000000 3.000000-2,0.000000 4.000000 1,3.000000 2.000000-1,6.000000 4.000000 2,7.000000 3.000000 0,6.000000 3.000000 2,-1.000000 4.000000 0,-5.000000 7.000000 0,-7.000000 6.000000 0,-5.000000 7.000000 0,0.000000 2.000000 0,10.000000 1.000000-2,10.000000-1.000000 0,9.000000 1.000000-1,-2.000000 5.000000-1,-12.000000 14.000000-2,-13.000000 11.000000 0,-12.000000 14.000000-1,-2.000000 7.000000-1,9.000000 3.000000 1,10.000000 3.000000 0,10.000000 4.000000 0,5.000000 2.000000-2,4.000000 4.000000-2,3.000000 3.000000-2,3.000000 3.000000-4,6.000000-5.000000-5,9.000000-12.000000-6,10.000000-13.000000-6,10.000000-12.000000-7,7.000000-12.000000-7,6.000000-8.000000-5,7.000000-10.000000-7,6.000000-9.000000-6</inkml:trace>
</inkml:ink>
</file>

<file path=ppt/ink/ink12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6"/>
    </inkml:context>
    <inkml:brush xml:id="br0">
      <inkml:brushProperty name="width" value="0.0378624238073826" units="cm"/>
      <inkml:brushProperty name="height" value="0.0378624238073826" units="cm"/>
      <inkml:brushProperty name="color" value="#000000"/>
      <inkml:brushProperty name="ignorePressure" value="0"/>
    </inkml:brush>
  </inkml:definitions>
  <inkml:trace contextRef="#ctx0" brushRef="#br0">102100.000000 8800.000000 387,'-24.000000'-47.000000'3,"4.000000"6.000000"6 ,3.000000 7.000000 7,3.000000 6.000000 6,1.000000 3.000000 3,1.000000 0.000000-2,-1.000000 0.000000-1,1.000000 0.000000-1,-1.000000 0.000000-2,1.000000 0.000000 0,-1.000000 0.000000 0,1.000000 0.000000-2,-3.000000 3.000000 0,-2.000000 6.000000 0,-3.000000 7.000000 0,-3.000000 6.000000-1,-6.000000 3.000000 0,-5.000000 0.000000-2,-7.000000 0.000000-1,-5.000000 0.000000-2,-9.000000 6.000000-2,-9.000000 13.000000 0,-10.000000 12.000000-1,-8.000000 13.000000-2,-8.000000 12.000000 1,-2.000000 13.000000-1,-3.000000 12.000000 0,-3.000000 13.000000 1,1.000000 9.000000-1,6.000000 6.000000-1,7.000000 7.000000 0,6.000000 6.000000-2,7.000000 3.000000 1,10.000000 0.000000 1,10.000000 0.000000 0,9.000000 0.000000 1,9.000000-2.000000 1,9.000000-3.000000-1,10.000000-3.000000 0,10.000000-2.000000 1,5.000000-3.000000-1,4.000000 1.000000-1,3.000000-1.000000 0,3.000000 1.000000-1,1.000000 1.000000-1,1.000000 3.000000 1,-1.000000 3.000000-1,1.000000 4.000000 0,1.000000-4.000000-1,3.000000-9.000000 0,3.000000-10.000000-1,4.000000-8.000000-1,2.000000-11.000000-1,4.000000-8.000000-1,3.000000-10.000000 0,3.000000-9.000000-2,1.000000-7.000000 1,1.000000-3.000000 0,-1.000000-3.000000 1,1.000000-2.000000 1,5.000000-3.000000 0,14.000000 1.000000 0,11.000000-1.000000 0,14.000000 1.000000 1,8.000000-4.000000-1,7.000000-6.000000 0,6.000000-6.000000 1,7.000000-6.000000-1,2.000000-6.000000 0,1.000000-2.000000 0,-1.000000-3.000000-1,1.000000-3.000000 1,-3.000000-2.000000-1,-2.000000 0.000000 0,-3.000000 0.000000-1,-3.000000 0.000000 0,-7.000000-2.000000 0,-9.000000-3.000000-1,-10.000000-3.000000 0,-8.000000-2.000000-1,-6.000000-5.000000 0,1.000000-2.000000 1,-1.000000-3.000000 0,1.000000-3.000000 1,-3.000000-4.000000 0,-2.000000-3.000000 1,-3.000000-3.000000 1,-3.000000-2.000000 0,-2.000000-3.000000 0,0.000000 1.000000 1,0.000000-1.000000 0,0.000000 1.000000 0,4.000000-9.000000 0,10.000000-15.000000-1,10.000000-15.000000-2,9.000000-16.000000 0,1.000000-5.000000 0,-6.000000 6.000000 0,-6.000000 7.000000 1,-6.000000 6.000000 0,-7.000000 1.000000 1,-6.000000-3.000000 1,-6.000000-3.000000 0,-6.000000-2.000000 1,-7.000000-3.000000 1,-6.000000 1.000000 1,-6.000000-1.000000 2,-6.000000 1.000000 0,-4.000000-3.000000 1,1.000000-2.000000 0,-1.000000-3.000000-1,1.000000-3.000000 0,-3.000000 2.000000-1,-2.000000 10.000000 1,-3.000000 10.000000 1,-3.000000 9.000000 0,-4.000000 4.000000 0,-3.000000 1.000000 1,-3.000000-1.000000 0,-2.000000 1.000000 2,-5.000000 2.000000-1,-2.000000 7.000000-1,-3.000000 6.000000 0,-3.000000 7.000000-1,-7.000000-1.000000 0,-9.000000-6.000000 0,-10.000000-6.000000 2,-8.000000-6.000000 1,-3.000000-1.000000-1,7.000000 7.000000 0,6.000000 6.000000-2,7.000000 7.000000-1,-1.000000-1.000000 0,-6.000000-6.000000 0,-6.000000-6.000000 0,-6.000000-6.000000 0,-4.000000 1.000000 0,1.000000 9.000000-1,-1.000000 10.000000-1,1.000000 10.000000-1,-3.000000 2.000000 0,-2.000000-3.000000-1,-3.000000-3.000000 1,-3.000000-2.000000-1,-1.000000 0.000000 0,4.000000 7.000000-2,3.000000 6.000000 0,3.000000 7.000000-1,1.000000 2.000000-1,1.000000 1.000000 0,-1.000000-1.000000-1,1.000000 1.000000 0,-4.000000 1.000000 0,-6.000000 3.000000-1,-6.000000 3.000000 0,-6.000000 4.000000 0,-6.000000 1.000000-1,-2.000000 0.000000-2,-3.000000 0.000000-1,-3.000000 0.000000-2,1.000000 1.000000-5,6.000000 4.000000-8,7.000000 3.000000-8,6.000000 3.000000-8,9.000000 1.000000-9,13.000000 1.000000-12,12.000000-1.000000-10,13.000000 1.000000-11</inkml:trace>
</inkml:ink>
</file>

<file path=ppt/ink/ink12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7"/>
    </inkml:context>
    <inkml:brush xml:id="br0">
      <inkml:brushProperty name="width" value="0.0355847142636776" units="cm"/>
      <inkml:brushProperty name="height" value="0.0355847142636776" units="cm"/>
      <inkml:brushProperty name="color" value="#000000"/>
      <inkml:brushProperty name="ignorePressure" value="0"/>
    </inkml:brush>
  </inkml:definitions>
  <inkml:trace contextRef="#ctx0" brushRef="#br0">4700.000000 9900.000000 412,'-40.000000'0.000000'24,"23.000000"0.000000"18 ,22.000000 0.000000 18,22.000000 0.000000 19,16.000000 1.000000 1,14.000000 4.000000-15,11.000000 3.000000-14,14.000000 3.000000-14,10.000000-1.000000-10,9.000000-2.000000-3,10.000000-3.000000-4,10.000000-3.000000-3,7.000000-4.000000-3,6.000000-3.000000-2,7.000000-3.000000-3,6.000000-2.000000-1,-1.000000-5.000000-2,-5.000000-2.000000-2,-7.000000-3.000000 0,-5.000000-3.000000-1,-9.000000 1.000000-1,-9.000000 6.000000-4,-10.000000 7.000000-1,-8.000000 6.000000-3,-8.000000 3.000000 0,-2.000000 0.000000 0,-3.000000 0.000000 1,-3.000000 0.000000 1,1.000000 0.000000 1,6.000000 0.000000 1,7.000000 0.000000 2,6.000000 0.000000 1,-2.000000 0.000000 1,-9.000000 0.000000 0,-10.000000 0.000000 0,-8.000000 0.000000 1,-9.000000-2.000000-3,-6.000000-3.000000-5,-6.000000-3.000000-6,-6.000000-2.000000-6,-4.000000-3.000000-15,1.000000 1.000000-24,-1.000000-1.000000-25,1.000000 1.000000-25</inkml:trace>
</inkml:ink>
</file>

<file path=ppt/ink/ink12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8"/>
    </inkml:context>
    <inkml:brush xml:id="br0">
      <inkml:brushProperty name="width" value="0.0357626937329769" units="cm"/>
      <inkml:brushProperty name="height" value="0.0357626937329769" units="cm"/>
      <inkml:brushProperty name="color" value="#000000"/>
      <inkml:brushProperty name="ignorePressure" value="0"/>
    </inkml:brush>
  </inkml:definitions>
  <inkml:trace contextRef="#ctx0" brushRef="#br0">17900.000000 9900.000000 410,'-47.000000'0.000000'1,"6.000000"0.000000"2 ,7.000000 0.000000 3,6.000000 0.000000 1,17.000000-2.000000 13,28.000000-3.000000 20,28.000000-3.000000 21,29.000000-2.000000 21,18.000000-1.000000 2,9.000000 3.000000-15,10.000000 3.000000-17,10.000000 4.000000-15,5.000000-1.000000-11,4.000000-3.000000-4,3.000000-3.000000-4,3.000000-2.000000-5,3.000000-1.000000-2,3.000000 3.000000-3,3.000000 3.000000-1,4.000000 4.000000-2,-6.000000-1.000000 0,-11.000000-3.000000-2,-14.000000-3.000000 1,-11.000000-2.000000-1,-9.000000-1.000000-1,-3.000000 3.000000-1,-3.000000 3.000000-2,-2.000000 4.000000-1,-5.000000 1.000000-2,-2.000000 0.000000-5,-3.000000 0.000000-3,-3.000000 0.000000-4,-4.000000-4.000000-6,-3.000000-5.000000-9,-3.000000-7.000000-8,-2.000000-5.000000-8,-6.000000-3.000000-8,-6.000000 4.000000-7,-6.000000 3.000000-8,-6.000000 3.000000-7</inkml:trace>
</inkml:ink>
</file>

<file path=ppt/ink/ink12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9"/>
    </inkml:context>
    <inkml:brush xml:id="br0">
      <inkml:brushProperty name="width" value="0.0346022062003613" units="cm"/>
      <inkml:brushProperty name="height" value="0.0346022062003613" units="cm"/>
      <inkml:brushProperty name="color" value="#000000"/>
      <inkml:brushProperty name="ignorePressure" value="0"/>
    </inkml:brush>
  </inkml:definitions>
  <inkml:trace contextRef="#ctx0" brushRef="#br0">30000.000000 9950.000000 423,'75.000000'0.000000'142,"0.000000"0.000000"-32 ,0.000000 0.000000-31,0.000000 0.000000-31,6.000000 0.000000-18,13.000000 0.000000-3,12.000000 0.000000-3,13.000000 0.000000-4,13.000000 0.000000-1,17.000000 0.000000-2,15.000000 0.000000-1,16.000000 0.000000-1,4.000000 0.000000-3,-6.000000 0.000000-3,-6.000000 0.000000-3,-6.000000 0.000000-4,-12.000000 0.000000-2,-15.000000 0.000000-1,-15.000000 0.000000-1,-16.000000 0.000000-2,-15.000000 0.000000-5,-11.000000 0.000000-10,-14.000000 0.000000-10,-11.000000 0.000000-9</inkml:trace>
</inkml:ink>
</file>

<file path=ppt/ink/ink12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09:59"/>
    </inkml:context>
    <inkml:brush xml:id="br0">
      <inkml:brushProperty name="width" value="0.034146036952734" units="cm"/>
      <inkml:brushProperty name="height" value="0.034146036952734" units="cm"/>
      <inkml:brushProperty name="color" value="#000000"/>
      <inkml:brushProperty name="ignorePressure" value="0"/>
    </inkml:brush>
  </inkml:definitions>
  <inkml:trace contextRef="#ctx0" brushRef="#br0">39650.000000 9800.000000 429,'25.000000'-22.000000'47,"0.000000"6.000000"-5 ,0.000000 7.000000-7,0.000000 6.000000-6,0.000000 3.000000-3,0.000000 0.000000 2,0.000000 0.000000 1,0.000000 0.000000 0,12.000000 0.000000 2,26.000000 0.000000 2,24.000000 0.000000 1,26.000000 0.000000 2,16.000000 0.000000-2,10.000000 0.000000-6,10.000000 0.000000-4,9.000000 0.000000-6,2.000000 0.000000-3,-2.000000 0.000000-2,-3.000000 0.000000-3,-3.000000 0.000000-2,-4.000000 0.000000-1,-3.000000 0.000000-2,-3.000000 0.000000-1,-2.000000 0.000000-1,-5.000000 0.000000-1,-2.000000 0.000000-1,-3.000000 0.000000-3,-3.000000 0.000000 0,-4.000000-2.000000-2,-3.000000-3.000000 0,-3.000000-3.000000 0,-2.000000-2.000000-1,-9.000000-1.000000 0,-12.000000 3.000000 2,-13.000000 3.000000-1,-12.000000 4.000000 2</inkml:trace>
</inkml:ink>
</file>

<file path=ppt/ink/ink12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0:32"/>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3650.000000 14200.000000,'491.000000'-3.000000,"0.000000"0.000000,0.000000 1.000000,1.000000 0.000000,-1.000000-1.000000,0.000000 1.000000,0.000000-1.000000,1.000000 1.000000,-1.000000-1.000000,0.000000 1.000000,0.000000-1.000000,0.000000 0.000000,1.000000 1.000000,-1.000000 0.000000,0.000000-1.000000,0.000000 1.000000,1.000000-1.000000,-1.000000 1.000000,0.000000-1.000000,1.000000 1.000000,-1.000000-1.000000,0.000000 0.000000,0.000000 1.000000,1.000000 0.000000,-1.000000-1.000000,0.000000 1.000000,0.000000-1.000000,1.000000 1.000000,-1.000000-1.000000,0.000000 1.000000,0.000000-1.000000,0.000000 0.000000,1.000000 1.000000,-1.000000 0.000000,0.000000-1.000000,0.000000 1.000000,1.000000-1.000000,-1.000000 1.000000,0.000000-1.000000,1.000000 1.000000</inkml:trace>
</inkml:ink>
</file>

<file path=ppt/ink/ink12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0:3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23650.000000 14150.000000,'11.000000'1293.000000,"0.000000"1.000000,0.000000 0.000000,0.000000-1.000000,1.000000 1.000000,-1.000000 0.000000,0.000000 0.000000,1.000000 0.000000,-1.000000-1.000000,0.000000 1.000000,0.000000 0.000000,0.000000-1.000000,1.000000 1.000000,-1.000000 0.000000,0.000000 0.000000,1.000000 0.000000,-1.000000-1.000000,0.000000 1.000000,0.000000 0.000000,1.000000 0.000000,-1.000000-1.000000,0.000000 1.000000,0.000000 0.000000,0.000000-1.000000,1.000000 1.000000,-1.000000 0.000000,0.000000 0.000000,1.000000 0.000000,-1.000000-1.000000,0.000000 1.000000,0.000000 0.000000,0.000000-1.000000,1.000000 1.000000,-1.000000 0.000000,0.000000 0.000000,1.000000 0.000000,-1.000000-1.000000,0.000000 1.000000,0.000000 0.000000,1.000000 0.000000</inkml:trace>
</inkml:ink>
</file>

<file path=ppt/ink/ink12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0:4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4400.000000 16450.000000 999,'-2.000000'45.000000'-38,"-3.000000"-9.000000"4 ,-3.000000-10.000000 4,-2.000000-8.000000 4,-1.000000-6.000000 5,3.000000 1.000000 4,3.000000-1.000000 4,4.000000 1.000000 5,1.000000-1.000000 2,0.000000 1.000000 0,0.000000-1.000000-2,0.000000 1.000000 1,0.000000-1.000000-1,0.000000 1.000000 2,0.000000-1.000000 2,0.000000 1.000000 1,0.000000-1.000000 2,0.000000 1.000000-1,0.000000-1.000000 1,0.000000 1.000000 0,0.000000-1.000000 1,0.000000 1.000000-1,0.000000-1.000000 1,0.000000 1.000000-1</inkml:trace>
</inkml:ink>
</file>

<file path=ppt/ink/ink12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0:52"/>
    </inkml:context>
    <inkml:brush xml:id="br0">
      <inkml:brushProperty name="width" value="0.0255580134689808" units="cm"/>
      <inkml:brushProperty name="height" value="0.0255580134689808" units="cm"/>
      <inkml:brushProperty name="color" value="#000000"/>
      <inkml:brushProperty name="ignorePressure" value="0"/>
    </inkml:brush>
  </inkml:definitions>
  <inkml:trace contextRef="#ctx0" brushRef="#br0">4100.000000 16600.000000 573,'-36.000000'0.000000'12,"28.000000"0.000000"22 ,28.000000 0.000000 23,29.000000 0.000000 23,11.000000 0.000000 2,-2.000000 0.000000-18,-3.000000 0.000000-18,-3.000000 0.000000-19,-2.000000 0.000000-12,0.000000 0.000000-7,0.000000 0.000000-7,0.000000 0.000000-5,-4.000000 0.000000-7,-5.000000 0.000000-5,-7.000000 0.000000-6,-5.000000 0.000000-6,-4.000000 0.000000-4,0.000000 0.000000-5,0.000000 0.000000-5,0.000000 0.000000-5</inkml:trace>
</inkml:ink>
</file>

<file path=ppt/ink/ink12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0:52"/>
    </inkml:context>
    <inkml:brush xml:id="br0">
      <inkml:brushProperty name="width" value="0.0286699887365103" units="cm"/>
      <inkml:brushProperty name="height" value="0.0286699887365103" units="cm"/>
      <inkml:brushProperty name="color" value="#000000"/>
      <inkml:brushProperty name="ignorePressure" value="0"/>
    </inkml:brush>
  </inkml:definitions>
  <inkml:trace contextRef="#ctx0" brushRef="#br0">4450.000000 16750.000000 511,'0.000000'51.000000'105,"0.000000"4.000000"-24 ,0.000000 3.000000-23,0.000000 3.000000-24,1.000000 7.000000-12,4.000000 14.000000-2,3.000000 11.000000-1,3.000000 14.000000-3,-1.000000 7.000000 0,-2.000000 3.000000-1,-3.000000 3.000000-1,-3.000000 4.000000 0,-2.000000 1.000000-1,0.000000 0.000000-1,0.000000 0.000000-2,0.000000 0.000000-1,-4.000000-8.000000-2,-5.000000-16.000000 0,-7.000000-15.000000-1,-5.000000-15.000000 0,-3.000000-12.000000-3,4.000000-6.000000-1,3.000000-6.000000-4,3.000000-6.000000-1,-1.000000-9.000000-1,-2.000000-8.000000 0,-3.000000-10.000000 2,-3.000000-9.000000 1,-4.000000-10.000000-7,-3.000000-9.000000-15,-3.000000-10.000000-14,-2.000000-8.000000-15,0.000000-6.000000-5,7.000000 1.000000 6,6.000000-1.000000 5,7.000000 1.000000 6,2.000000 1.000000 2,1.000000 3.000000-1,-1.000000 3.000000-1,1.000000 4.000000-1</inkml:trace>
</inkml:ink>
</file>

<file path=ppt/ink/ink12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0"/>
    </inkml:context>
    <inkml:brush xml:id="br0">
      <inkml:brushProperty name="width" value="0.0345152169466019" units="cm"/>
      <inkml:brushProperty name="height" value="0.0345152169466019" units="cm"/>
      <inkml:brushProperty name="color" value="#000000"/>
      <inkml:brushProperty name="ignorePressure" value="0"/>
    </inkml:brush>
  </inkml:definitions>
  <inkml:trace contextRef="#ctx0" brushRef="#br0">4600.000000 16500.000000 424,'-68.000000'0.000000'-21,"17.000000"0.000000"11 ,15.000000 0.000000 10,16.000000 0.000000 10,10.000000 3.000000 15,7.000000 6.000000 18,6.000000 7.000000 18,7.000000 6.000000 17,4.000000-1.000000 1,3.000000-5.000000-19,3.000000-7.000000-19,4.000000-5.000000-19,2.000000-3.000000-11,4.000000 4.000000-3,3.000000 3.000000-3,3.000000 3.000000-4,3.000000 3.000000-3,3.000000 3.000000-2,3.000000 3.000000-2,4.000000 4.000000-2,1.000000-1.000000 0,0.000000-3.000000 1,0.000000-3.000000 2,0.000000-2.000000 1,0.000000-3.000000 2,0.000000 1.000000 0,0.000000-1.000000 2,0.000000 1.000000 1,-5.000000 2.000000 2,-9.000000 7.000000 2,-10.000000 6.000000 3,-8.000000 7.000000 2,-11.000000 7.000000 0,-8.000000 9.000000-2,-10.000000 10.000000-2,-9.000000 10.000000-1,-10.000000 5.000000-2,-9.000000 4.000000 0,-10.000000 3.000000-1,-8.000000 3.000000 0,-1.000000-8.000000-2,9.000000-19.000000 1,10.000000-18.000000-1,10.000000-19.000000-1,0.000000-7.000000-1,-5.000000 7.000000 0,-7.000000 6.000000-2,-5.000000 7.000000-2,-6.000000 0.000000 1,-3.000000-2.000000-1,-3.000000-3.000000 2,-2.000000-3.000000 0,0.000000-6.000000 1,7.000000-5.000000 0,6.000000-7.000000 1,7.000000-5.000000 1,11.000000-6.000000-1,20.000000-3.000000-2,18.000000-3.000000-3,20.000000-2.000000-3,11.000000-3.000000-1,7.000000 1.000000 2,6.000000-1.000000 1,7.000000 1.000000 2,2.000000 1.000000 1,1.000000 3.000000 3,-1.000000 3.000000 2,1.000000 4.000000 2,1.000000-1.000000 2,3.000000-3.000000-2,3.000000-3.000000 0,4.000000-2.000000-1,-3.000000-1.000000 0,-5.000000 3.000000 1,-7.000000 3.000000 0,-5.000000 4.000000 1,-9.000000 4.000000 1,-9.000000 6.000000 2,-10.000000 7.000000 1,-8.000000 6.000000 2,-8.000000 7.000000 1,-2.000000 10.000000 3,-3.000000 10.000000 1,-3.000000 9.000000 3,-12.000000 6.000000 1,-18.000000 3.000000 0,-19.000000 3.000000 1,-18.000000 4.000000 0,-12.000000-3.000000 0,-3.000000-5.000000-2,-3.000000-7.000000-3,-2.000000-5.000000-2,-3.000000-8.000000-3,1.000000-5.000000-4,-1.000000-7.000000-4,1.000000-5.000000-3,5.000000-9.000000-12,14.000000-9.000000-17,11.000000-10.000000-18,14.000000-8.000000-18,10.000000-8.000000-8,9.000000-2.000000 1,10.000000-3.000000 0,10.000000-3.000000 1</inkml:trace>
</inkml:ink>
</file>

<file path=ppt/ink/ink12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2"/>
    </inkml:context>
    <inkml:brush xml:id="br0">
      <inkml:brushProperty name="width" value="0.0285114292055368" units="cm"/>
      <inkml:brushProperty name="height" value="0.0285114292055368" units="cm"/>
      <inkml:brushProperty name="color" value="#000000"/>
      <inkml:brushProperty name="ignorePressure" value="0"/>
    </inkml:brush>
  </inkml:definitions>
  <inkml:trace contextRef="#ctx0" brushRef="#br0">6100.000000 18350.000000 514,'-46.000000'1.000000'4,"10.000000"4.000000"6 ,10.000000 3.000000 8,9.000000 3.000000 8,10.000000-1.000000 5,14.000000-2.000000 6,11.000000-3.000000 5,14.000000-3.000000 6,5.000000-6.000000-3,1.000000-5.000000-9,-1.000000-7.000000-10,1.000000-5.000000-9,-3.000000-8.000000-7,-2.000000-5.000000-4,-3.000000-7.000000-3,-3.000000-5.000000-4,-2.000000-4.000000-3,0.000000 0.000000-2,0.000000 0.000000-2,0.000000 0.000000-3,-4.000000 0.000000 0,-5.000000 0.000000 2,-7.000000 0.000000 2,-5.000000 0.000000 1,-8.000000 1.000000 3,-5.000000 4.000000 2,-7.000000 3.000000 2,-5.000000 3.000000 3,-6.000000 6.000000 1,-3.000000 9.000000 1,-3.000000 10.000000 3,-2.000000 10.000000 0,-6.000000 10.000000 2,-6.000000 13.000000 1,-6.000000 12.000000 0,-6.000000 13.000000 1,-1.000000 9.000000 0,7.000000 6.000000-1,6.000000 7.000000 0,7.000000 6.000000 0,4.000000 3.000000 0,3.000000 0.000000-1,3.000000 0.000000-1,4.000000 0.000000 0,5.000000-2.000000-1,10.000000-3.000000-3,10.000000-3.000000-2,9.000000-2.000000-4,9.000000-6.000000-4,9.000000-6.000000-7,10.000000-6.000000-7,10.000000-6.000000-8,7.000000-9.000000-2,6.000000-8.000000 4,7.000000-10.000000 3,6.000000-9.000000 3,-4.000000-5.000000 0,-11.000000 0.000000-4,-14.000000 0.000000-5,-11.000000 0.000000-4,-7.000000-2.000000-5,0.000000-3.000000-7,0.000000-3.000000-7,0.000000-2.000000-5</inkml:trace>
</inkml:ink>
</file>

<file path=ppt/ink/ink12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2"/>
    </inkml:context>
    <inkml:brush xml:id="br0">
      <inkml:brushProperty name="width" value="0.0318564623594284" units="cm"/>
      <inkml:brushProperty name="height" value="0.0318564623594284" units="cm"/>
      <inkml:brushProperty name="color" value="#000000"/>
      <inkml:brushProperty name="ignorePressure" value="0"/>
    </inkml:brush>
  </inkml:definitions>
  <inkml:trace contextRef="#ctx0" brushRef="#br0">7300.000000 17950.000000 460,'-25.000000'-47.000000'34,"0.000000"6.000000"-7 ,0.000000 7.000000-7,0.000000 6.000000-5,0.000000 3.000000-2,0.000000 0.000000 3,0.000000 0.000000 4,0.000000 0.000000 4,0.000000 1.000000 1,0.000000 4.000000-4,0.000000 3.000000-2,0.000000 3.000000-2,-2.000000 6.000000-3,-3.000000 9.000000 0,-3.000000 10.000000-1,-2.000000 10.000000-2,-3.000000 8.000000 0,1.000000 10.000000 0,-1.000000 10.000000 0,1.000000 9.000000-1,2.000000 7.000000 1,7.000000 7.000000-1,6.000000 6.000000 0,7.000000 7.000000 1,4.000000-3.000000-2,3.000000-8.000000-1,3.000000-10.000000-2,4.000000-9.000000-2,5.000000-9.000000-2,10.000000-5.000000-6,10.000000-7.000000-4,9.000000-5.000000-4,7.000000-11.000000-5,7.000000-11.000000-2,6.000000-14.000000-3,7.000000-11.000000-4,2.000000-12.000000 0,1.000000-9.000000 1,-1.000000-10.000000 1,1.000000-8.000000 2,-6.000000-4.000000 1,-8.000000 3.000000 2,-10.000000 3.000000 3,-9.000000 4.000000 1,-9.000000 4.000000 4,-5.000000 6.000000 3,-7.000000 7.000000 3,-5.000000 6.000000 4,-8.000000 10.000000 6,-5.000000 17.000000 10,-7.000000 15.000000 10,-5.000000 16.000000 9,-3.000000 15.000000 3,4.000000 16.000000-3,3.000000 15.000000-4,3.000000 17.000000-4,1.000000 8.000000-2,1.000000 4.000000-1,-1.000000 3.000000 0,1.000000 3.000000-1,-1.000000-2.000000-1,1.000000-6.000000 0,-1.000000-6.000000-3,1.000000-6.000000 0,-4.000000 1.000000-2,-6.000000 9.000000-3,-6.000000 10.000000-4,-6.000000 10.000000-2,-6.000000-7.000000-4,-2.000000-22.000000-7,-3.000000-22.000000-6,-3.000000-21.000000-6,-1.000000-23.000000-9,4.000000-21.000000-10,3.000000-22.000000-10,3.000000-22.000000-11,4.000000-8.000000 0,7.000000 6.000000 10,6.000000 7.000000 11,7.000000 6.000000 10,2.000000-1.000000 1,1.000000-5.000000-7,-1.000000-7.000000-9,1.000000-5.000000-8</inkml:trace>
</inkml:ink>
</file>

<file path=ppt/ink/ink12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2"/>
    </inkml:context>
    <inkml:brush xml:id="br0">
      <inkml:brushProperty name="width" value="0.0264241974800825" units="cm"/>
      <inkml:brushProperty name="height" value="0.0264241974800825" units="cm"/>
      <inkml:brushProperty name="color" value="#000000"/>
      <inkml:brushProperty name="ignorePressure" value="0"/>
    </inkml:brush>
  </inkml:definitions>
  <inkml:trace contextRef="#ctx0" brushRef="#br0">7600.000000 17250.000000 555,'50.000000'23.000000'200,"0.000000"-3.000000"-58 ,0.000000-3.000000-61,0.000000-2.000000-60,-4.000000 0.000000-35,-5.000000 7.000000-12,-7.000000 6.000000-13,-5.000000 7.000000-12,-6.000000-1.000000-4,-3.000000-6.000000 4,-3.000000-6.000000 5,-2.000000-6.000000 3,-3.000000-2.000000 3,1.000000 3.000000 2,-1.000000 3.000000 1,1.000000 4.000000 2</inkml:trace>
</inkml:ink>
</file>

<file path=ppt/ink/ink12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2"/>
    </inkml:context>
    <inkml:brush xml:id="br0">
      <inkml:brushProperty name="width" value="0.0286637414246798" units="cm"/>
      <inkml:brushProperty name="height" value="0.0286637414246798" units="cm"/>
      <inkml:brushProperty name="color" value="#000000"/>
      <inkml:brushProperty name="ignorePressure" value="0"/>
    </inkml:brush>
  </inkml:definitions>
  <inkml:trace contextRef="#ctx0" brushRef="#br0">7950.000000 17800.000000 511,'0.000000'48.000000'105,"0.000000"-3.000000"-17 ,0.000000-3.000000-17,0.000000-2.000000-17,0.000000-3.000000-11,0.000000 1.000000-6,0.000000-1.000000-7,0.000000 1.000000-6,-2.000000 2.000000-7,-3.000000 7.000000-5,-3.000000 6.000000-5,-2.000000 7.000000-7,-1.000000 2.000000-6,3.000000 1.000000-10,3.000000-1.000000-9,4.000000 1.000000-10,1.000000-6.000000-10,0.000000-8.000000-13,0.000000-10.000000-14,0.000000-9.000000-12</inkml:trace>
</inkml:ink>
</file>

<file path=ppt/ink/ink12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3"/>
    </inkml:context>
    <inkml:brush xml:id="br0">
      <inkml:brushProperty name="width" value="0.0286795552819967" units="cm"/>
      <inkml:brushProperty name="height" value="0.0286795552819967" units="cm"/>
      <inkml:brushProperty name="color" value="#000000"/>
      <inkml:brushProperty name="ignorePressure" value="0"/>
    </inkml:brush>
  </inkml:definitions>
  <inkml:trace contextRef="#ctx0" brushRef="#br0">8500.000000 17950.000000 511,'-22.000000'71.000000'171,"6.000000"-5.000000"-43 ,7.000000-7.000000-41,6.000000-5.000000-43,3.000000-4.000000-23,0.000000 0.000000-5,0.000000 0.000000-3,0.000000 0.000000-5,3.000000-13.000000-12,6.000000-24.000000-21,7.000000-26.000000-21,6.000000-24.000000-21,4.000000-15.000000-3,4.000000-3.000000 13,3.000000-3.000000 14,3.000000-2.000000 14,1.000000 2.000000 10,1.000000 9.000000 6,-1.000000 10.000000 7,1.000000 10.000000 5,-3.000000 5.000000 7,-2.000000 4.000000 6,-3.000000 3.000000 6,-3.000000 3.000000 5,-4.000000 14.000000 9,-3.000000 25.000000 9,-3.000000 25.000000 10,-2.000000 25.000000 10,-5.000000 9.000000-3,-2.000000-6.000000-16,-3.000000-6.000000-16,-3.000000-6.000000-15,-2.000000-7.000000-12,0.000000-6.000000-5,0.000000-6.000000-6,0.000000-6.000000-6,3.000000-7.000000-13,6.000000-6.000000-22,7.000000-6.000000-22,6.000000-6.000000-21</inkml:trace>
</inkml:ink>
</file>

<file path=ppt/ink/ink12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3"/>
    </inkml:context>
    <inkml:brush xml:id="br0">
      <inkml:brushProperty name="width" value="0.0308752153068781" units="cm"/>
      <inkml:brushProperty name="height" value="0.0308752153068781" units="cm"/>
      <inkml:brushProperty name="color" value="#000000"/>
      <inkml:brushProperty name="ignorePressure" value="0"/>
    </inkml:brush>
  </inkml:definitions>
  <inkml:trace contextRef="#ctx0" brushRef="#br0">9650.000000 18000.000000 475,'-46.000000'-2.000000'7,"10.000000"-3.000000"16 ,10.000000-3.000000 15,9.000000-2.000000 15,7.000000 2.000000 5,7.000000 9.000000-5,6.000000 10.000000-5,7.000000 10.000000-6,0.000000 8.000000-4,-2.000000 10.000000-5,-3.000000 10.000000-5,-3.000000 9.000000-4,-2.000000 2.000000-4,0.000000-2.000000-3,0.000000-3.000000-2,0.000000-3.000000-2,-2.000000-4.000000-4,-3.000000-3.000000-4,-3.000000-3.000000-5,-2.000000-2.000000-3,2.000000-9.000000-8,9.000000-12.000000-10,10.000000-13.000000-12,10.000000-12.000000-10,7.000000-13.000000-4,6.000000-12.000000 3,7.000000-13.000000 5,6.000000-12.000000 4,3.000000-5.000000 5,0.000000 3.000000 5,0.000000 3.000000 6,0.000000 4.000000 6,-2.000000 4.000000 5,-3.000000 6.000000 3,-3.000000 7.000000 5,-2.000000 6.000000 3,-5.000000 4.000000 4,-2.000000 4.000000 4,-3.000000 3.000000 2,-3.000000 3.000000 3,-4.000000 9.000000 5,-3.000000 16.000000 4,-3.000000 15.000000 4,-2.000000 17.000000 5,-5.000000 5.000000-1,-2.000000-3.000000-9,-3.000000-3.000000-7,-3.000000-2.000000-9,-4.000000-3.000000-8,-3.000000 1.000000-9,-3.000000-1.000000-10,-2.000000 1.000000-8,-1.000000-3.000000-11,3.000000-2.000000-11,3.000000-3.000000-11,4.000000-3.000000-11</inkml:trace>
</inkml:ink>
</file>

<file path=ppt/ink/ink12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4"/>
    </inkml:context>
    <inkml:brush xml:id="br0">
      <inkml:brushProperty name="width" value="0.0273375827819109" units="cm"/>
      <inkml:brushProperty name="height" value="0.0273375827819109" units="cm"/>
      <inkml:brushProperty name="color" value="#000000"/>
      <inkml:brushProperty name="ignorePressure" value="0"/>
    </inkml:brush>
  </inkml:definitions>
  <inkml:trace contextRef="#ctx0" brushRef="#br0">10700.000000 18350.000000 536,'-60.000000'43.000000'9,"32.000000"-11.000000"18 ,31.000000-14.000000 19,32.000000-11.000000 18,13.000000-11.000000 1,-3.000000-5.000000-14,-3.000000-7.000000-14,-2.000000-5.000000-16,-5.000000-6.000000-8,-2.000000-3.000000-3,-3.000000-3.000000-2,-3.000000-2.000000-3,-2.000000-5.000000-3,0.000000-2.000000-1,0.000000-3.000000-1,0.000000-3.000000-2,-2.000000-1.000000-1,-3.000000 4.000000-2,-3.000000 3.000000-1,-2.000000 3.000000-1,-5.000000 1.000000-2,-2.000000 1.000000-1,-3.000000-1.000000-2,-3.000000 1.000000-2,-7.000000 4.000000 1,-9.000000 9.000000 2,-10.000000 10.000000 4,-8.000000 10.000000 2,-6.000000 8.000000 3,1.000000 10.000000 2,-1.000000 10.000000 2,1.000000 9.000000 3,1.000000 9.000000 2,3.000000 9.000000 4,3.000000 10.000000 3,4.000000 10.000000 4,2.000000 2.000000 3,4.000000-3.000000 2,3.000000-3.000000 2,3.000000-2.000000 3,3.000000-6.000000-3,3.000000-6.000000-8,3.000000-6.000000-6,4.000000-6.000000-7,8.000000-7.000000-10,17.000000-6.000000-8,15.000000-6.000000-11,16.000000-6.000000-9,10.000000-12.000000-8,7.000000-15.000000-4,6.000000-15.000000-4,7.000000-16.000000-4,-4.000000-4.000000-1,-12.000000 10.000000 4,-13.000000 10.000000 4,-12.000000 9.000000 3</inkml:trace>
</inkml:ink>
</file>

<file path=ppt/ink/ink12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4"/>
    </inkml:context>
    <inkml:brush xml:id="br0">
      <inkml:brushProperty name="width" value="0.0279140807688236" units="cm"/>
      <inkml:brushProperty name="height" value="0.0279140807688236" units="cm"/>
      <inkml:brushProperty name="color" value="#000000"/>
      <inkml:brushProperty name="ignorePressure" value="0"/>
    </inkml:brush>
  </inkml:definitions>
  <inkml:trace contextRef="#ctx0" brushRef="#br0">11600.000000 17800.000000 525,'-41.000000'23.000000'80,"19.000000"-3.000000"-12 ,19.000000-3.000000-11,19.000000-2.000000-12,10.000000-3.000000-9,4.000000 1.000000-7,3.000000-1.000000-7,3.000000 1.000000-7,-1.000000 2.000000-2,-2.000000 7.000000 0,-3.000000 6.000000 0,-3.000000 7.000000 1,-6.000000 4.000000-1,-5.000000 3.000000-1,-7.000000 3.000000-2,-5.000000 4.000000-2,-6.000000 1.000000-1,-3.000000 0.000000-3,-3.000000 0.000000-1,-2.000000 0.000000-3,-3.000000-4.000000 1,1.000000-5.000000 0,-1.000000-7.000000 2,1.000000-5.000000 2,5.000000-19.000000-2,14.000000-27.000000-5,11.000000-28.000000-5,14.000000-28.000000-4,5.000000-13.000000-3,1.000000 3.000000-1,-1.000000 3.000000-1,1.000000 4.000000-3,-3.000000 7.000000-9,-2.000000 13.000000-20,-3.000000 12.000000-19,-3.000000 13.000000-20</inkml:trace>
</inkml:ink>
</file>

<file path=ppt/ink/ink12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5"/>
    </inkml:context>
    <inkml:brush xml:id="br0">
      <inkml:brushProperty name="width" value="0.0308095831423998" units="cm"/>
      <inkml:brushProperty name="height" value="0.0308095831423998" units="cm"/>
      <inkml:brushProperty name="color" value="#000000"/>
      <inkml:brushProperty name="ignorePressure" value="0"/>
    </inkml:brush>
  </inkml:definitions>
  <inkml:trace contextRef="#ctx0" brushRef="#br0">14450.000000 17400.000000 476,'0.000000'167.000000'164,"0.000000"-16.000000"-39 ,0.000000-15.000000-40,0.000000-15.000000-38,-4.000000-9.000000-21,-5.000000 1.000000-5,-7.000000-1.000000-2,-5.000000 1.000000-4,-1.000000-7.000000-4,6.000000-12.000000-4,7.000000-13.000000-4,6.000000-12.000000-3,3.000000-23.000000-19,0.000000-30.000000-30,0.000000-32.000000-31,0.000000-30.000000-31</inkml:trace>
</inkml:ink>
</file>

<file path=ppt/ink/ink12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5"/>
    </inkml:context>
    <inkml:brush xml:id="br0">
      <inkml:brushProperty name="width" value="0.0330925695598125" units="cm"/>
      <inkml:brushProperty name="height" value="0.0330925695598125" units="cm"/>
      <inkml:brushProperty name="color" value="#000000"/>
      <inkml:brushProperty name="ignorePressure" value="0"/>
    </inkml:brush>
  </inkml:definitions>
  <inkml:trace contextRef="#ctx0" brushRef="#br0">13800.000000 16550.000000 443,'148.000000'0.000000'112,"-3.000000"0.000000"-26 ,-3.000000 0.000000-25,-2.000000 0.000000-26,-3.000000 3.000000-14,1.000000 6.000000-2,-1.000000 7.000000-3,1.000000 6.000000-3,-9.000000 6.000000-1,-15.000000 6.000000 0,-15.000000 7.000000 0,-16.000000 6.000000 0,-16.000000 12.000000 1,-16.000000 19.000000 0,-15.000000 19.000000 1,-15.000000 19.000000 0,-20.000000 13.000000 0,-21.000000 10.000000 0,-22.000000 10.000000-1,-22.000000 9.000000 0,-13.000000-2.000000-1,-3.000000-12.000000-2,-3.000000-13.000000-2,-2.000000-12.000000-3,2.000000-16.000000-3,9.000000-19.000000-3,10.000000-18.000000-4,10.000000-19.000000-4,7.000000-16.000000-7,6.000000-12.000000-11,7.000000-13.000000-12,6.000000-12.000000-10,7.000000-10.000000-9,10.000000-6.000000-7,10.000000-6.000000-7,9.000000-6.000000-6</inkml:trace>
</inkml:ink>
</file>

<file path=ppt/ink/ink12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6"/>
    </inkml:context>
    <inkml:brush xml:id="br0">
      <inkml:brushProperty name="width" value="0.0256249811500311" units="cm"/>
      <inkml:brushProperty name="height" value="0.0256249811500311" units="cm"/>
      <inkml:brushProperty name="color" value="#000000"/>
      <inkml:brushProperty name="ignorePressure" value="0"/>
    </inkml:brush>
  </inkml:definitions>
  <inkml:trace contextRef="#ctx0" brushRef="#br0">15700.000000 17300.000000 572,'70.000000'1.000000'195,"-9.000000"4.000000"-58 ,-10.000000 3.000000-60,-8.000000 3.000000-58,-8.000000 4.000000-38,-2.000000 7.000000-12,-3.000000 6.000000-15,-3.000000 7.000000-12,-4.000000 0.000000-7,-3.000000-2.000000 3,-3.000000-3.000000 2,-2.000000-3.000000 3</inkml:trace>
</inkml:ink>
</file>

<file path=ppt/ink/ink12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6"/>
    </inkml:context>
    <inkml:brush xml:id="br0">
      <inkml:brushProperty name="width" value="0.0293871816247702" units="cm"/>
      <inkml:brushProperty name="height" value="0.0293871816247702" units="cm"/>
      <inkml:brushProperty name="color" value="#000000"/>
      <inkml:brushProperty name="ignorePressure" value="0"/>
    </inkml:brush>
  </inkml:definitions>
  <inkml:trace contextRef="#ctx0" brushRef="#br0">16000.000000 17850.000000 499,'0.000000'71.000000'148,"0.000000"-5.000000"-31 ,0.000000-7.000000-32,0.000000-5.000000-31,-4.000000 0.000000-20,-5.000000 10.000000-7,-7.000000 10.000000-7,-5.000000 9.000000-8,-3.000000 2.000000-9,4.000000-2.000000-9,3.000000-3.000000-11,3.000000-3.000000-10,3.000000-9.000000-6,3.000000-11.000000 0,3.000000-14.000000 1,4.000000-11.000000-2</inkml:trace>
</inkml:ink>
</file>

<file path=ppt/ink/ink12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6"/>
    </inkml:context>
    <inkml:brush xml:id="br0">
      <inkml:brushProperty name="width" value="0.0285907406359911" units="cm"/>
      <inkml:brushProperty name="height" value="0.0285907406359911" units="cm"/>
      <inkml:brushProperty name="color" value="#000000"/>
      <inkml:brushProperty name="ignorePressure" value="0"/>
    </inkml:brush>
  </inkml:definitions>
  <inkml:trace contextRef="#ctx0" brushRef="#br0">17000.000000 17900.000000 512,'-24.000000'-24.000000'8,"4.000000"4.000000"15 ,3.000000 3.000000 14,3.000000 3.000000 16,-5.000000 4.000000 5,-12.000000 7.000000-6,-13.000000 6.000000-4,-12.000000 7.000000-6,-4.000000 7.000000-5,7.000000 9.000000-8,6.000000 10.000000-6,7.000000 10.000000-7,4.000000 4.000000-3,3.000000 0.000000-1,3.000000 0.000000 1,4.000000 0.000000 0,4.000000 0.000000-4,6.000000 0.000000-7,7.000000 0.000000-9,6.000000 0.000000-8,10.000000-4.000000-4,17.000000-5.000000-1,15.000000-7.000000-1,16.000000-5.000000-2,7.000000-6.000000 3,1.000000-3.000000 7,-1.000000-3.000000 6,1.000000-2.000000 7,-4.000000-1.000000 2,-6.000000 3.000000 0,-6.000000 3.000000-1,-6.000000 4.000000 0,-9.000000 1.000000 2,-8.000000 0.000000 5,-10.000000 0.000000 5,-9.000000 0.000000 5,-10.000000 0.000000-2,-9.000000 0.000000-10,-10.000000 0.000000-8,-8.000000 0.000000-10,-6.000000-4.000000-5,1.000000-5.000000-3,-1.000000-7.000000-3,1.000000-5.000000-2,1.000000-4.000000-8,3.000000 0.000000-13,3.000000 0.000000-12,4.000000 0.000000-12</inkml:trace>
</inkml:ink>
</file>

<file path=ppt/ink/ink12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8"/>
    </inkml:context>
    <inkml:brush xml:id="br0">
      <inkml:brushProperty name="width" value="0.0269235856831074" units="cm"/>
      <inkml:brushProperty name="height" value="0.0269235856831074" units="cm"/>
      <inkml:brushProperty name="color" value="#000000"/>
      <inkml:brushProperty name="ignorePressure" value="0"/>
    </inkml:brush>
  </inkml:definitions>
  <inkml:trace contextRef="#ctx0" brushRef="#br0">17800.000000 18200.000000 544,'-24.000000'-24.000000'89,"4.000000"4.000000"-21 ,3.000000 3.000000-19,3.000000 3.000000-22,-4.000000 7.000000-8,-8.000000 14.000000 3,-10.000000 11.000000 3,-9.000000 14.000000 2,-2.000000 8.000000 0,6.000000 7.000000-4,7.000000 6.000000-4,6.000000 7.000000-4,4.000000 4.000000-3,4.000000 3.000000-1,3.000000 3.000000-1,3.000000 4.000000-2,4.000000-4.000000-3,7.000000-9.000000-6,6.000000-10.000000-4,7.000000-8.000000-5,7.000000-9.000000-4,9.000000-6.000000-2,10.000000-6.000000-3,10.000000-6.000000-3,4.000000-9.000000-6,0.000000-8.000000-9,0.000000-10.000000-10,0.000000-9.000000-9,-4.000000-4.000000-2,-5.000000 4.000000 4,-7.000000 3.000000 5,-5.000000 3.000000 4</inkml:trace>
</inkml:ink>
</file>

<file path=ppt/ink/ink12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8"/>
    </inkml:context>
    <inkml:brush xml:id="br0">
      <inkml:brushProperty name="width" value="0.0282365847378969" units="cm"/>
      <inkml:brushProperty name="height" value="0.0282365847378969" units="cm"/>
      <inkml:brushProperty name="color" value="#000000"/>
      <inkml:brushProperty name="ignorePressure" value="0"/>
    </inkml:brush>
  </inkml:definitions>
  <inkml:trace contextRef="#ctx0" brushRef="#br0">18200.000000 18200.000000 519,'0.000000'73.000000'165,"0.000000"-3.000000"-40 ,0.000000-3.000000-40,0.000000-2.000000-41,0.000000-1.000000-23,0.000000 3.000000-4,0.000000 3.000000-4,0.000000 4.000000-5,0.000000-4.000000-6,0.000000-9.000000-4,0.000000-10.000000-7,0.000000-8.000000-5,6.000000-11.000000-6,13.000000-8.000000-7,12.000000-10.000000-8,13.000000-9.000000-5,7.000000-13.000000-4,4.000000-16.000000 3,3.000000-15.000000 2,3.000000-15.000000 3,-1.000000-11.000000 2,-2.000000-2.000000 5,-3.000000-3.000000 3,-3.000000-3.000000 5,-6.000000 2.000000 4,-5.000000 10.000000 5,-7.000000 10.000000 5,-5.000000 9.000000 5,-9.000000 12.000000 12,-9.000000 16.000000 20,-10.000000 15.000000 20,-8.000000 17.000000 19,-6.000000 11.000000 3,1.000000 10.000000-13,-1.000000 10.000000-15,1.000000 9.000000-13,1.000000 1.000000-13,3.000000-6.000000-12,3.000000-6.000000-11,4.000000-6.000000-11,2.000000-6.000000-14,4.000000-2.000000-20,3.000000-3.000000-17,3.000000-3.000000-19</inkml:trace>
</inkml:ink>
</file>

<file path=ppt/ink/ink12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8"/>
    </inkml:context>
    <inkml:brush xml:id="br0">
      <inkml:brushProperty name="width" value="0.0250375960022211" units="cm"/>
      <inkml:brushProperty name="height" value="0.0250375960022211" units="cm"/>
      <inkml:brushProperty name="color" value="#000000"/>
      <inkml:brushProperty name="ignorePressure" value="0"/>
    </inkml:brush>
  </inkml:definitions>
  <inkml:trace contextRef="#ctx0" brushRef="#br0">19850.000000 18000.000000 585,'-71.000000'1.000000'7,"10.000000"4.000000"14 ,10.000000 3.000000 13,9.000000 3.000000 14,6.000000 1.000000 5,3.000000 1.000000-5,3.000000-1.000000-4,4.000000 1.000000-5,4.000000 1.000000-5,6.000000 3.000000-6,7.000000 3.000000-7,6.000000 4.000000-6,3.000000 2.000000-4,0.000000 4.000000-4,0.000000 3.000000-3,0.000000 3.000000-4,0.000000 1.000000-1,0.000000 1.000000 0,0.000000-1.000000 0,0.000000 1.000000-1,3.000000-3.000000-1,6.000000-2.000000-1,7.000000-3.000000-4,6.000000-3.000000-1,4.000000-4.000000-1,4.000000-3.000000 2,3.000000-3.000000 1,3.000000-2.000000 1,1.000000-3.000000 0,1.000000 1.000000 0,-1.000000-1.000000-2,1.000000 1.000000-1,-3.000000 2.000000 1,-2.000000 7.000000 5,-3.000000 6.000000 4,-3.000000 7.000000 5,-9.000000 0.000000-3,-11.000000-2.000000-6,-14.000000-3.000000-7,-11.000000-3.000000-8,-9.000000-4.000000-10,-3.000000-3.000000-15,-3.000000-3.000000-14,-2.000000-2.000000-14</inkml:trace>
</inkml:ink>
</file>

<file path=ppt/ink/ink12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9"/>
    </inkml:context>
    <inkml:brush xml:id="br0">
      <inkml:brushProperty name="width" value="0.022450702264905" units="cm"/>
      <inkml:brushProperty name="height" value="0.022450702264905" units="cm"/>
      <inkml:brushProperty name="color" value="#000000"/>
      <inkml:brushProperty name="ignorePressure" value="0"/>
    </inkml:brush>
  </inkml:definitions>
  <inkml:trace contextRef="#ctx0" brushRef="#br0">20450.000000 18300.000000 653,'-47.000000'-24.000000'85,"6.000000"4.000000"-16 ,7.000000 3.000000-14,6.000000 3.000000-14,1.000000 4.000000-13,-3.000000 7.000000-7,-3.000000 6.000000-8,-2.000000 7.000000-9,2.000000 4.000000-3,9.000000 3.000000 0,10.000000 3.000000 1,10.000000 4.000000 1,4.000000 2.000000-2,0.000000 4.000000-1,0.000000 3.000000-4,0.000000 3.000000-2,6.000000-1.000000-1,13.000000-2.000000 1,12.000000-3.000000 0,13.000000-3.000000 0,4.000000-2.000000 1,-3.000000 0.000000 1,-3.000000 0.000000 3,-2.000000 0.000000 1,-5.000000 0.000000 2,-2.000000 0.000000 3,-3.000000 0.000000 3,-3.000000 0.000000 2,-6.000000 0.000000 2,-5.000000 0.000000-2,-7.000000 0.000000-1,-5.000000 0.000000-1,-8.000000 0.000000-4,-5.000000 0.000000-10,-7.000000 0.000000-9,-5.000000 0.000000-8,-4.000000-4.000000-5,0.000000-5.000000 0,0.000000-7.000000 0,0.000000-5.000000 0,1.000000-6.000000-4,4.000000-3.000000-8,3.000000-3.000000-7,3.000000-2.000000-8</inkml:trace>
</inkml:ink>
</file>

<file path=ppt/ink/ink12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9"/>
    </inkml:context>
    <inkml:brush xml:id="br0">
      <inkml:brushProperty name="width" value="0.0245883204042912" units="cm"/>
      <inkml:brushProperty name="height" value="0.0245883204042912" units="cm"/>
      <inkml:brushProperty name="color" value="#000000"/>
      <inkml:brushProperty name="ignorePressure" value="0"/>
    </inkml:brush>
  </inkml:definitions>
  <inkml:trace contextRef="#ctx0" brushRef="#br0">20950.000000 17700.000000 596,'46.000000'0.000000'148,"-5.000000"0.000000"-34 ,-7.000000 0.000000-35,-5.000000 0.000000-34,-4.000000 0.000000-28,0.000000 0.000000-19,0.000000 0.000000-21,0.000000 0.000000-21,-2.000000 1.000000-8,-3.000000 4.000000 1,-3.000000 3.000000 1,-2.000000 3.000000 3,-3.000000 1.000000 1,1.000000 1.000000 3,-1.000000-1.000000 2,1.000000 1.000000 3</inkml:trace>
</inkml:ink>
</file>

<file path=ppt/ink/ink12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9"/>
    </inkml:context>
    <inkml:brush xml:id="br0">
      <inkml:brushProperty name="width" value="0.0278186947107315" units="cm"/>
      <inkml:brushProperty name="height" value="0.0278186947107315" units="cm"/>
      <inkml:brushProperty name="color" value="#000000"/>
      <inkml:brushProperty name="ignorePressure" value="0"/>
    </inkml:brush>
  </inkml:definitions>
  <inkml:trace contextRef="#ctx0" brushRef="#br0">21350.000000 18200.000000 527,'-2.000000'45.000000'0,"-3.000000"-9.000000"0 ,-3.000000-10.000000 0,-2.000000-8.000000 0,-1.000000-3.000000 5,3.000000 7.000000 12,3.000000 6.000000 12,4.000000 7.000000 10,-1.000000 4.000000 9,-3.000000 3.000000 5,-3.000000 3.000000 5,-2.000000 4.000000 4,-3.000000 2.000000-3,1.000000 4.000000-14,-1.000000 3.000000-14,1.000000 3.000000-13,1.000000 1.000000-11,3.000000 1.000000-5,3.000000-1.000000-8,4.000000 1.000000-5</inkml:trace>
</inkml:ink>
</file>

<file path=ppt/ink/ink12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29"/>
    </inkml:context>
    <inkml:brush xml:id="br0">
      <inkml:brushProperty name="width" value="0.0308827497065067" units="cm"/>
      <inkml:brushProperty name="height" value="0.0308827497065067" units="cm"/>
      <inkml:brushProperty name="color" value="#000000"/>
      <inkml:brushProperty name="ignorePressure" value="0"/>
    </inkml:brush>
  </inkml:definitions>
  <inkml:trace contextRef="#ctx0" brushRef="#br0">21750.000000 18500.000000 474,'0.000000'114.000000'166,"0.000000"-22.000000"-39 ,0.000000-22.000000-39,0.000000-21.000000-40,1.000000-14.000000-22,4.000000-2.000000-2,3.000000-3.000000-3,3.000000-3.000000-3,7.000000-12.000000-10,14.000000-18.000000-20,11.000000-19.000000-19,14.000000-18.000000-19,0.000000-12.000000-5,-8.000000-3.000000 8,-10.000000-3.000000 9,-9.000000-2.000000 8,-9.000000 0.000000 5,-5.000000 7.000000 5,-7.000000 6.000000 2,-5.000000 7.000000 5,-9.000000 4.000000 1,-9.000000 3.000000 0,-10.000000 3.000000 0,-8.000000 4.000000-1,-4.000000 4.000000-2,3.000000 6.000000-1,3.000000 7.000000-3,4.000000 6.000000-2</inkml:trace>
</inkml:ink>
</file>

<file path=ppt/ink/ink12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30"/>
    </inkml:context>
    <inkml:brush xml:id="br0">
      <inkml:brushProperty name="width" value="0.0243663657456636" units="cm"/>
      <inkml:brushProperty name="height" value="0.0243663657456636" units="cm"/>
      <inkml:brushProperty name="color" value="#000000"/>
      <inkml:brushProperty name="ignorePressure" value="0"/>
    </inkml:brush>
  </inkml:definitions>
  <inkml:trace contextRef="#ctx0" brushRef="#br0">22250.000000 18250.000000 601,'-24.000000'71.000000'92,"4.000000"-5.000000"-14 ,3.000000-7.000000-14,3.000000-5.000000-15,3.000000-6.000000-10,3.000000-3.000000-9,3.000000-3.000000-8,4.000000-2.000000-9,1.000000-3.000000-6,0.000000 1.000000-3,0.000000-1.000000-3,0.000000 1.000000-5,3.000000-7.000000-5,6.000000-12.000000-9,7.000000-13.000000-10,6.000000-12.000000-9,4.000000-13.000000-3,4.000000-12.000000 3,3.000000-13.000000 2,3.000000-12.000000 3,1.000000-5.000000 4,1.000000 3.000000 6,-1.000000 3.000000 6,1.000000 4.000000 6,-1.000000 4.000000 4,1.000000 6.000000 2,-1.000000 7.000000 3,1.000000 6.000000 1,-6.000000 13.000000 8,-8.000000 23.000000 15,-10.000000 22.000000 15,-9.000000 22.000000 14,-7.000000 7.000000-1,-3.000000-6.000000-17,-3.000000-6.000000-17,-2.000000-6.000000-16,-3.000000-6.000000-19,1.000000-2.000000-19,-1.000000-3.000000-19,1.000000-3.000000-19</inkml:trace>
</inkml:ink>
</file>

<file path=ppt/ink/ink12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1:35"/>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4250.000000 20200.000000,'443.000000'-8.000000,"1.000000"1.000000,0.000000-1.000000,0.000000 1.000000,-1.000000-1.000000,1.000000 1.000000,0.000000-1.000000,0.000000 1.000000,-1.000000-1.000000,1.000000 1.000000,0.000000-1.000000,0.000000 1.000000,-1.000000-1.000000,1.000000 1.000000,0.000000-1.000000,0.000000 1.000000,-1.000000-1.000000,1.000000 1.000000,0.000000-1.000000,0.000000 1.000000,-1.000000-1.000000,1.000000 1.000000,0.000000-1.000000,0.000000 1.000000,-1.000000-1.000000,1.000000 1.000000,0.000000-1.000000,0.000000 1.000000,-1.000000-1.000000,1.000000 1.000000,0.000000-1.000000,0.000000 1.000000,-1.000000-1.000000,1.000000 1.000000,0.000000-1.000000,0.000000 1.000000,-1.000000-1.000000,1.000000 1.000000,0.000000-1.000000,0.000000 1.000000</inkml:trace>
</inkml:ink>
</file>

<file path=ppt/ink/ink12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3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63350.000000 15900.000000 999,'-41.000000'42.000000'-6,"19.000000"-16.000000"-12 ,19.000000-15.000000-12,19.000000-15.000000-12</inkml:trace>
</inkml:ink>
</file>

<file path=ppt/ink/ink12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1"/>
    </inkml:context>
    <inkml:brush xml:id="br0">
      <inkml:brushProperty name="width" value="0.0303518939763308" units="cm"/>
      <inkml:brushProperty name="height" value="0.0303518939763308" units="cm"/>
      <inkml:brushProperty name="color" value="#000000"/>
      <inkml:brushProperty name="ignorePressure" value="0"/>
    </inkml:brush>
  </inkml:definitions>
  <inkml:trace contextRef="#ctx0" brushRef="#br0">5050.000000 22600.000000 483,'21.000000'53.000000'89,"-5.000000"6.000000"-19 ,-7.000000 7.000000-17,-5.000000 6.000000-19,-4.000000 15.000000-10,0.000000 26.000000-2,0.000000 24.000000-2,0.000000 26.000000-3,-4.000000 18.000000-1,-5.000000 13.000000 0,-7.000000 12.000000-1,-5.000000 13.000000-1,-4.000000 2.000000 0,0.000000-5.000000 0,0.000000-7.000000 0,0.000000-5.000000-1,1.000000-15.000000 0,4.000000-22.000000 0,3.000000-22.000000-1,3.000000-21.000000-1,3.000000-21.000000-1,3.000000-19.000000-3,3.000000-18.000000-3,4.000000-19.000000-2,2.000000-21.000000-10,4.000000-21.000000-16,3.000000-22.000000-16,3.000000-22.000000-16,3.000000-18.000000-7,3.000000-11.000000 3,3.000000-14.000000 3,4.000000-11.000000 1,-1.000000-1.000000 5,-3.000000 13.000000 5,-3.000000 12.000000 6,-2.000000 13.000000 4</inkml:trace>
</inkml:ink>
</file>

<file path=ppt/ink/ink12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1"/>
    </inkml:context>
    <inkml:brush xml:id="br0">
      <inkml:brushProperty name="width" value="0.028143648058176" units="cm"/>
      <inkml:brushProperty name="height" value="0.028143648058176" units="cm"/>
      <inkml:brushProperty name="color" value="#000000"/>
      <inkml:brushProperty name="ignorePressure" value="0"/>
    </inkml:brush>
  </inkml:definitions>
  <inkml:trace contextRef="#ctx0" brushRef="#br0">5150.000000 23050.000000 521,'1.000000'-46.000000'30,"4.000000"10.000000"5 ,3.000000 10.000000 5,3.000000 9.000000 4,7.000000 7.000000 0,14.000000 7.000000-6,11.000000 6.000000-7,14.000000 7.000000-6,3.000000 4.000000-5,-2.000000 3.000000 0,-3.000000 3.000000-3,-3.000000 4.000000-1,-2.000000 4.000000-1,0.000000 6.000000-1,0.000000 7.000000 0,0.000000 6.000000-1,-7.000000 6.000000-1,-11.000000 6.000000 0,-14.000000 7.000000-1,-11.000000 6.000000 0,-14.000000 6.000000-2,-11.000000 6.000000-4,-14.000000 7.000000-2,-11.000000 6.000000-5,-11.000000-2.000000-5,-5.000000-9.000000-11,-7.000000-10.000000-9,-5.000000-8.000000-9,0.000000-11.000000-8,10.000000-8.000000-4,10.000000-10.000000-5,9.000000-9.000000-4,7.000000-7.000000 0,7.000000-3.000000 5,6.000000-3.000000 5,7.000000-2.000000 6</inkml:trace>
</inkml:ink>
</file>

<file path=ppt/ink/ink12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1"/>
    </inkml:context>
    <inkml:brush xml:id="br0">
      <inkml:brushProperty name="width" value="0.0257229469716549" units="cm"/>
      <inkml:brushProperty name="height" value="0.0257229469716549" units="cm"/>
      <inkml:brushProperty name="color" value="#000000"/>
      <inkml:brushProperty name="ignorePressure" value="0"/>
    </inkml:brush>
  </inkml:definitions>
  <inkml:trace contextRef="#ctx0" brushRef="#br0">5950.000000 24500.000000 570,'92.000000'25.000000'127,"-16.000000"0.000000"-31 ,-15.000000 0.000000-32,-15.000000 0.000000-30,-12.000000 4.000000-17,-6.000000 10.000000-4,-6.000000 10.000000-3,-6.000000 9.000000-3,-7.000000 9.000000-3,-6.000000 9.000000-1,-6.000000 10.000000 0,-6.000000 10.000000-2,-6.000000 0.000000 1,-2.000000-5.000000 1,-3.000000-7.000000 1,-3.000000-5.000000 1,1.000000-17.000000 1,6.000000-24.000000 2,7.000000-26.000000 0,6.000000-24.000000 2,9.000000-24.000000-6,13.000000-22.000000-10,12.000000-22.000000-12,13.000000-21.000000-11,7.000000-9.000000-9,4.000000 7.000000-7,3.000000 6.000000-7,3.000000 7.000000-6,-4.000000 10.000000-1,-8.000000 16.000000 6,-10.000000 15.000000 5,-9.000000 17.000000 6</inkml:trace>
</inkml:ink>
</file>

<file path=ppt/ink/ink12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1"/>
    </inkml:context>
    <inkml:brush xml:id="br0">
      <inkml:brushProperty name="width" value="0.0272044353187084" units="cm"/>
      <inkml:brushProperty name="height" value="0.0272044353187084" units="cm"/>
      <inkml:brushProperty name="color" value="#000000"/>
      <inkml:brushProperty name="ignorePressure" value="0"/>
    </inkml:brush>
  </inkml:definitions>
  <inkml:trace contextRef="#ctx0" brushRef="#br0">7050.000000 24800.000000 539,'-24.000000'26.000000'43,"4.000000"4.000000"6 ,3.000000 3.000000 6,3.000000 3.000000 5,3.000000 1.000000-2,3.000000 1.000000-9,3.000000-1.000000-10,4.000000 1.000000-10,2.000000 1.000000-6,4.000000 3.000000-4,3.000000 3.000000-3,3.000000 4.000000-4,4.000000-1.000000-5,7.000000-3.000000-6,6.000000-3.000000-5,7.000000-2.000000-7,5.000000-8.000000-3,7.000000-8.000000 0,6.000000-10.000000-1,7.000000-9.000000 0,2.000000-12.000000-1,1.000000-11.000000-1,-1.000000-14.000000 0,1.000000-11.000000-1,-7.000000-11.000000 0,-12.000000-5.000000 2,-13.000000-7.000000 0,-12.000000-5.000000 1,-10.000000-1.000000 2,-6.000000 6.000000 0,-6.000000 7.000000 3,-6.000000 6.000000 0,-10.000000 9.000000 0,-12.000000 13.000000-4,-13.000000 12.000000-3,-12.000000 13.000000-4,-2.000000 6.000000 0,9.000000 0.000000 3,10.000000 0.000000 4,10.000000 0.000000 3,4.000000 0.000000-1,0.000000 0.000000-9,0.000000 0.000000-6,0.000000 0.000000-9</inkml:trace>
</inkml:ink>
</file>

<file path=ppt/ink/ink12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2"/>
    </inkml:context>
    <inkml:brush xml:id="br0">
      <inkml:brushProperty name="width" value="0.0230182316154242" units="cm"/>
      <inkml:brushProperty name="height" value="0.0230182316154242" units="cm"/>
      <inkml:brushProperty name="color" value="#000000"/>
      <inkml:brushProperty name="ignorePressure" value="0"/>
    </inkml:brush>
  </inkml:definitions>
  <inkml:trace contextRef="#ctx0" brushRef="#br0">8150.000000 24150.000000 637,'-60.000000'1.000000'11,"32.000000"4.000000"23 ,31.000000 3.000000 23,32.000000 3.000000 22,15.000000-1.000000 0,0.000000-2.000000-22,0.000000-3.000000-23,0.000000-3.000000-23,-4.000000 1.000000-23,-5.000000 6.000000-27,-7.000000 7.000000-25,-5.000000 6.000000-27</inkml:trace>
</inkml:ink>
</file>

<file path=ppt/ink/ink12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2"/>
    </inkml:context>
    <inkml:brush xml:id="br0">
      <inkml:brushProperty name="width" value="0.0306061897426844" units="cm"/>
      <inkml:brushProperty name="height" value="0.0306061897426844" units="cm"/>
      <inkml:brushProperty name="color" value="#000000"/>
      <inkml:brushProperty name="ignorePressure" value="0"/>
    </inkml:brush>
  </inkml:definitions>
  <inkml:trace contextRef="#ctx0" brushRef="#br0">8050.000000 24900.000000 479,'-16.000000'20.000000'48,"19.000000"-9.000000"-8 ,19.000000-10.000000-9,19.000000-8.000000-9,7.000000-6.000000-7,-3.000000 1.000000-6,-3.000000-1.000000-5,-2.000000 1.000000-5,-5.000000-3.000000-3,-2.000000-2.000000 2,-3.000000-3.000000 0,-3.000000-3.000000 2,-4.000000 5.000000 3,-3.000000 17.000000 8,-3.000000 15.000000 7,-2.000000 16.000000 7,-5.000000 13.000000 4,-2.000000 14.000000-2,-3.000000 11.000000-1,-3.000000 14.000000-1,-2.000000 10.000000-1,0.000000 9.000000-2,0.000000 10.000000 0,0.000000 10.000000-2,-2.000000 2.000000-1,-3.000000-3.000000-1,-3.000000-3.000000-1,-2.000000-2.000000-1,-5.000000-8.000000-2,-2.000000-8.000000-3,-3.000000-10.000000-3,-3.000000-9.000000-2,-9.000000-13.000000-7,-11.000000-16.000000-8,-14.000000-15.000000-10,-11.000000-15.000000-9,-4.000000-15.000000-9,6.000000-12.000000-11,7.000000-13.000000-9,6.000000-12.000000-10,7.000000-5.000000-2,10.000000 3.000000 7,10.000000 3.000000 7,9.000000 4.000000 6</inkml:trace>
</inkml:ink>
</file>

<file path=ppt/ink/ink12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2"/>
    </inkml:context>
    <inkml:brush xml:id="br0">
      <inkml:brushProperty name="width" value="0.0261621586978436" units="cm"/>
      <inkml:brushProperty name="height" value="0.0261621586978436" units="cm"/>
      <inkml:brushProperty name="color" value="#000000"/>
      <inkml:brushProperty name="ignorePressure" value="0"/>
    </inkml:brush>
  </inkml:definitions>
  <inkml:trace contextRef="#ctx0" brushRef="#br0">8600.000000 25250.000000 560,'25.000000'21.000000'102,"0.000000"-5.000000"-25 ,0.000000-7.000000-22,0.000000-5.000000-25,3.000000-8.000000-12,6.000000-5.000000-4,7.000000-7.000000-3,6.000000-5.000000-3,1.000000-6.000000-2,-3.000000-3.000000 0,-3.000000-3.000000-1,-2.000000-2.000000-1,-5.000000-3.000000-1,-2.000000 1.000000-2,-3.000000-1.000000-1,-3.000000 1.000000-1,-6.000000-1.000000 0,-5.000000 1.000000-1,-7.000000-1.000000 2,-5.000000 1.000000 0,-8.000000 4.000000 1,-5.000000 9.000000 0,-7.000000 10.000000 1,-5.000000 10.000000 2,-6.000000 8.000000-1,-3.000000 10.000000 1,-3.000000 10.000000 0,-2.000000 9.000000-1,-3.000000 9.000000 2,1.000000 9.000000 3,-1.000000 10.000000 3,1.000000 10.000000 3,4.000000 2.000000 0,9.000000-3.000000-2,10.000000-3.000000-2,10.000000-2.000000-2,10.000000-5.000000-9,13.000000-2.000000-13,12.000000-3.000000-13,13.000000-3.000000-15,7.000000-9.000000-4,4.000000-11.000000 4,3.000000-14.000000 3,3.000000-11.000000 4,-1.000000-11.000000 0,-2.000000-5.000000-5,-3.000000-7.000000-6,-3.000000-5.000000-4</inkml:trace>
</inkml:ink>
</file>

<file path=ppt/ink/ink12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2"/>
    </inkml:context>
    <inkml:brush xml:id="br0">
      <inkml:brushProperty name="width" value="0.0297258626669645" units="cm"/>
      <inkml:brushProperty name="height" value="0.0297258626669645" units="cm"/>
      <inkml:brushProperty name="color" value="#000000"/>
      <inkml:brushProperty name="ignorePressure" value="0"/>
    </inkml:brush>
  </inkml:definitions>
  <inkml:trace contextRef="#ctx0" brushRef="#br0">10400.000000 24850.000000 493,'-47.000000'-2.000000'5,"6.000000"-3.000000"9 ,7.000000-3.000000 10,6.000000-2.000000 9,3.000000-3.000000 7,0.000000 1.000000 2,0.000000-1.000000 2,0.000000 1.000000 3,-2.000000 1.000000-3,-3.000000 3.000000-7,-3.000000 3.000000-8,-2.000000 4.000000-7,-3.000000 7.000000-5,1.000000 13.000000-1,-1.000000 12.000000-2,1.000000 13.000000-1,-1.000000 7.000000 0,1.000000 4.000000-1,-1.000000 3.000000 0,1.000000 3.000000 0,4.000000 1.000000-2,9.000000 1.000000-5,10.000000-1.000000-3,10.000000 1.000000-6,10.000000-6.000000-2,13.000000-8.000000-2,12.000000-10.000000-2,13.000000-9.000000-3,13.000000-9.000000-5,17.000000-5.000000-10,15.000000-7.000000-10,16.000000-5.000000-9,-4.000000-8.000000-7,-21.000000-5.000000-5,-22.000000-7.000000-4,-22.000000-5.000000-5</inkml:trace>
</inkml:ink>
</file>

<file path=ppt/ink/ink12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3"/>
    </inkml:context>
    <inkml:brush xml:id="br0">
      <inkml:brushProperty name="width" value="0.0290742851793766" units="cm"/>
      <inkml:brushProperty name="height" value="0.0290742851793766" units="cm"/>
      <inkml:brushProperty name="color" value="#000000"/>
      <inkml:brushProperty name="ignorePressure" value="0"/>
    </inkml:brush>
  </inkml:definitions>
  <inkml:trace contextRef="#ctx0" brushRef="#br0">10650.000000 24800.000000 504,'-61.000000'23.000000'67,"28.000000"-3.000000"0 ,28.000000-3.000000-1,29.000000-2.000000 1,15.000000-6.000000-6,3.000000-6.000000-12,3.000000-6.000000-12,4.000000-6.000000-11,2.000000-2.000000-7,4.000000 3.000000-4,3.000000 3.000000-4,3.000000 4.000000-4,-1.000000-1.000000-3,-2.000000-3.000000-5,-3.000000-3.000000-4,-3.000000-2.000000-4,-6.000000-3.000000-5,-5.000000 1.000000-6,-7.000000-1.000000-5,-5.000000 1.000000-6</inkml:trace>
</inkml:ink>
</file>

<file path=ppt/ink/ink12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3"/>
    </inkml:context>
    <inkml:brush xml:id="br0">
      <inkml:brushProperty name="width" value="0.0343126691877842" units="cm"/>
      <inkml:brushProperty name="height" value="0.0343126691877842" units="cm"/>
      <inkml:brushProperty name="color" value="#000000"/>
      <inkml:brushProperty name="ignorePressure" value="0"/>
    </inkml:brush>
  </inkml:definitions>
  <inkml:trace contextRef="#ctx0" brushRef="#br0">11150.000000 24450.000000 427,'-24.000000'25.000000'70,"4.000000"0.000000"-6 ,3.000000 0.000000-8,3.000000 0.000000-6,1.000000 6.000000-6,1.000000 13.000000-3,-1.000000 12.000000-4,1.000000 13.000000-4,-1.000000 9.000000-3,1.000000 6.000000-3,-1.000000 7.000000-3,1.000000 6.000000-4,1.000000 1.000000-1,3.000000-3.000000-3,3.000000-3.000000 0,4.000000-2.000000-3,4.000000-9.000000-3,6.000000-12.000000-7,7.000000-13.000000-8,6.000000-12.000000-5,6.000000-12.000000-10,6.000000-8.000000-10,7.000000-10.000000-10,6.000000-9.000000-11,-1.000000-7.000000-8,-5.000000-3.000000-7,-7.000000-3.000000-6,-5.000000-2.000000-6</inkml:trace>
</inkml:ink>
</file>

<file path=ppt/ink/ink13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5"/>
    </inkml:context>
    <inkml:brush xml:id="br0">
      <inkml:brushProperty name="width" value="0.0278647504746914" units="cm"/>
      <inkml:brushProperty name="height" value="0.0278647504746914" units="cm"/>
      <inkml:brushProperty name="color" value="#000000"/>
      <inkml:brushProperty name="ignorePressure" value="0"/>
    </inkml:brush>
  </inkml:definitions>
  <inkml:trace contextRef="#ctx0" brushRef="#br0">15450.000000 23900.000000 526,'1.000000'-71.000000'40,"4.000000"10.000000"-1 ,3.000000 10.000000-3,3.000000 9.000000-3,-2.000000 6.000000-1,-6.000000 3.000000 0,-6.000000 3.000000-1,-6.000000 4.000000 0,-7.000000 10.000000-4,-6.000000 19.000000-6,-6.000000 19.000000-5,-6.000000 19.000000-6,-9.000000 19.000000-4,-8.000000 23.000000 1,-10.000000 22.000000-2,-9.000000 22.000000 0,-2.000000 16.000000 0,6.000000 14.000000 1,7.000000 11.000000 1,6.000000 14.000000 0,7.000000 0.000000 1,10.000000-8.000000 0,10.000000-10.000000 1,9.000000-9.000000-1,12.000000-15.000000-1,16.000000-18.000000-6,15.000000-19.000000-5,17.000000-18.000000-4,11.000000-20.000000-7,10.000000-18.000000-7,10.000000-19.000000-6,9.000000-18.000000-7,4.000000-18.000000-6,1.000000-16.000000-3,-1.000000-15.000000-3,1.000000-15.000000-3,-6.000000-9.000000 1,-8.000000 1.000000 6,-10.000000-1.000000 4,-9.000000 1.000000 6,-7.000000-1.000000 6,-3.000000 1.000000 4,-3.000000-1.000000 6,-2.000000 1.000000 5,-8.000000 2.000000 5,-8.000000 7.000000 6,-10.000000 6.000000 5,-9.000000 7.000000 5,-4.000000 4.000000 5,4.000000 3.000000 2,3.000000 3.000000 4,3.000000 4.000000 3,-4.000000 11.000000 8,-8.000000 23.000000 11,-10.000000 22.000000 13,-9.000000 22.000000 11,-4.000000 15.000000 1,4.000000 9.000000-12,3.000000 10.000000-12,3.000000 10.000000-12,3.000000 0.000000-7,3.000000-5.000000-3,3.000000-7.000000-2,4.000000-5.000000-3,4.000000-8.000000-3,6.000000-5.000000-5,7.000000-7.000000-4,6.000000-5.000000-4,7.000000-12.000000-2,10.000000-16.000000-2,10.000000-15.000000-1,9.000000-15.000000-1,7.000000-18.000000-4,7.000000-19.000000-5,6.000000-18.000000-6,7.000000-19.000000-6,-4.000000-12.000000-2,-12.000000-2.000000 1,-13.000000-3.000000 2,-12.000000-3.000000 2,-12.000000 1.000000 1,-8.000000 6.000000 3,-10.000000 7.000000 4,-9.000000 6.000000 2,-12.000000 9.000000 3,-11.000000 13.000000 3,-14.000000 12.000000 2,-11.000000 13.000000 2,-9.000000 9.000000 1,-3.000000 6.000000 2,-3.000000 7.000000-1,-2.000000 6.000000 1,-3.000000 6.000000-2,1.000000 6.000000-5,-1.000000 7.000000-5,1.000000 6.000000-6,5.000000 3.000000-4,14.000000 0.000000-6,11.000000 0.000000-5,14.000000 0.000000-5</inkml:trace>
</inkml:ink>
</file>

<file path=ppt/ink/ink13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5"/>
    </inkml:context>
    <inkml:brush xml:id="br0">
      <inkml:brushProperty name="width" value="0.0288761332631111" units="cm"/>
      <inkml:brushProperty name="height" value="0.0288761332631111" units="cm"/>
      <inkml:brushProperty name="color" value="#000000"/>
      <inkml:brushProperty name="ignorePressure" value="0"/>
    </inkml:brush>
  </inkml:definitions>
  <inkml:trace contextRef="#ctx0" brushRef="#br0">17200.000000 25000.000000 507,'-24.000000'-24.000000'30,"4.000000"4.000000"3 ,3.000000 3.000000 3,3.000000 3.000000 4,1.000000 7.000000 0,1.000000 14.000000-1,-1.000000 11.000000 0,1.000000 14.000000-2,-1.000000 10.000000-2,1.000000 9.000000-5,-1.000000 10.000000-5,1.000000 10.000000-3,2.000000 4.000000-4,7.000000 0.000000-1,6.000000 0.000000-1,7.000000 0.000000-1,4.000000-5.000000-3,3.000000-9.000000-5,3.000000-10.000000-6,4.000000-8.000000-4,2.000000-11.000000-4,4.000000-8.000000-1,3.000000-10.000000-1,3.000000-9.000000-1,1.000000-13.000000-1,1.000000-16.000000-2,-1.000000-15.000000-2,1.000000-15.000000-1,-3.000000-11.000000-1,-2.000000-2.000000-1,-3.000000-3.000000 0,-3.000000-3.000000 0,-6.000000-1.000000 0,-5.000000 4.000000 2,-7.000000 3.000000 2,-5.000000 3.000000 2,-9.000000 4.000000 0,-9.000000 7.000000-2,-10.000000 6.000000-3,-8.000000 7.000000-1,-6.000000 8.000000-2,1.000000 14.000000-1,-1.000000 11.000000-1,1.000000 14.000000-2,2.000000 7.000000-2,7.000000 3.000000-4,6.000000 3.000000-3,7.000000 4.000000-4</inkml:trace>
</inkml:ink>
</file>

<file path=ppt/ink/ink13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7"/>
    </inkml:context>
    <inkml:brush xml:id="br0">
      <inkml:brushProperty name="width" value="0.0284967534244061" units="cm"/>
      <inkml:brushProperty name="height" value="0.0284967534244061" units="cm"/>
      <inkml:brushProperty name="color" value="#000000"/>
      <inkml:brushProperty name="ignorePressure" value="0"/>
    </inkml:brush>
  </inkml:definitions>
  <inkml:trace contextRef="#ctx0" brushRef="#br0">17600.000000 24950.000000 514,'-41.000000'0.000000'68,"19.000000"0.000000"-17 ,19.000000 0.000000-18,19.000000 0.000000-17,10.000000 0.000000-11,4.000000 0.000000-5,3.000000 0.000000-4,3.000000 0.000000-4,1.000000-2.000000-2,1.000000-3.000000 0,-1.000000-3.000000 0,1.000000-2.000000-1,-3.000000-3.000000 1,-2.000000 1.000000 3,-3.000000-1.000000 0,-3.000000 1.000000 3,-4.000000 5.000000 6,-3.000000 14.000000 9,-3.000000 11.000000 10,-2.000000 14.000000 10,-6.000000 11.000000 4,-6.000000 14.000000-1,-6.000000 11.000000-3,-6.000000 14.000000-2,-7.000000 11.000000-2,-6.000000 14.000000-2,-6.000000 11.000000-1,-6.000000 14.000000-2,-2.000000 5.000000-2,3.000000 1.000000-2,3.000000-1.000000-1,4.000000 1.000000-1,2.000000-6.000000-3,4.000000-8.000000-4,3.000000-10.000000-3,3.000000-9.000000-4,3.000000-15.000000-1,3.000000-18.000000-2,3.000000-19.000000 0,4.000000-18.000000 0,1.000000-23.000000-14,0.000000-24.000000-25,0.000000-26.000000-26,0.000000-24.000000-25,1.000000-9.000000-5,4.000000 10.000000 16,3.000000 10.000000 18,3.000000 9.000000 16</inkml:trace>
</inkml:ink>
</file>

<file path=ppt/ink/ink13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7"/>
    </inkml:context>
    <inkml:brush xml:id="br0">
      <inkml:brushProperty name="width" value="0.0243650060147047" units="cm"/>
      <inkml:brushProperty name="height" value="0.0243650060147047" units="cm"/>
      <inkml:brushProperty name="color" value="#000000"/>
      <inkml:brushProperty name="ignorePressure" value="0"/>
    </inkml:brush>
  </inkml:definitions>
  <inkml:trace contextRef="#ctx0" brushRef="#br0">18000.000000 24950.000000 601,'48.000000'-22.000000'79,"-3.000000"6.000000"-16 ,-3.000000 7.000000-14,-2.000000 6.000000-14,-3.000000 4.000000-10,1.000000 4.000000-3,-1.000000 3.000000-2,1.000000 3.000000-4,-4.000000 3.000000-2,-6.000000 3.000000-2,-6.000000 3.000000-1,-6.000000 4.000000-1,-7.000000 4.000000-1,-6.000000 6.000000-1,-6.000000 7.000000 1,-6.000000 6.000000-1,-9.000000 4.000000-1,-8.000000 4.000000-6,-10.000000 3.000000-3,-9.000000 3.000000-5,-4.000000-4.000000-7,4.000000-8.000000-12,3.000000-10.000000-10,3.000000-9.000000-12,4.000000-7.000000-6,7.000000-3.000000-2,6.000000-3.000000-2,7.000000-2.000000-2</inkml:trace>
</inkml:ink>
</file>

<file path=ppt/ink/ink13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7"/>
    </inkml:context>
    <inkml:brush xml:id="br0">
      <inkml:brushProperty name="width" value="0.0264098346233368" units="cm"/>
      <inkml:brushProperty name="height" value="0.0264098346233368" units="cm"/>
      <inkml:brushProperty name="color" value="#000000"/>
      <inkml:brushProperty name="ignorePressure" value="0"/>
    </inkml:brush>
  </inkml:definitions>
  <inkml:trace contextRef="#ctx0" brushRef="#br0">18700.000000 25500.000000 555,'71.000000'15.000000'119,"-5.000000"-18.000000"-30 ,-7.000000-19.000000-29,-5.000000-18.000000-31,-4.000000-10.000000-17,0.000000 0.000000-7,0.000000 0.000000-7,0.000000 0.000000-8,-4.000000 0.000000-2,-5.000000 0.000000 1,-7.000000 0.000000 1,-5.000000 0.000000 1,-8.000000 0.000000 1,-5.000000 0.000000 2,-7.000000 0.000000 0,-5.000000 0.000000 3,-8.000000 6.000000 1,-5.000000 13.000000 3,-7.000000 12.000000 3,-5.000000 13.000000 3,-8.000000 12.000000 1,-5.000000 13.000000 2,-7.000000 12.000000 1,-5.000000 13.000000 1,-3.000000 9.000000 2,4.000000 6.000000 3,3.000000 7.000000 2,3.000000 6.000000 4,4.000000 1.000000-1,7.000000-3.000000-3,6.000000-3.000000-4,7.000000-2.000000-4,8.000000-6.000000-2,14.000000-6.000000-4,11.000000-6.000000-3,14.000000-6.000000-2,14.000000-12.000000-9,20.000000-15.000000-13,18.000000-15.000000-15,20.000000-16.000000-14,-1.000000-8.000000-8,-19.000000 0.000000-3,-18.000000 0.000000-2,-19.000000 0.000000-4</inkml:trace>
</inkml:ink>
</file>

<file path=ppt/ink/ink13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7"/>
    </inkml:context>
    <inkml:brush xml:id="br0">
      <inkml:brushProperty name="width" value="0.0242631230503321" units="cm"/>
      <inkml:brushProperty name="height" value="0.0242631230503321" units="cm"/>
      <inkml:brushProperty name="color" value="#000000"/>
      <inkml:brushProperty name="ignorePressure" value="0"/>
    </inkml:brush>
  </inkml:definitions>
  <inkml:trace contextRef="#ctx0" brushRef="#br0">19750.000000 24900.000000 604,'46.000000'6.000000'153,"-5.000000"13.000000"-39 ,-7.000000 12.000000-39,-5.000000 13.000000-40,-9.000000 7.000000-22,-9.000000 4.000000-8,-10.000000 3.000000-5,-8.000000 3.000000-7,-6.000000-2.000000-2,1.000000-6.000000 3,-1.000000-6.000000 2,1.000000-6.000000 3,-1.000000-6.000000 2,1.000000-2.000000 0,-1.000000-3.000000 2,1.000000-3.000000 0,2.000000-9.000000 0,7.000000-11.000000-6,6.000000-14.000000-3,7.000000-11.000000-5,7.000000-12.000000-4,9.000000-9.000000-4,10.000000-10.000000-4,10.000000-8.000000-4,-1.000000-1.000000 0,-9.000000 9.000000 6,-10.000000 10.000000 6,-8.000000 10.000000 5,-4.000000 4.000000-4,3.000000 0.000000-16,3.000000 0.000000-14,4.000000 0.000000-16</inkml:trace>
</inkml:ink>
</file>

<file path=ppt/ink/ink13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8"/>
    </inkml:context>
    <inkml:brush xml:id="br0">
      <inkml:brushProperty name="width" value="0.0242219567298889" units="cm"/>
      <inkml:brushProperty name="height" value="0.0242219567298889" units="cm"/>
      <inkml:brushProperty name="color" value="#000000"/>
      <inkml:brushProperty name="ignorePressure" value="0"/>
    </inkml:brush>
  </inkml:definitions>
  <inkml:trace contextRef="#ctx0" brushRef="#br0">21100.000000 24950.000000 605,'-47.000000'-2.000000'75,"6.000000"-3.000000"-11 ,7.000000-3.000000-9,6.000000-2.000000-10,3.000000-1.000000-10,0.000000 3.000000-10,0.000000 3.000000-10,0.000000 4.000000-10,-4.000000 4.000000-4,-5.000000 6.000000 2,-7.000000 7.000000 2,-5.000000 6.000000 1,-1.000000 7.000000 2,6.000000 10.000000 0,7.000000 10.000000-1,6.000000 9.000000 1,6.000000 4.000000 0,6.000000 1.000000-1,7.000000-1.000000-1,6.000000 1.000000 0,7.000000-6.000000-4,10.000000-8.000000-5,10.000000-10.000000-6,9.000000-9.000000-6,9.000000-13.000000-4,9.000000-16.000000-4,10.000000-15.000000-4,10.000000-15.000000-4,0.000000-12.000000 0,-5.000000-6.000000 1,-7.000000-6.000000 2,-5.000000-6.000000 1,-8.000000-1.000000 4,-5.000000 7.000000 4,-7.000000 6.000000 5,-5.000000 7.000000 5,-6.000000 5.000000 6,-3.000000 7.000000 9,-3.000000 6.000000 8,-2.000000 7.000000 10,-5.000000 7.000000 4,-2.000000 9.000000 1,-3.000000 10.000000 2,-3.000000 10.000000 2,-4.000000 7.000000-1,-3.000000 6.000000-2,-3.000000 7.000000-4,-2.000000 6.000000-1,-1.000000 1.000000-10,3.000000-3.000000-14,3.000000-3.000000-17,4.000000-2.000000-15</inkml:trace>
</inkml:ink>
</file>

<file path=ppt/ink/ink13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8"/>
    </inkml:context>
    <inkml:brush xml:id="br0">
      <inkml:brushProperty name="width" value="0.0300768502056599" units="cm"/>
      <inkml:brushProperty name="height" value="0.0300768502056599" units="cm"/>
      <inkml:brushProperty name="color" value="#000000"/>
      <inkml:brushProperty name="ignorePressure" value="0"/>
    </inkml:brush>
  </inkml:definitions>
  <inkml:trace contextRef="#ctx0" brushRef="#br0">21100.000000 24950.000000 487,'-38.000000'-2.000000'49,"26.000000"-3.000000"4 ,24.000000-3.000000 5,26.000000-2.000000 4,15.000000-3.000000-2,6.000000 1.000000-10,7.000000-1.000000-8,6.000000 1.000000-11,1.000000 1.000000-5,-3.000000 3.000000-3,-3.000000 3.000000-3,-2.000000 4.000000-3,-6.000000 1.000000-4,-6.000000 0.000000-6,-6.000000 0.000000-6,-6.000000 0.000000-4</inkml:trace>
</inkml:ink>
</file>

<file path=ppt/ink/ink13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8"/>
    </inkml:context>
    <inkml:brush xml:id="br0">
      <inkml:brushProperty name="width" value="0.0292239170521498" units="cm"/>
      <inkml:brushProperty name="height" value="0.0292239170521498" units="cm"/>
      <inkml:brushProperty name="color" value="#000000"/>
      <inkml:brushProperty name="ignorePressure" value="0"/>
    </inkml:brush>
  </inkml:definitions>
  <inkml:trace contextRef="#ctx0" brushRef="#br0">21700.000000 24600.000000 501,'-24.000000'28.000000'127,"4.000000"6.000000"-28 ,3.000000 7.000000-28,3.000000 6.000000-27,1.000000 7.000000-15,1.000000 10.000000-2,-1.000000 10.000000-1,1.000000 9.000000-3,1.000000 1.000000-2,3.000000-6.000000-6,3.000000-6.000000-4,4.000000-6.000000-5,2.000000-9.000000-8,4.000000-8.000000-11,3.000000-10.000000-10,3.000000-9.000000-11,6.000000-15.000000-9,9.000000-18.000000-6,10.000000-19.000000-8,10.000000-18.000000-7,-1.000000-7.000000 1,-9.000000 6.000000 5,-10.000000 7.000000 8,-8.000000 6.000000 6</inkml:trace>
</inkml:ink>
</file>

<file path=ppt/ink/ink13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8"/>
    </inkml:context>
    <inkml:brush xml:id="br0">
      <inkml:brushProperty name="width" value="0.0209778361022472" units="cm"/>
      <inkml:brushProperty name="height" value="0.0209778361022472" units="cm"/>
      <inkml:brushProperty name="color" value="#000000"/>
      <inkml:brushProperty name="ignorePressure" value="0"/>
    </inkml:brush>
  </inkml:definitions>
  <inkml:trace contextRef="#ctx0" brushRef="#br0">22050.000000 24500.000000 699,'3.000000'46.000000'192,"6.000000"-5.000000"-92 ,7.000000-7.000000-92,6.000000-5.000000-91</inkml:trace>
</inkml:ink>
</file>

<file path=ppt/ink/ink13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9"/>
    </inkml:context>
    <inkml:brush xml:id="br0">
      <inkml:brushProperty name="width" value="0.0251282583922148" units="cm"/>
      <inkml:brushProperty name="height" value="0.0251282583922148" units="cm"/>
      <inkml:brushProperty name="color" value="#000000"/>
      <inkml:brushProperty name="ignorePressure" value="0"/>
    </inkml:brush>
  </inkml:definitions>
  <inkml:trace contextRef="#ctx0" brushRef="#br0">22150.000000 24900.000000 583,'-2.000000'46.000000'118,"-3.000000"-5.000000"-23 ,-3.000000-7.000000-23,-2.000000-5.000000-23,-3.000000-1.000000-16,1.000000 6.000000-8,-1.000000 7.000000-9,1.000000 6.000000-8,1.000000 4.000000-7,3.000000 4.000000-7,3.000000 3.000000-5,4.000000 3.000000-6,1.000000-1.000000-8,0.000000-2.000000-9,0.000000-3.000000-10,0.000000-3.000000-10</inkml:trace>
</inkml:ink>
</file>

<file path=ppt/ink/ink13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9"/>
    </inkml:context>
    <inkml:brush xml:id="br0">
      <inkml:brushProperty name="width" value="0.0270942095667124" units="cm"/>
      <inkml:brushProperty name="height" value="0.0270942095667124" units="cm"/>
      <inkml:brushProperty name="color" value="#000000"/>
      <inkml:brushProperty name="ignorePressure" value="0"/>
    </inkml:brush>
  </inkml:definitions>
  <inkml:trace contextRef="#ctx0" brushRef="#br0">22450.000000 25150.000000 541,'1.000000'48.000000'144,"4.000000"-3.000000"-32 ,3.000000-3.000000-34,3.000000-2.000000-34,4.000000-3.000000-19,7.000000 1.000000-4,6.000000-1.000000-6,7.000000 1.000000-4,2.000000-6.000000-5,1.000000-8.000000-3,-1.000000-10.000000-6,1.000000-9.000000-3,-1.000000-10.000000-4,1.000000-9.000000-5,-1.000000-10.000000-4,1.000000-8.000000-4,-4.000000-9.000000-2,-6.000000-6.000000 1,-6.000000-6.000000 1,-6.000000-6.000000 2,-9.000000-1.000000 2,-8.000000 7.000000 5,-10.000000 6.000000 6,-9.000000 7.000000 4,-10.000000 5.000000 5,-9.000000 7.000000 0,-10.000000 6.000000 3,-8.000000 7.000000 2,-4.000000 8.000000-2,3.000000 14.000000-3,3.000000 11.000000-5,4.000000 14.000000-3,4.000000 3.000000-6,6.000000-2.000000-8,7.000000-3.000000-8,6.000000-3.000000-7</inkml:trace>
</inkml:ink>
</file>

<file path=ppt/ink/ink13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1:49"/>
    </inkml:context>
    <inkml:brush xml:id="br0">
      <inkml:brushProperty name="width" value="0.0278618279844522" units="cm"/>
      <inkml:brushProperty name="height" value="0.0278618279844522" units="cm"/>
      <inkml:brushProperty name="color" value="#000000"/>
      <inkml:brushProperty name="ignorePressure" value="0"/>
    </inkml:brush>
  </inkml:definitions>
  <inkml:trace contextRef="#ctx0" brushRef="#br0">23200.000000 25000.000000 526,'23.000000'26.000000'124,"-3.000000"4.000000"-28 ,-3.000000 3.000000-30,-2.000000 3.000000-29,-5.000000 1.000000-15,-2.000000 1.000000-4,-3.000000-1.000000-1,-3.000000 1.000000-4,-2.000000-3.000000-3,0.000000-2.000000-5,0.000000-3.000000-5,0.000000-3.000000-4,4.000000-13.000000-11,10.000000-22.000000-13,10.000000-22.000000-15,9.000000-21.000000-14,2.000000-9.000000 2,-2.000000 7.000000 17,-3.000000 6.000000 18,-3.000000 7.000000 16,-2.000000 4.000000 12,0.000000 3.000000 5,0.000000 3.000000 5,0.000000 4.000000 4,0.000000 4.000000 5,0.000000 6.000000 3,0.000000 7.000000 3,0.000000 6.000000 4,-4.000000 7.000000-1,-5.000000 10.000000-3,-7.000000 10.000000-5,-5.000000 9.000000-4,-4.000000 6.000000-7,0.000000 3.000000-13,0.000000 3.000000-13,0.000000 4.000000-11,0.000000-3.000000-6,0.000000-5.000000 2,0.000000-7.000000 1,0.000000-5.000000 1,0.000000-4.000000-7,0.000000 0.000000-17,0.000000 0.000000-16,0.000000 0.000000-17</inkml:trace>
</inkml:ink>
</file>

<file path=ppt/ink/ink13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1:56"/>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5100.000000 28650.000000,'425.000000'-20.000000,"0.000000"0.000000,0.000000-1.000000,0.000000 2.000000,0.000000-1.000000,0.000000 0.000000,0.000000 0.000000,0.000000-1.000000,0.000000 2.000000,0.000000-1.000000,0.000000 0.000000,0.000000 0.000000,0.000000-1.000000,0.000000 2.000000,0.000000-1.000000,0.000000 0.000000,0.000000 0.000000,0.000000-1.000000,0.000000 2.000000,0.000000-1.000000,0.000000 0.000000,0.000000 0.000000,0.000000-1.000000,0.000000 2.000000,0.000000-1.000000,0.000000 0.000000,0.000000 0.000000,0.000000-1.000000,0.000000 2.000000,0.000000-1.000000,0.000000 0.000000,0.000000 0.000000,0.000000-1.000000,0.000000 2.000000,0.000000-1.000000,0.000000 0.000000,0.000000 0.000000,0.000000-1.000000,0.000000 2.000000,0.000000-1.000000</inkml:trace>
</inkml:ink>
</file>

<file path=ppt/ink/ink13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1"/>
    </inkml:context>
    <inkml:brush xml:id="br0">
      <inkml:brushProperty name="width" value="0.0328237228095531" units="cm"/>
      <inkml:brushProperty name="height" value="0.0328237228095531" units="cm"/>
      <inkml:brushProperty name="color" value="#000000"/>
      <inkml:brushProperty name="ignorePressure" value="0"/>
    </inkml:brush>
  </inkml:definitions>
  <inkml:trace contextRef="#ctx0" brushRef="#br0">4550.000000 31050.000000 446,'-40.000000'-24.000000'10,"23.000000"4.000000"17 ,22.000000 3.000000 18,22.000000 3.000000 17,16.000000 4.000000 5,14.000000 7.000000-11,11.000000 6.000000-9,14.000000 7.000000-11,13.000000 2.000000-5,16.000000 1.000000-3,15.000000-1.000000-1,17.000000 1.000000-1,7.000000-3.000000-3,0.000000-2.000000-2,0.000000-3.000000-3,0.000000-3.000000-3,-10.000000-4.000000-4,-18.000000-3.000000-7,-19.000000-3.000000-7,-18.000000-2.000000-7,-17.000000-3.000000-4,-11.000000 1.000000-2,-14.000000-1.000000-1,-11.000000 1.000000-1,-14.000000-1.000000-6,-11.000000 1.000000-9,-14.000000-1.000000-9,-11.000000 1.000000-10,-7.000000 1.000000-2,0.000000 3.000000 2,0.000000 3.000000 3,0.000000 4.000000 2,1.000000 2.000000 4,4.000000 4.000000 4,3.000000 3.000000 4,3.000000 3.000000 5</inkml:trace>
</inkml:ink>
</file>

<file path=ppt/ink/ink13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1"/>
    </inkml:context>
    <inkml:brush xml:id="br0">
      <inkml:brushProperty name="width" value="0.0342701897025108" units="cm"/>
      <inkml:brushProperty name="height" value="0.0342701897025108" units="cm"/>
      <inkml:brushProperty name="color" value="#000000"/>
      <inkml:brushProperty name="ignorePressure" value="0"/>
    </inkml:brush>
  </inkml:definitions>
  <inkml:trace contextRef="#ctx0" brushRef="#br0">5600.000000 31400.000000 427,'0.000000'70.000000'74,"0.000000"-9.000000"-14 ,0.000000-10.000000-14,0.000000-8.000000-12,0.000000 5.000000-6,0.000000 22.000000 0,0.000000 22.000000 2,0.000000 23.000000 0,-5.000000 19.000000 0,-9.000000 19.000000-2,-10.000000 19.000000-1,-8.000000 19.000000-1,-8.000000 7.000000-2,-2.000000-3.000000-2,-3.000000-3.000000-2,-3.000000-2.000000-1,-1.000000-11.000000-3,4.000000-15.000000-3,3.000000-15.000000-4,3.000000-16.000000-3,6.000000-19.000000-3,9.000000-22.000000-5,10.000000-22.000000-4,10.000000-21.000000-5,7.000000-20.000000 0,6.000000-15.000000 0,7.000000-15.000000 2,6.000000-16.000000 0,4.000000-12.000000-5,4.000000-5.000000-13,3.000000-7.000000-13,3.000000-5.000000-14,-2.000000-3.000000-7,-6.000000 4.000000-4,-6.000000 3.000000-3,-6.000000 3.000000-3</inkml:trace>
</inkml:ink>
</file>

<file path=ppt/ink/ink13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1"/>
    </inkml:context>
    <inkml:brush xml:id="br0">
      <inkml:brushProperty name="width" value="0.0279242694377899" units="cm"/>
      <inkml:brushProperty name="height" value="0.0279242694377899" units="cm"/>
      <inkml:brushProperty name="color" value="#000000"/>
      <inkml:brushProperty name="ignorePressure" value="0"/>
    </inkml:brush>
  </inkml:definitions>
  <inkml:trace contextRef="#ctx0" brushRef="#br0">5850.000000 33300.000000 525,'-21.000000'45.000000'64,"10.000000"-9.000000"-7 ,10.000000-10.000000-8,9.000000-8.000000-7,7.000000-8.000000-5,7.000000-2.000000-3,6.000000-3.000000-4,7.000000-3.000000-2,7.000000-4.000000-4,9.000000-3.000000-5,10.000000-3.000000-5,10.000000-2.000000-5,2.000000-8.000000-2,-3.000000-8.000000 2,-3.000000-10.000000 1,-2.000000-9.000000 1,-8.000000-7.000000 0,-8.000000-3.000000-2,-10.000000-3.000000-3,-9.000000-2.000000-2,-7.000000 0.000000-3,-3.000000 7.000000-8,-3.000000 6.000000-5,-2.000000 7.000000-6,-11.000000 5.000000-3,-15.000000 7.000000 2,-15.000000 6.000000 2,-16.000000 7.000000 1,-12.000000 11.000000 2,-5.000000 20.000000 6,-7.000000 18.000000 5,-5.000000 20.000000 4,-3.000000 11.000000 5,4.000000 7.000000 2,3.000000 6.000000 4,3.000000 7.000000 2,7.000000 2.000000 2,14.000000 1.000000 0,11.000000-1.000000 0,14.000000 1.000000 1,14.000000-6.000000-6,20.000000-8.000000-10,18.000000-10.000000-11,20.000000-9.000000-10,11.000000-10.000000-8,7.000000-9.000000-3,6.000000-10.000000-5,7.000000-8.000000-3,-4.000000-9.000000-6,-12.000000-6.000000-7,-13.000000-6.000000-6,-12.000000-6.000000-6</inkml:trace>
</inkml:ink>
</file>

<file path=ppt/ink/ink13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1"/>
    </inkml:context>
    <inkml:brush xml:id="br0">
      <inkml:brushProperty name="width" value="0.0294740162789822" units="cm"/>
      <inkml:brushProperty name="height" value="0.0294740162789822" units="cm"/>
      <inkml:brushProperty name="color" value="#000000"/>
      <inkml:brushProperty name="ignorePressure" value="0"/>
    </inkml:brush>
  </inkml:definitions>
  <inkml:trace contextRef="#ctx0" brushRef="#br0">8100.000000 33000.000000 497,'-115.000000'-68.000000'22,"23.000000"17.000000"8 ,22.000000 15.000000 9,22.000000 16.000000 8,10.000000 10.000000 2,1.000000 7.000000-7,-1.000000 6.000000-6,1.000000 7.000000-7,-3.000000 10.000000-5,-2.000000 16.000000-4,-3.000000 15.000000-3,-3.000000 17.000000-4,1.000000 8.000000-1,6.000000 4.000000 3,7.000000 3.000000 1,6.000000 3.000000 2,6.000000-1.000000 0,6.000000-2.000000-1,7.000000-3.000000-1,6.000000-3.000000-1,12.000000-9.000000-8,19.000000-11.000000-12,19.000000-14.000000-15,19.000000-11.000000-12,13.000000-14.000000-11,10.000000-11.000000-6,10.000000-14.000000-7,9.000000-11.000000-7,-5.000000-7.000000 0,-19.000000 0.000000 5,-18.000000 0.000000 5,-19.000000 0.000000 6</inkml:trace>
</inkml:ink>
</file>

<file path=ppt/ink/ink13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2"/>
    </inkml:context>
    <inkml:brush xml:id="br0">
      <inkml:brushProperty name="width" value="0.0346813686192036" units="cm"/>
      <inkml:brushProperty name="height" value="0.0346813686192036" units="cm"/>
      <inkml:brushProperty name="color" value="#000000"/>
      <inkml:brushProperty name="ignorePressure" value="0"/>
    </inkml:brush>
  </inkml:definitions>
  <inkml:trace contextRef="#ctx0" brushRef="#br0">8800.000000 31750.000000 422,'-44.000000'3.000000'89,"13.000000"6.000000"-13 ,12.000000 7.000000-13,13.000000 6.000000-13,6.000000 12.000000-8,0.000000 19.000000-6,0.000000 19.000000-5,0.000000 19.000000-4,1.000000 16.000000-4,4.000000 17.000000-2,3.000000 15.000000-2,3.000000 16.000000-1,-4.000000 9.000000-2,-8.000000 3.000000-1,-10.000000 3.000000-1,-9.000000 4.000000-2,-4.000000-10.000000-1,4.000000-22.000000-3,3.000000-22.000000-4,3.000000-21.000000-1,7.000000-32.000000-10,14.000000-41.000000-14,11.000000-40.000000-15,14.000000-40.000000-14,8.000000-25.000000-4,7.000000-5.000000 6,6.000000-7.000000 6,7.000000-5.000000 5,4.000000-1.000000 7,3.000000 6.000000 4,3.000000 7.000000 5,4.000000 6.000000 6,-3.000000 7.000000 4,-5.000000 10.000000 5,-7.000000 10.000000 5,-5.000000 9.000000 4,-9.000000 12.000000 2,-9.000000 16.000000 1,-10.000000 15.000000 0,-8.000000 17.000000 1,-8.000000 11.000000 2,-2.000000 10.000000 3,-3.000000 10.000000 5,-3.000000 9.000000 3,-2.000000 10.000000 5,0.000000 14.000000 3,0.000000 11.000000 4,0.000000 14.000000 4,1.000000-3.000000-5,4.000000-15.000000-17,3.000000-15.000000-15,3.000000-16.000000-16,4.000000-13.000000-13,7.000000-9.000000-9,6.000000-10.000000-11,7.000000-8.000000-9,2.000000-8.000000-2,1.000000-2.000000 6,-1.000000-3.000000 6,1.000000-3.000000 5</inkml:trace>
</inkml:ink>
</file>

<file path=ppt/ink/ink13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02"/>
    </inkml:context>
    <inkml:brush xml:id="br0">
      <inkml:brushProperty name="width" value="0.0283695328980684" units="cm"/>
      <inkml:brushProperty name="height" value="0.0283695328980684" units="cm"/>
      <inkml:brushProperty name="color" value="#000000"/>
      <inkml:brushProperty name="ignorePressure" value="0"/>
    </inkml:brush>
  </inkml:definitions>
  <inkml:trace contextRef="#ctx0" brushRef="#br0">10350.000000 33250.000000 516,'-19.000000'-19.000000'11,"13.000000"13.000000"22 ,12.000000 12.000000 21,13.000000 13.000000 21,2.000000 10.000000 4,-5.000000 10.000000-15,-7.000000 10.000000-14,-5.000000 9.000000-15,-3.000000 2.000000-9,4.000000-2.000000-4,3.000000-3.000000-4,3.000000-3.000000-4,7.000000-17.000000-11,14.000000-27.000000-21,11.000000-28.000000-20,14.000000-28.000000-20,3.000000-17.000000-4,-2.000000-2.000000 9,-3.000000-3.000000 11,-3.000000-3.000000 9,-4.000000 4.000000 9,-3.000000 13.000000 6,-3.000000 12.000000 7,-2.000000 13.000000 6,-5.000000 9.000000 10,-2.000000 6.000000 11,-3.000000 7.000000 12,-3.000000 6.000000 12,-6.000000 12.000000 4,-5.000000 19.000000 0,-7.000000 19.000000-2,-5.000000 19.000000-2,-6.000000 7.000000-5,-3.000000-3.000000-9,-3.000000-3.000000-8,-2.000000-2.000000-10,-1.000000-5.000000-9,3.000000-2.000000-11,3.000000-3.000000-11,4.000000-3.000000-11</inkml:trace>
</inkml:ink>
</file>

<file path=ppt/ink/ink13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1"/>
    </inkml:context>
    <inkml:brush xml:id="br0">
      <inkml:brushProperty name="width" value="0.020078856498003" units="cm"/>
      <inkml:brushProperty name="height" value="0.020078856498003" units="cm"/>
      <inkml:brushProperty name="color" value="#000000"/>
      <inkml:brushProperty name="ignorePressure" value="0"/>
    </inkml:brush>
  </inkml:definitions>
  <inkml:trace contextRef="#ctx0" brushRef="#br0">11750.000000 32300.000000 730,'70.000000'67.000000'141,"-9.000000"-16.000000"-51 ,-10.000000-15.000000-51,-8.000000-15.000000-52,-9.000000-9.000000-25,-6.000000 1.000000-2,-6.000000-1.000000-1,-6.000000 1.000000 0,-4.000000-1.000000-1,1.000000 1.000000 2,-1.000000-1.000000 0,1.000000 1.000000 2</inkml:trace>
</inkml:ink>
</file>

<file path=ppt/ink/ink13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2"/>
    </inkml:context>
    <inkml:brush xml:id="br0">
      <inkml:brushProperty name="width" value="0.0253693517297506" units="cm"/>
      <inkml:brushProperty name="height" value="0.0253693517297506" units="cm"/>
      <inkml:brushProperty name="color" value="#000000"/>
      <inkml:brushProperty name="ignorePressure" value="0"/>
    </inkml:brush>
  </inkml:definitions>
  <inkml:trace contextRef="#ctx0" brushRef="#br0">11950.000000 32900.000000 578,'-22.000000'25.000000'54,"6.000000"0.000000"-2 ,7.000000 0.000000-2,6.000000 0.000000-1,3.000000 3.000000-4,0.000000 6.000000-6,0.000000 7.000000-5,0.000000 6.000000-6,-2.000000 6.000000-5,-3.000000 6.000000-4,-3.000000 7.000000-4,-2.000000 6.000000-5,-3.000000 4.000000-7,1.000000 4.000000-8,-1.000000 3.000000-9,1.000000 3.000000-8,1.000000-5.000000-10,3.000000-12.000000-7,3.000000-13.000000-8,4.000000-12.000000-7,2.000000-9.000000-4,4.000000-2.000000 4,3.000000-3.000000 3,3.000000-3.000000 4</inkml:trace>
</inkml:ink>
</file>

<file path=ppt/ink/ink13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2"/>
    </inkml:context>
    <inkml:brush xml:id="br0">
      <inkml:brushProperty name="width" value="0.0241258013993502" units="cm"/>
      <inkml:brushProperty name="height" value="0.0241258013993502" units="cm"/>
      <inkml:brushProperty name="color" value="#000000"/>
      <inkml:brushProperty name="ignorePressure" value="0"/>
    </inkml:brush>
  </inkml:definitions>
  <inkml:trace contextRef="#ctx0" brushRef="#br0">13000.000000 33350.000000 607,'-22.000000'-47.000000'51,"6.000000"6.000000"-6 ,7.000000 7.000000-5,6.000000 6.000000-4,3.000000 1.000000-5,0.000000-3.000000-5,0.000000-3.000000-5,0.000000-2.000000-4,-5.000000 0.000000-3,-9.000000 7.000000 0,-10.000000 6.000000 0,-8.000000 7.000000 0,-6.000000 11.000000-1,1.000000 20.000000 0,-1.000000 18.000000-2,1.000000 20.000000 0,1.000000 8.000000-2,3.000000 1.000000-3,3.000000-1.000000-1,4.000000 1.000000-3,4.000000-1.000000-5,6.000000 1.000000-6,7.000000-1.000000-6,6.000000 1.000000-6,12.000000-7.000000-7,19.000000-12.000000-7,19.000000-13.000000-8,19.000000-12.000000-6,7.000000-9.000000-1,-3.000000-2.000000 3,-3.000000-3.000000 5,-2.000000-3.000000 4,-6.000000-4.000000 4,-6.000000-3.000000 5,-6.000000-3.000000 5,-6.000000-2.000000 4</inkml:trace>
</inkml:ink>
</file>

<file path=ppt/ink/ink13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2"/>
    </inkml:context>
    <inkml:brush xml:id="br0">
      <inkml:brushProperty name="width" value="0.0263201743364334" units="cm"/>
      <inkml:brushProperty name="height" value="0.0263201743364334" units="cm"/>
      <inkml:brushProperty name="color" value="#000000"/>
      <inkml:brushProperty name="ignorePressure" value="0"/>
    </inkml:brush>
  </inkml:definitions>
  <inkml:trace contextRef="#ctx0" brushRef="#br0">14500.000000 33050.000000 557,'-49.000000'-25.000000'23,"4.000000"0.000000"2 ,3.000000 0.000000 0,3.000000 0.000000 1,4.000000 1.000000 1,7.000000 4.000000 1,6.000000 3.000000 0,7.000000 3.000000 2,-1.000000 3.000000-3,-6.000000 3.000000-5,-6.000000 3.000000-5,-6.000000 4.000000-6,-7.000000 8.000000-3,-6.000000 17.000000-1,-6.000000 15.000000-2,-6.000000 16.000000-1,1.000000 9.000000 1,9.000000 3.000000 1,10.000000 3.000000 3,10.000000 4.000000 2,5.000000-1.000000 0,4.000000-3.000000-1,3.000000-3.000000 0,3.000000-2.000000-2,9.000000-8.000000 1,16.000000-8.000000 0,15.000000-10.000000 1,17.000000-9.000000 1,13.000000-12.000000-1,13.000000-11.000000-3,12.000000-14.000000-4,13.000000-11.000000-2,2.000000-12.000000-9,-5.000000-9.000000-14,-7.000000-10.000000-12,-5.000000-8.000000-14,-8.000000-4.000000-4,-5.000000 3.000000 4,-7.000000 3.000000 5,-5.000000 4.000000 4,-8.000000 4.000000 6,-5.000000 6.000000 9,-7.000000 7.000000 8,-5.000000 6.000000 8,-9.000000 9.000000 12,-9.000000 13.000000 18,-10.000000 12.000000 17,-8.000000 13.000000 16,-6.000000 9.000000 4,1.000000 6.000000-12,-1.000000 7.000000-11,1.000000 6.000000-12,1.000000-1.000000-11,3.000000-5.000000-11,3.000000-7.000000-12,4.000000-5.000000-11</inkml:trace>
</inkml:ink>
</file>

<file path=ppt/ink/ink13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2"/>
    </inkml:context>
    <inkml:brush xml:id="br0">
      <inkml:brushProperty name="width" value="0.0327470935881138" units="cm"/>
      <inkml:brushProperty name="height" value="0.0327470935881138" units="cm"/>
      <inkml:brushProperty name="color" value="#000000"/>
      <inkml:brushProperty name="ignorePressure" value="0"/>
    </inkml:brush>
  </inkml:definitions>
  <inkml:trace contextRef="#ctx0" brushRef="#br0">15400.000000 32050.000000 447,'0.000000'156.000000'193,"0.000000"13.000000"-44 ,0.000000 12.000000-46,0.000000 13.000000-44,0.000000 1.000000-29,0.000000-9.000000-14,0.000000-10.000000-13,0.000000-8.000000-15,1.000000-18.000000-19,4.000000-25.000000-26,3.000000-25.000000-26,3.000000-25.000000-27</inkml:trace>
</inkml:ink>
</file>

<file path=ppt/ink/ink13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15"/>
    </inkml:context>
    <inkml:brush xml:id="br0">
      <inkml:brushProperty name="width" value="0.0151786478236318" units="cm"/>
      <inkml:brushProperty name="height" value="0.0151786478236318" units="cm"/>
      <inkml:brushProperty name="color" value="#00BFF3"/>
      <inkml:brushProperty name="ignorePressure" value="0"/>
    </inkml:brush>
  </inkml:definitions>
  <inkml:trace contextRef="#ctx0" brushRef="#br0">5100.000000 35700.000000 966,'0.000000'-47.000000'30,"0.000000"6.000000"-26 ,0.000000 7.000000-28,0.000000 6.000000-27</inkml:trace>
</inkml:ink>
</file>

<file path=ppt/ink/ink13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2:16"/>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5150.000000 35600.000000,'398.000000'-15.000000,"1.000000"0.000000,0.000000 0.000000,-1.000000 0.000000,1.000000 0.000000,0.000000 0.000000,0.000000 0.000000,0.000000 0.000000,-1.000000 0.000000,1.000000 0.000000,0.000000 0.000000,-1.000000 0.000000,1.000000 0.000000,0.000000 0.000000,0.000000 0.000000,0.000000 0.000000,-1.000000 0.000000,1.000000 0.000000,0.000000 0.000000,0.000000 0.000000,-1.000000 0.000000,1.000000 0.000000,0.000000 0.000000,-1.000000 0.000000,1.000000 0.000000,0.000000 0.000000,0.000000 0.000000,0.000000 0.000000,-1.000000 0.000000,1.000000 0.000000,0.000000 0.000000,-1.000000 0.000000,1.000000 0.000000,0.000000 0.000000,0.000000 0.000000,0.000000 0.000000,-1.000000 0.000000,1.000000 0.000000,0.000000 0.000000,0.000000 0.000000</inkml:trace>
</inkml:ink>
</file>

<file path=ppt/ink/ink13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2"/>
    </inkml:context>
    <inkml:brush xml:id="br0">
      <inkml:brushProperty name="width" value="0.0273902285844088" units="cm"/>
      <inkml:brushProperty name="height" value="0.0273902285844088" units="cm"/>
      <inkml:brushProperty name="color" value="#000000"/>
      <inkml:brushProperty name="ignorePressure" value="0"/>
    </inkml:brush>
  </inkml:definitions>
  <inkml:trace contextRef="#ctx0" brushRef="#br0">5700.000000 38600.000000 535,'0.000000'-49.000000'9,"0.000000"4.000000"8 ,0.000000 3.000000 9,0.000000 3.000000 7,1.000000 4.000000 3,4.000000 7.000000-2,3.000000 6.000000-1,3.000000 7.000000-1,-1.000000 0.000000-3,-2.000000-2.000000-2,-3.000000-3.000000-4,-3.000000-3.000000-2,-4.000000-2.000000-2,-3.000000 0.000000 1,-3.000000 0.000000-1,-2.000000 0.000000 0,-11.000000 3.000000-2,-15.000000 6.000000-1,-15.000000 7.000000-3,-16.000000 6.000000-3,-16.000000 21.000000-2,-16.000000 39.000000-5,-15.000000 36.000000-2,-15.000000 39.000000-5,-7.000000 32.000000-1,3.000000 28.000000-1,3.000000 28.000000 0,4.000000 29.000000 0,11.000000 8.000000 0,23.000000-8.000000 3,22.000000-10.000000 0,22.000000-9.000000 2,19.000000-16.000000 2,20.000000-22.000000 0,18.000000-22.000000 0,20.000000-21.000000 1,11.000000-23.000000 0,7.000000-21.000000 0,6.000000-22.000000 0,7.000000-22.000000 0,5.000000-19.000000-4,7.000000-16.000000-6,6.000000-15.000000-8,7.000000-15.000000-7,2.000000-17.000000-5,1.000000-15.000000-1,-1.000000-15.000000-1,1.000000-16.000000-1,-3.000000-12.000000 0,-2.000000-5.000000 1,-3.000000-7.000000 3,-3.000000-5.000000 1,-7.000000 0.000000 4,-9.000000 10.000000 5,-10.000000 10.000000 5,-8.000000 9.000000 6,-9.000000 7.000000 3,-6.000000 7.000000 3,-6.000000 6.000000 1,-6.000000 7.000000 1,-6.000000 16.000000 3,-2.000000 29.000000 3,-3.000000 28.000000 2,-3.000000 28.000000 3,-4.000000 18.000000 3,-3.000000 10.000000 2,-3.000000 10.000000 3,-2.000000 9.000000 3,-1.000000 9.000000 3,3.000000 9.000000 6,3.000000 10.000000 4,4.000000 10.000000 6,2.000000-9.000000-8,4.000000-24.000000-19,3.000000-26.000000-19,3.000000-24.000000-20,3.000000-23.000000-17,3.000000-18.000000-14,3.000000-19.000000-13,4.000000-18.000000-15</inkml:trace>
</inkml:ink>
</file>

<file path=ppt/ink/ink13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2"/>
    </inkml:context>
    <inkml:brush xml:id="br0">
      <inkml:brushProperty name="width" value="0.0271273534744978" units="cm"/>
      <inkml:brushProperty name="height" value="0.0271273534744978" units="cm"/>
      <inkml:brushProperty name="color" value="#000000"/>
      <inkml:brushProperty name="ignorePressure" value="0"/>
    </inkml:brush>
  </inkml:definitions>
  <inkml:trace contextRef="#ctx0" brushRef="#br0">5350.000000 40200.000000 540,'-83.000000'-2.000000'68,"34.000000"-3.000000"0 ,35.000000-3.000000 0,35.000000-2.000000-1,22.000000-3.000000-7,14.000000 1.000000-11,11.000000-1.000000-12,14.000000 1.000000-12,7.000000-1.000000-11,3.000000 1.000000-10,3.000000-1.000000-10,4.000000 1.000000-10,-9.000000-1.000000-8,-18.000000 1.000000-4,-19.000000-1.000000-7,-18.000000 1.000000-5,-9.000000 1.000000-6,4.000000 3.000000-7,3.000000 3.000000-8,3.000000 4.000000-6</inkml:trace>
</inkml:ink>
</file>

<file path=ppt/ink/ink13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3"/>
    </inkml:context>
    <inkml:brush xml:id="br0">
      <inkml:brushProperty name="width" value="0.0281227473169565" units="cm"/>
      <inkml:brushProperty name="height" value="0.0281227473169565" units="cm"/>
      <inkml:brushProperty name="color" value="#000000"/>
      <inkml:brushProperty name="ignorePressure" value="0"/>
    </inkml:brush>
  </inkml:definitions>
  <inkml:trace contextRef="#ctx0" brushRef="#br0">7250.000000 40200.000000 521,'-47.000000'-2.000000'2,"6.000000"-3.000000"5 ,7.000000-3.000000 4,6.000000-2.000000 5,3.000000-3.000000 8,0.000000 1.000000 10,0.000000-1.000000 11,0.000000 1.000000 11,0.000000 1.000000 1,0.000000 3.000000-11,0.000000 3.000000-11,0.000000 4.000000-9,-4.000000 4.000000-7,-5.000000 6.000000-3,-7.000000 7.000000-1,-5.000000 6.000000-3,-3.000000 10.000000-1,4.000000 17.000000-2,3.000000 15.000000 1,3.000000 16.000000-2,6.000000 7.000000-1,9.000000 1.000000-1,10.000000-1.000000-2,10.000000 1.000000-2,5.000000-4.000000-3,4.000000-6.000000-7,3.000000-6.000000-6,3.000000-6.000000-7,7.000000-12.000000-4,14.000000-15.000000-4,11.000000-15.000000-2,14.000000-16.000000-4,7.000000-16.000000-1,3.000000-16.000000 2,3.000000-15.000000 2,4.000000-15.000000 1,-3.000000-11.000000 1,-5.000000-2.000000 3,-7.000000-3.000000 1,-5.000000-3.000000 2,-8.000000 1.000000 5,-5.000000 6.000000 5,-7.000000 7.000000 7,-5.000000 6.000000 6,-6.000000 7.000000 6,-3.000000 10.000000 4,-3.000000 10.000000 5,-2.000000 9.000000 4,-6.000000 9.000000 3,-6.000000 9.000000 1,-6.000000 10.000000 1,-6.000000 10.000000 0,-4.000000 8.000000 0,1.000000 10.000000 0,-1.000000 10.000000-1,1.000000 9.000000 0,1.000000 4.000000-5,3.000000 1.000000-12,3.000000-1.000000-10,4.000000 1.000000-12,4.000000-6.000000-11,6.000000-8.000000-11,7.000000-10.000000-12,6.000000-9.000000-11</inkml:trace>
</inkml:ink>
</file>

<file path=ppt/ink/ink13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3"/>
    </inkml:context>
    <inkml:brush xml:id="br0">
      <inkml:brushProperty name="width" value="0.025415787473321" units="cm"/>
      <inkml:brushProperty name="height" value="0.025415787473321" units="cm"/>
      <inkml:brushProperty name="color" value="#000000"/>
      <inkml:brushProperty name="ignorePressure" value="0"/>
    </inkml:brush>
  </inkml:definitions>
  <inkml:trace contextRef="#ctx0" brushRef="#br0">7800.000000 40250.000000 577,'0.000000'70.000000'155,"0.000000"-9.000000"-38 ,0.000000-10.000000-39,0.000000-8.000000-38,0.000000-4.000000-23,0.000000 3.000000-6,0.000000 3.000000-7,0.000000 4.000000-6,0.000000-1.000000-7,0.000000-3.000000-5,0.000000-3.000000-8,0.000000-2.000000-6,7.000000-19.000000-6,17.000000-30.000000-5,15.000000-32.000000-7,16.000000-30.000000-5,7.000000-14.000000 2,1.000000 7.000000 10,-1.000000 6.000000 10,1.000000 7.000000 9,-4.000000 5.000000 6,-6.000000 7.000000 2,-6.000000 6.000000 1,-6.000000 7.000000 3,-7.000000 5.000000 4,-6.000000 7.000000 9,-6.000000 6.000000 8,-6.000000 7.000000 9,-6.000000 11.000000 7,-2.000000 20.000000 6,-3.000000 18.000000 7,-3.000000 20.000000 6,-2.000000 10.000000 1,0.000000 3.000000-6,0.000000 3.000000-6,0.000000 4.000000-5,-2.000000-3.000000-5,-3.000000-5.000000-6,-3.000000-7.000000-4,-2.000000-5.000000-5,0.000000-19.000000-13,7.000000-27.000000-18,6.000000-28.000000-20,7.000000-28.000000-18,4.000000-15.000000-4,3.000000 1.000000 11,3.000000-1.000000 12,4.000000 1.000000 12,1.000000 2.000000 8,0.000000 7.000000 5,0.000000 6.000000 6,0.000000 7.000000 6,-2.000000 5.000000 5,-3.000000 7.000000 5,-3.000000 6.000000 6,-2.000000 7.000000 5,-3.000000 11.000000 6,1.000000 20.000000 6,-1.000000 18.000000 6,1.000000 20.000000 5,-3.000000 8.000000-1,-2.000000 1.000000-9,-3.000000-1.000000-9,-3.000000 1.000000-9,-2.000000-1.000000-10,0.000000 1.000000-13,0.000000-1.000000-12,0.000000 1.000000-12</inkml:trace>
</inkml:ink>
</file>

<file path=ppt/ink/ink13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4"/>
    </inkml:context>
    <inkml:brush xml:id="br0">
      <inkml:brushProperty name="width" value="0.0283082108944654" units="cm"/>
      <inkml:brushProperty name="height" value="0.0283082108944654" units="cm"/>
      <inkml:brushProperty name="color" value="#000000"/>
      <inkml:brushProperty name="ignorePressure" value="0"/>
    </inkml:brush>
  </inkml:definitions>
  <inkml:trace contextRef="#ctx0" brushRef="#br0">9200.000000 40500.000000 518,'-68.000000'45.000000'57,"17.000000"-9.000000"-17 ,15.000000-10.000000-19,16.000000-8.000000-17,15.000000-8.000000-2,16.000000-2.000000 16,15.000000-3.000000 14,17.000000-3.000000 15,5.000000-6.000000 0,-3.000000-5.000000-13,-3.000000-7.000000-13,-2.000000-5.000000-15,-3.000000-6.000000-6,1.000000-3.000000-3,-1.000000-3.000000-1,1.000000-2.000000-1,-4.000000-5.000000-2,-6.000000-2.000000-1,-6.000000-3.000000 0,-6.000000-3.000000-2,-4.000000 1.000000 1,1.000000 6.000000 0,-1.000000 7.000000 0,1.000000 6.000000 0,-6.000000 4.000000 1,-8.000000 4.000000 2,-10.000000 3.000000 2,-9.000000 3.000000 1,-9.000000 4.000000 3,-5.000000 7.000000 2,-7.000000 6.000000 3,-5.000000 7.000000 4,-3.000000 8.000000 3,4.000000 14.000000 6,3.000000 11.000000 5,3.000000 14.000000 6,4.000000 5.000000 1,7.000000 1.000000-2,6.000000-1.000000-2,7.000000 1.000000-3,8.000000-3.000000-2,14.000000-2.000000-7,11.000000-3.000000-4,14.000000-3.000000-5,3.000000-9.000000-9,-2.000000-11.000000-9,-3.000000-14.000000-10,-3.000000-11.000000-11,-2.000000-7.000000-11,0.000000 0.000000-13,0.000000 0.000000-14,0.000000 0.000000-13</inkml:trace>
</inkml:ink>
</file>

<file path=ppt/ink/ink13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6"/>
    </inkml:context>
    <inkml:brush xml:id="br0">
      <inkml:brushProperty name="width" value="0.029184190556407" units="cm"/>
      <inkml:brushProperty name="height" value="0.029184190556407" units="cm"/>
      <inkml:brushProperty name="color" value="#000000"/>
      <inkml:brushProperty name="ignorePressure" value="0"/>
    </inkml:brush>
  </inkml:definitions>
  <inkml:trace contextRef="#ctx0" brushRef="#br0">12500.000000 38750.000000 502,'-24.000000'101.000000'139,"4.000000"4.000000"-32 ,3.000000 3.000000-31,3.000000 3.000000-31,-2.000000 9.000000-17,-6.000000 16.000000-5,-6.000000 15.000000-3,-6.000000 17.000000-3,-2.000000 2.000000-4,3.000000-9.000000-2,3.000000-10.000000-2,4.000000-8.000000-2,2.000000-15.000000-5,4.000000-19.000000-5,3.000000-18.000000-6,3.000000-19.000000-6,4.000000-24.000000-12,7.000000-28.000000-19,6.000000-28.000000-19,7.000000-27.000000-18,0.000000-14.000000-3,-2.000000 4.000000 15,-3.000000 3.000000 13,-3.000000 3.000000 14</inkml:trace>
</inkml:ink>
</file>

<file path=ppt/ink/ink13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6"/>
    </inkml:context>
    <inkml:brush xml:id="br0">
      <inkml:brushProperty name="width" value="0.0288954470306635" units="cm"/>
      <inkml:brushProperty name="height" value="0.0288954470306635" units="cm"/>
      <inkml:brushProperty name="color" value="#000000"/>
      <inkml:brushProperty name="ignorePressure" value="0"/>
    </inkml:brush>
  </inkml:definitions>
  <inkml:trace contextRef="#ctx0" brushRef="#br0">12300.000000 38600.000000 507,'117.000000'3.000000'128,"-16.000000"6.000000"-30 ,-15.000000 7.000000-30,-15.000000 6.000000-28,-12.000000 6.000000-17,-6.000000 6.000000-3,-6.000000 7.000000-2,-6.000000 6.000000-3,-7.000000 7.000000 0,-6.000000 10.000000 0,-6.000000 10.000000 1,-6.000000 9.000000 1,-9.000000 4.000000-4,-8.000000 1.000000-7,-10.000000-1.000000-6,-9.000000 1.000000-8,-7.000000-6.000000-10,-3.000000-8.000000-10,-3.000000-10.000000-11,-2.000000-9.000000-11,-1.000000-9.000000-8,3.000000-5.000000-4,3.000000-7.000000-4,4.000000-5.000000-4</inkml:trace>
</inkml:ink>
</file>

<file path=ppt/ink/ink13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7"/>
    </inkml:context>
    <inkml:brush xml:id="br0">
      <inkml:brushProperty name="width" value="0.024877367541194" units="cm"/>
      <inkml:brushProperty name="height" value="0.024877367541194" units="cm"/>
      <inkml:brushProperty name="color" value="#000000"/>
      <inkml:brushProperty name="ignorePressure" value="0"/>
    </inkml:brush>
  </inkml:definitions>
  <inkml:trace contextRef="#ctx0" brushRef="#br0">13050.000000 39850.000000 589,'-41.000000'0.000000'36,"19.000000"0.000000"-2 ,19.000000 0.000000-2,19.000000 0.000000-1,9.000000 0.000000-3,0.000000 0.000000-5,0.000000 0.000000-4,0.000000 0.000000-5,0.000000 3.000000-2,0.000000 6.000000 0,0.000000 7.000000 1,0.000000 6.000000 1,-2.000000 6.000000-1,-3.000000 6.000000 0,-3.000000 7.000000-2,-2.000000 6.000000-1,-5.000000 4.000000-1,-2.000000 4.000000-1,-3.000000 3.000000-1,-3.000000 3.000000-1,-4.000000 1.000000-1,-3.000000 1.000000 1,-3.000000-1.000000 0,-2.000000 1.000000 0,-1.000000-4.000000 1,3.000000-6.000000 1,3.000000-6.000000 1,4.000000-6.000000 1,2.000000-18.000000-3,4.000000-28.000000-5,3.000000-28.000000-7,3.000000-27.000000-6,6.000000-17.000000-8,9.000000-3.000000-10,10.000000-3.000000-10,10.000000-2.000000-10,4.000000 2.000000-3,0.000000 9.000000 1,0.000000 10.000000 3,0.000000 10.000000 3,-5.000000 8.000000 3,-9.000000 10.000000 5,-10.000000 10.000000 6,-8.000000 9.000000 5</inkml:trace>
</inkml:ink>
</file>

<file path=ppt/ink/ink13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7"/>
    </inkml:context>
    <inkml:brush xml:id="br0">
      <inkml:brushProperty name="width" value="0.0255262926220894" units="cm"/>
      <inkml:brushProperty name="height" value="0.0255262926220894" units="cm"/>
      <inkml:brushProperty name="color" value="#000000"/>
      <inkml:brushProperty name="ignorePressure" value="0"/>
    </inkml:brush>
  </inkml:definitions>
  <inkml:trace contextRef="#ctx0" brushRef="#br0">14000.000000 40400.000000 574,'71.000000'-4.000000'134,"-5.000000"-5.000000"-33 ,-7.000000-7.000000-32,-5.000000-5.000000-34,-4.000000-8.000000-20,0.000000-5.000000-11,0.000000-7.000000-10,0.000000-5.000000-10,-4.000000-3.000000-4,-5.000000 4.000000 2,-7.000000 3.000000 2,-5.000000 3.000000 1,-8.000000 3.000000 4,-5.000000 3.000000 1,-7.000000 3.000000 4,-5.000000 4.000000 2,-8.000000 2.000000 3,-5.000000 4.000000 4,-7.000000 3.000000 5,-5.000000 3.000000 3,-11.000000 10.000000 4,-11.000000 20.000000 2,-14.000000 18.000000 3,-11.000000 20.000000 1,-4.000000 10.000000 1,6.000000 3.000000-3,7.000000 3.000000-1,6.000000 4.000000-2,7.000000 1.000000-4,10.000000 0.000000-5,10.000000 0.000000-5,9.000000 0.000000-6,10.000000-4.000000-8,14.000000-5.000000-9,11.000000-7.000000-11,14.000000-5.000000-9,3.000000-11.000000-8,-2.000000-11.000000-7,-3.000000-14.000000-7,-3.000000-11.000000-6</inkml:trace>
</inkml:ink>
</file>

<file path=ppt/ink/ink13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8"/>
    </inkml:context>
    <inkml:brush xml:id="br0">
      <inkml:brushProperty name="width" value="0.0231938827782869" units="cm"/>
      <inkml:brushProperty name="height" value="0.0231938827782869" units="cm"/>
      <inkml:brushProperty name="color" value="#000000"/>
      <inkml:brushProperty name="ignorePressure" value="0"/>
    </inkml:brush>
  </inkml:definitions>
  <inkml:trace contextRef="#ctx0" brushRef="#br0">15300.000000 39850.000000 632,'-69.000000'-22.000000'52,"13.000000"6.000000"-1 ,12.000000 7.000000-2,13.000000 6.000000-3,6.000000 4.000000-3,0.000000 4.000000-8,0.000000 3.000000-6,0.000000 3.000000-8,1.000000 4.000000-4,4.000000 7.000000-5,3.000000 6.000000-4,3.000000 7.000000-4,1.000000 4.000000-4,1.000000 3.000000 0,-1.000000 3.000000-2,1.000000 4.000000-2,2.000000-1.000000-2,7.000000-3.000000-2,6.000000-3.000000-3,7.000000-2.000000-2,5.000000-5.000000 1,7.000000-2.000000 1,6.000000-3.000000 3,7.000000-3.000000 2,2.000000-1.000000 2,1.000000 4.000000 2,-1.000000 3.000000 1,1.000000 3.000000 2,-4.000000 1.000000 1,-6.000000 1.000000 2,-6.000000-1.000000 2,-6.000000 1.000000 1,-6.000000 2.000000 0,-2.000000 7.000000-2,-3.000000 6.000000-1,-3.000000 7.000000-3,-4.000000-1.000000-5,-3.000000-6.000000-10,-3.000000-6.000000-10,-2.000000-6.000000-9,-5.000000-9.000000-8,-2.000000-8.000000-7,-3.000000-10.000000-6,-3.000000-9.000000-6</inkml:trace>
</inkml:ink>
</file>

<file path=ppt/ink/ink13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8"/>
    </inkml:context>
    <inkml:brush xml:id="br0">
      <inkml:brushProperty name="width" value="0.0250572301447392" units="cm"/>
      <inkml:brushProperty name="height" value="0.0250572301447392" units="cm"/>
      <inkml:brushProperty name="color" value="#000000"/>
      <inkml:brushProperty name="ignorePressure" value="0"/>
    </inkml:brush>
  </inkml:definitions>
  <inkml:trace contextRef="#ctx0" brushRef="#br0">15550.000000 40450.000000 585,'-38.000000'42.000000'88,"26.000000"-16.000000"-16 ,24.000000-15.000000-14,26.000000-15.000000-17,13.000000-12.000000-11,4.000000-6.000000-8,3.000000-6.000000-8,3.000000-6.000000-8,-1.000000-4.000000-5,-2.000000 1.000000-2,-3.000000-1.000000-1,-3.000000 1.000000-2,-7.000000-1.000000-1,-9.000000 1.000000 1,-10.000000-1.000000 0,-8.000000 1.000000 0,-9.000000 1.000000 1,-6.000000 3.000000 0,-6.000000 3.000000 0,-6.000000 4.000000 1,-9.000000 2.000000 0,-8.000000 4.000000 2,-10.000000 3.000000 0,-9.000000 3.000000 1,-7.000000 10.000000 1,-3.000000 20.000000 3,-3.000000 18.000000 1,-2.000000 20.000000 3,2.000000 8.000000 1,9.000000 1.000000 4,10.000000-1.000000 2,10.000000 1.000000 3,7.000000-3.000000-1,6.000000-2.000000-6,7.000000-3.000000-5,6.000000-3.000000-7,12.000000-6.000000-7,19.000000-5.000000-11,19.000000-7.000000-11,19.000000-5.000000-10,4.000000-8.000000-4,-9.000000-5.000000 3,-10.000000-7.000000 4,-8.000000-5.000000 4,-4.000000-6.000000-1,3.000000-3.000000-6,3.000000-3.000000-3,4.000000-2.000000-6</inkml:trace>
</inkml:ink>
</file>

<file path=ppt/ink/ink13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8"/>
    </inkml:context>
    <inkml:brush xml:id="br0">
      <inkml:brushProperty name="width" value="0.0292625036090612" units="cm"/>
      <inkml:brushProperty name="height" value="0.0292625036090612" units="cm"/>
      <inkml:brushProperty name="color" value="#000000"/>
      <inkml:brushProperty name="ignorePressure" value="0"/>
    </inkml:brush>
  </inkml:definitions>
  <inkml:trace contextRef="#ctx0" brushRef="#br0">16750.000000 40000.000000 501,'-43.000000'1.000000'69,"17.000000"4.000000"-3 ,15.000000 3.000000-2,16.000000 3.000000-3,7.000000 4.000000-6,1.000000 7.000000-9,-1.000000 6.000000-9,1.000000 7.000000-9,-3.000000 4.000000-6,-2.000000 3.000000-5,-3.000000 3.000000-4,-3.000000 4.000000-5,-2.000000 1.000000-2,0.000000 0.000000-3,0.000000 0.000000 0,0.000000 0.000000-2,6.000000-16.000000-12,13.000000-31.000000-23,12.000000-31.000000-21,13.000000-31.000000-22,6.000000-13.000000-2,0.000000 6.000000 18,0.000000 7.000000 19,0.000000 6.000000 17,-2.000000 6.000000 12,-3.000000 6.000000 5,-3.000000 7.000000 4,-2.000000 6.000000 4,-5.000000 4.000000 4,-2.000000 4.000000 1,-3.000000 3.000000 1,-3.000000 3.000000 2,-6.000000 7.000000 5,-5.000000 14.000000 6,-7.000000 11.000000 9,-5.000000 14.000000 6,-4.000000 7.000000 0,0.000000 3.000000-8,0.000000 3.000000-8,0.000000 4.000000-7,0.000000-3.000000-10,0.000000-5.000000-11,0.000000-7.000000-11,0.000000-5.000000-10</inkml:trace>
</inkml:ink>
</file>

<file path=ppt/ink/ink13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9"/>
    </inkml:context>
    <inkml:brush xml:id="br0">
      <inkml:brushProperty name="width" value="0.0294101648032665" units="cm"/>
      <inkml:brushProperty name="height" value="0.0294101648032665" units="cm"/>
      <inkml:brushProperty name="color" value="#000000"/>
      <inkml:brushProperty name="ignorePressure" value="0"/>
    </inkml:brush>
  </inkml:definitions>
  <inkml:trace contextRef="#ctx0" brushRef="#br0">17450.000000 39750.000000 498,'-41.000000'1.000000'133,"19.000000"4.000000"-26 ,19.000000 3.000000-26,19.000000 3.000000-24,12.000000-1.000000-17,6.000000-2.000000-8,7.000000-3.000000-8,6.000000-3.000000-7,6.000000-4.000000-8,6.000000-3.000000-7,7.000000-3.000000-8,6.000000-2.000000-7,1.000000-1.000000-4,-3.000000 3.000000 0,-3.000000 3.000000-2,-2.000000 4.000000-1,-8.000000-1.000000-10,-8.000000-3.000000-19,-10.000000-3.000000-20,-9.000000-2.000000-19</inkml:trace>
</inkml:ink>
</file>

<file path=ppt/ink/ink13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9"/>
    </inkml:context>
    <inkml:brush xml:id="br0">
      <inkml:brushProperty name="width" value="0.0294007360935211" units="cm"/>
      <inkml:brushProperty name="height" value="0.0294007360935211" units="cm"/>
      <inkml:brushProperty name="color" value="#000000"/>
      <inkml:brushProperty name="ignorePressure" value="0"/>
    </inkml:brush>
  </inkml:definitions>
  <inkml:trace contextRef="#ctx0" brushRef="#br0">18000.000000 39450.000000 498,'-24.000000'121.000000'157,"4.000000"-5.000000"-36 ,3.000000-7.000000-34,3.000000-5.000000-35,3.000000-8.000000-21,3.000000-5.000000-8,3.000000-7.000000-7,4.000000-5.000000-7,4.000000-8.000000-5,6.000000-5.000000-3,7.000000-7.000000-1,6.000000-5.000000-2,12.000000-9.000000-6,19.000000-9.000000-6,19.000000-10.000000-8,19.000000-8.000000-8,10.000000-17.000000-3,4.000000-21.000000-3,3.000000-22.000000 0,3.000000-22.000000-2,-2.000000-11.000000 1,-6.000000 0.000000 5,-6.000000 0.000000 5,-6.000000 0.000000 5,-12.000000 1.000000 3,-15.000000 4.000000 3,-15.000000 3.000000 3,-16.000000 3.000000 2,-15.000000 6.000000 2,-11.000000 9.000000 4,-14.000000 10.000000 2,-11.000000 10.000000 2,-12.000000 7.000000 4,-9.000000 6.000000 4,-10.000000 7.000000 4,-8.000000 6.000000 4,-6.000000 7.000000 3,1.000000 10.000000 4,-1.000000 10.000000 3,1.000000 9.000000 3,2.000000 6.000000 0,7.000000 3.000000 0,6.000000 3.000000-2,7.000000 4.000000-1,5.000000-1.000000-3,7.000000-3.000000-2,6.000000-3.000000-5,7.000000-2.000000-2,4.000000-5.000000-4,3.000000-2.000000-1,3.000000-3.000000-3,4.000000-3.000000-2,7.000000-6.000000-5,13.000000-5.000000-8,12.000000-7.000000-6,13.000000-5.000000-9,7.000000-8.000000-4,4.000000-5.000000-4,3.000000-7.000000-2,3.000000-5.000000-3,-2.000000-4.000000 1,-6.000000 0.000000 7,-6.000000 0.000000 5,-6.000000 0.000000 7,-7.000000 1.000000 6,-6.000000 4.000000 8,-6.000000 3.000000 7,-6.000000 3.000000 6,-6.000000 6.000000 6,-2.000000 9.000000 4,-3.000000 10.000000 2,-3.000000 10.000000 4,-2.000000 4.000000-11,0.000000 0.000000-25,0.000000 0.000000-25,0.000000 0.000000-25</inkml:trace>
</inkml:ink>
</file>

<file path=ppt/ink/ink13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29"/>
    </inkml:context>
    <inkml:brush xml:id="br0">
      <inkml:brushProperty name="width" value="0.0294621493667364" units="cm"/>
      <inkml:brushProperty name="height" value="0.0294621493667364" units="cm"/>
      <inkml:brushProperty name="color" value="#000000"/>
      <inkml:brushProperty name="ignorePressure" value="0"/>
    </inkml:brush>
  </inkml:definitions>
  <inkml:trace contextRef="#ctx0" brushRef="#br0">19200.000000 39650.000000 497,'50.000000'0.000000'186,"0.000000"0.000000"-47 ,0.000000 0.000000-45,0.000000 0.000000-45,1.000000 0.000000-28,4.000000 0.000000-10,3.000000 0.000000-8,3.000000 0.000000-10,-2.000000 0.000000-11,-6.000000 0.000000-13,-6.000000 0.000000-12,-6.000000 0.000000-12,-6.000000-2.000000-8,-2.000000-3.000000-1,-3.000000-3.000000-3,-3.000000-2.000000-1</inkml:trace>
</inkml:ink>
</file>

<file path=ppt/ink/ink13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0"/>
    </inkml:context>
    <inkml:brush xml:id="br0">
      <inkml:brushProperty name="width" value="0.0335357673466206" units="cm"/>
      <inkml:brushProperty name="height" value="0.0335357673466206" units="cm"/>
      <inkml:brushProperty name="color" value="#000000"/>
      <inkml:brushProperty name="ignorePressure" value="0"/>
    </inkml:brush>
  </inkml:definitions>
  <inkml:trace contextRef="#ctx0" brushRef="#br0">19750.000000 39400.000000 437,'-24.000000'51.000000'156,"4.000000"4.000000"-35 ,3.000000 3.000000-35,3.000000 3.000000-35,1.000000 6.000000-18,1.000000 9.000000-3,-1.000000 10.000000-2,1.000000 10.000000-3,1.000000 2.000000-5,3.000000-3.000000-9,3.000000-3.000000-9,4.000000-2.000000-10,4.000000-11.000000-9,6.000000-15.000000-10,7.000000-15.000000-10,6.000000-16.000000-10,4.000000-13.000000-5,4.000000-9.000000 0,3.000000-10.000000 1,3.000000-8.000000 0,-1.000000-8.000000 1,-2.000000-2.000000 1,-3.000000-3.000000 2,-3.000000-3.000000 1</inkml:trace>
</inkml:ink>
</file>

<file path=ppt/ink/ink13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0"/>
    </inkml:context>
    <inkml:brush xml:id="br0">
      <inkml:brushProperty name="width" value="0.0225308854132891" units="cm"/>
      <inkml:brushProperty name="height" value="0.0225308854132891" units="cm"/>
      <inkml:brushProperty name="color" value="#000000"/>
      <inkml:brushProperty name="ignorePressure" value="0"/>
    </inkml:brush>
  </inkml:definitions>
  <inkml:trace contextRef="#ctx0" brushRef="#br0">20300.000000 39300.000000 650,'25.000000'-22.000000'172,"0.000000"6.000000"-57 ,0.000000 7.000000-56,0.000000 6.000000-55,0.000000 6.000000-37,0.000000 6.000000-17,0.000000 7.000000-16,0.000000 6.000000-18</inkml:trace>
</inkml:ink>
</file>

<file path=ppt/ink/ink13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0"/>
    </inkml:context>
    <inkml:brush xml:id="br0">
      <inkml:brushProperty name="width" value="0.0317090824246407" units="cm"/>
      <inkml:brushProperty name="height" value="0.0317090824246407" units="cm"/>
      <inkml:brushProperty name="color" value="#000000"/>
      <inkml:brushProperty name="ignorePressure" value="0"/>
    </inkml:brush>
  </inkml:definitions>
  <inkml:trace contextRef="#ctx0" brushRef="#br0">20650.000000 39650.000000 462,'-24.000000'25.000000'31,"4.000000"0.000000"11 ,3.000000 0.000000 12,3.000000 0.000000 12,1.000000 3.000000 2,1.000000 6.000000-9,-1.000000 7.000000-9,1.000000 6.000000-9,-1.000000 4.000000-6,1.000000 4.000000-4,-1.000000 3.000000-5,1.000000 3.000000-4,-1.000000 3.000000-9,1.000000 3.000000-15,-1.000000 3.000000-14,1.000000 4.000000-13,1.000000-6.000000-9,3.000000-11.000000-3,3.000000-14.000000-2,4.000000-11.000000-3</inkml:trace>
</inkml:ink>
</file>

<file path=ppt/ink/ink13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0"/>
    </inkml:context>
    <inkml:brush xml:id="br0">
      <inkml:brushProperty name="width" value="0.0329055897891521" units="cm"/>
      <inkml:brushProperty name="height" value="0.0329055897891521" units="cm"/>
      <inkml:brushProperty name="color" value="#000000"/>
      <inkml:brushProperty name="ignorePressure" value="0"/>
    </inkml:brush>
  </inkml:definitions>
  <inkml:trace contextRef="#ctx0" brushRef="#br0">21100.000000 39950.000000 445,'-22.000000'51.000000'151,"6.000000"4.000000"-33 ,7.000000 3.000000-32,6.000000 3.000000-33,3.000000-1.000000-17,0.000000-2.000000-5,0.000000-3.000000-3,0.000000-3.000000-3,4.000000-6.000000-7,10.000000-5.000000-10,10.000000-7.000000-8,9.000000-5.000000-9,6.000000-8.000000-7,3.000000-5.000000-2,3.000000-7.000000-4,4.000000-5.000000-2,-1.000000-12.000000-3,-3.000000-16.000000-1,-3.000000-15.000000-2,-2.000000-15.000000-1,-6.000000-9.000000 1,-6.000000 1.000000 4,-6.000000-1.000000 3,-6.000000 1.000000 4,-6.000000 1.000000 2,-2.000000 3.000000 1,-3.000000 3.000000 2,-3.000000 4.000000 1,-7.000000 5.000000 3,-9.000000 10.000000 2,-10.000000 10.000000 5,-8.000000 9.000000 2,-8.000000 6.000000-1,-2.000000 3.000000-6,-3.000000 3.000000-7,-3.000000 4.000000-6</inkml:trace>
</inkml:ink>
</file>

<file path=ppt/ink/ink13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1"/>
    </inkml:context>
    <inkml:brush xml:id="br0">
      <inkml:brushProperty name="width" value="0.0273287985473871" units="cm"/>
      <inkml:brushProperty name="height" value="0.0273287985473871" units="cm"/>
      <inkml:brushProperty name="color" value="#000000"/>
      <inkml:brushProperty name="ignorePressure" value="0"/>
    </inkml:brush>
  </inkml:definitions>
  <inkml:trace contextRef="#ctx0" brushRef="#br0">21950.000000 39800.000000 536,'-46.000000'23.000000'42,"10.000000"-3.000000"-7 ,10.000000-3.000000-8,9.000000-2.000000-7,6.000000 3.000000 0,3.000000 14.000000 5,3.000000 11.000000 6,4.000000 14.000000 6,1.000000 5.000000 1,0.000000 1.000000-3,0.000000-1.000000-3,0.000000 1.000000-3,0.000000-3.000000-3,0.000000-2.000000-5,0.000000-3.000000-5,0.000000-3.000000-5,0.000000-6.000000-3,0.000000-5.000000-4,0.000000-7.000000-4,0.000000-5.000000-3,4.000000-17.000000-8,10.000000-24.000000-12,10.000000-26.000000-13,9.000000-24.000000-13,6.000000-15.000000-3,3.000000-3.000000 4,3.000000-3.000000 3,4.000000-2.000000 5,-1.000000 2.000000 7,-3.000000 9.000000 14,-3.000000 10.000000 13,-2.000000 10.000000 13,-5.000000 8.000000 7,-2.000000 10.000000 2,-3.000000 10.000000 2,-3.000000 9.000000 1,-2.000000 7.000000 5,0.000000 7.000000 8,0.000000 6.000000 7,0.000000 7.000000 8,-4.000000 8.000000 0,-5.000000 14.000000-7,-7.000000 11.000000-8,-5.000000 14.000000-7,-4.000000 7.000000-14,0.000000 3.000000-16,0.000000 3.000000-19,0.000000 4.000000-18,1.000000-6.000000-13,4.000000-11.000000-8,3.000000-14.000000-8,3.000000-11.000000-9</inkml:trace>
</inkml:ink>
</file>

<file path=ppt/ink/ink13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37"/>
    </inkml:context>
    <inkml:brush xml:id="br0">
      <inkml:brushProperty name="width" value="0.0320593751966953" units="cm"/>
      <inkml:brushProperty name="height" value="0.0320593751966953" units="cm"/>
      <inkml:brushProperty name="color" value="#00BFF3"/>
      <inkml:brushProperty name="ignorePressure" value="0"/>
    </inkml:brush>
  </inkml:definitions>
  <inkml:trace contextRef="#ctx0" brushRef="#br0">4850.000000 43100.000000 457,'-46.000000'-46.000000'5,"10.000000"10.000000"7 ,10.000000 10.000000 7,9.000000 9.000000 8,9.000000 6.000000 5,9.000000 3.000000 4,10.000000 3.000000 3,10.000000 4.000000 5,7.000000 1.000000-2,6.000000 0.000000-7,7.000000 0.000000-6,6.000000 0.000000-6,6.000000 1.000000-5,6.000000 4.000000-3,7.000000 3.000000-2,6.000000 3.000000-4,10.000000-1.000000-2,17.000000-2.000000 1,15.000000-3.000000 0,16.000000-3.000000 0,9.000000-4.000000-1,3.000000-3.000000-3,3.000000-3.000000-2,4.000000-2.000000-3,2.000000-6.000000-2,4.000000-6.000000-1,3.000000-6.000000-1,3.000000-6.000000 0,4.000000-2.000000-1,7.000000 3.000000 0,6.000000 3.000000 1,7.000000 4.000000 1,-1.000000 2.000000 0,-6.000000 4.000000 1,-6.000000 3.000000 1,-6.000000 3.000000 1,-7.000000 3.000000 1,-6.000000 3.000000 1,-6.000000 3.000000 1,-6.000000 4.000000 0,1.000000-1.000000 1,9.000000-3.000000 0,10.000000-3.000000 0,10.000000-2.000000 1,7.000000-1.000000-1,6.000000 3.000000-1,7.000000 3.000000 0,6.000000 4.000000-2,-2.000000 1.000000 0,-9.000000 0.000000-3,-10.000000 0.000000-1,-8.000000 0.000000-2,-6.000000 0.000000 0,1.000000 0.000000 1,-1.000000 0.000000 2,1.000000 0.000000 1,4.000000 0.000000 1,9.000000 0.000000 0,10.000000 0.000000 0,10.000000 0.000000 1,-4.000000 1.000000-1,-16.000000 4.000000-1,-15.000000 3.000000 0,-15.000000 3.000000 0,-7.000000-1.000000 0,3.000000-2.000000 1,3.000000-3.000000 1,4.000000-3.000000 0,4.000000-2.000000 1,6.000000 0.000000 0,7.000000 0.000000-1,6.000000 0.000000 1,-4.000000 1.000000-1,-11.000000 4.000000 0,-14.000000 3.000000 0,-11.000000 3.000000-1,-4.000000-1.000000 0,6.000000-2.000000 0,7.000000-3.000000-1,6.000000-3.000000 0,-2.000000-2.000000 0,-9.000000 0.000000 1,-10.000000 0.000000 1,-8.000000 0.000000 1,0.000000 1.000000 1,14.000000 4.000000 0,11.000000 3.000000-1,14.000000 3.000000 0,0.000000-1.000000 0,-8.000000-2.000000-1,-10.000000-3.000000 0,-9.000000-3.000000 0,-10.000000-2.000000-1,-9.000000 0.000000 0,-10.000000 0.000000-1,-8.000000 0.000000 0,-6.000000 1.000000 0,1.000000 4.000000 1,-1.000000 3.000000 3,1.000000 3.000000 1,1.000000-1.000000 0,3.000000-2.000000 1,3.000000-3.000000-1,4.000000-3.000000 0,4.000000-2.000000 1,6.000000 0.000000-1,7.000000 0.000000 1,6.000000 0.000000 0,-1.000000 0.000000-1,-5.000000 0.000000 0,-7.000000 0.000000-1,-5.000000 0.000000-1,-6.000000 0.000000 0,-3.000000 0.000000-1,-3.000000 0.000000 0,-2.000000 0.000000-1,-3.000000 0.000000 0,1.000000 0.000000 0,-1.000000 0.000000 1,1.000000 0.000000 1,-1.000000 0.000000 0,1.000000 0.000000-1,-1.000000 0.000000 0,1.000000 0.000000 0,1.000000-2.000000 2,3.000000-3.000000 2,3.000000-3.000000 4,4.000000-2.000000 2,2.000000-1.000000 0,4.000000 3.000000-2,3.000000 3.000000-3,3.000000 4.000000-2,1.000000-1.000000-2,1.000000-3.000000 0,-1.000000-3.000000-1,1.000000-2.000000 1,-7.000000-3.000000 0,-12.000000 1.000000-1,-13.000000-1.000000 0,-12.000000 1.000000 0,-10.000000 1.000000 0,-6.000000 3.000000-1,-6.000000 3.000000-1,-6.000000 4.000000 0,-4.000000 1.000000-1,1.000000 0.000000 1,-1.000000 0.000000-1,1.000000 0.000000 1,-3.000000 1.000000 0,-2.000000 4.000000 3,-3.000000 3.000000 2,-3.000000 3.000000 3,-1.000000-1.000000 0,4.000000-2.000000-1,3.000000-3.000000-1,3.000000-3.000000-1,3.000000-2.000000-1,3.000000 0.000000 2,3.000000 0.000000 1,4.000000 0.000000 2,-1.000000 0.000000-1,-3.000000 0.000000-1,-3.000000 0.000000-1,-2.000000 0.000000-1,-3.000000 0.000000 1,1.000000 0.000000 2,-1.000000 0.000000 4,1.000000 0.000000 2</inkml:trace>
</inkml:ink>
</file>

<file path=ppt/ink/ink13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48"/>
    </inkml:context>
    <inkml:brush xml:id="br0">
      <inkml:brushProperty name="width" value="0.0180784072726965" units="cm"/>
      <inkml:brushProperty name="height" value="0.0180784072726965" units="cm"/>
      <inkml:brushProperty name="color" value="#00BFF3"/>
      <inkml:brushProperty name="ignorePressure" value="0"/>
    </inkml:brush>
  </inkml:definitions>
  <inkml:trace contextRef="#ctx0" brushRef="#br0">5850.000000 50050.000000 811,'-2.000000'-138.000000'-34,"-3.000000"26.000000"7 ,-3.000000 24.000000 8,-2.000000 26.000000 6,0.000000 13.000000 8,7.000000 4.000000 7,6.000000 3.000000 8,7.000000 3.000000 7,2.000000 4.000000 7,1.000000 7.000000 4,-1.000000 6.000000 5,1.000000 7.000000 4,1.000000 4.000000 1,3.000000 3.000000-2,3.000000 3.000000-4,4.000000 4.000000-3</inkml:trace>
</inkml:ink>
</file>

<file path=ppt/ink/ink13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2:50"/>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5450.000000 50050.000000,'380.000000'-3.000000,"-1.000000"1.000000,2.000000-1.000000,-2.000000 1.000000,2.000000-1.000000,-1.000000 1.000000,-1.000000-1.000000,2.000000 1.000000,-2.000000-1.000000,2.000000 1.000000,-1.000000-1.000000,-1.000000 1.000000,2.000000-1.000000,-2.000000 1.000000,2.000000-1.000000,-1.000000 1.000000,-1.000000-1.000000,2.000000 1.000000,-2.000000-1.000000,2.000000 1.000000,-1.000000-1.000000,-1.000000 1.000000,2.000000-1.000000,-2.000000 1.000000,2.000000-1.000000,-1.000000 1.000000,-1.000000-1.000000,2.000000 1.000000,-2.000000-1.000000,2.000000 1.000000,-1.000000-1.000000,-1.000000 1.000000,2.000000-1.000000,-2.000000 1.000000,2.000000-1.000000,-1.000000 1.000000,-1.000000-1.000000,2.000000 1.000000,-2.000000-1.000000,2.000000 1.000000</inkml:trace>
</inkml:ink>
</file>

<file path=ppt/ink/ink13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2:52"/>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5900.000000 57700.000000,'390.000000'-4.000000,"0.000000"0.000000,-1.000000 0.000000,1.000000 1.000000,1.000000-1.000000,-1.000000 0.000000,0.000000 0.000000,-1.000000 0.000000,1.000000 1.000000,1.000000-1.000000,-1.000000 0.000000,0.000000 1.000000,-1.000000-1.000000,1.000000 0.000000,1.000000 0.000000,-1.000000 1.000000,0.000000-1.000000,-1.000000 0.000000,1.000000 0.000000,1.000000 1.000000,-1.000000-1.000000,0.000000 0.000000,-1.000000 0.000000,1.000000 1.000000,1.000000-1.000000,-1.000000 0.000000,0.000000 0.000000,-1.000000 0.000000,1.000000 1.000000,1.000000-1.000000,-1.000000 0.000000,0.000000 1.000000,-1.000000-1.000000,1.000000 0.000000,1.000000 0.000000,-1.000000 1.000000,0.000000-1.000000,-1.000000 0.000000,1.000000 0.000000,1.000000 1.000000</inkml:trace>
</inkml:ink>
</file>

<file path=ppt/ink/ink13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2:53"/>
    </inkml:context>
    <inkml:brush xml:id="br0">
      <inkml:brushProperty name="width" value="0.055555559694767" units="cm"/>
      <inkml:brushProperty name="height" value="0.055555559694767" units="cm"/>
      <inkml:brushProperty name="color" value="#00BFF3"/>
      <inkml:brushProperty name="ignorePressure" value="0"/>
    </inkml:brush>
  </inkml:definitions>
  <inkml:trace contextRef="#ctx0" brushRef="#br0">6250.000000 63750.000000,'380.000000'-9.000000,"-1.000000"0.000000,2.000000 0.000000,-2.000000 1.000000,2.000000-1.000000,-1.000000 0.000000,-1.000000 0.000000,2.000000 1.000000,-2.000000-1.000000,2.000000 0.000000,-1.000000 0.000000,-1.000000 0.000000,2.000000 1.000000,-2.000000-1.000000,2.000000 0.000000,-1.000000 1.000000,-1.000000-1.000000,2.000000 0.000000,-2.000000 0.000000,2.000000 1.000000,-1.000000-1.000000,-1.000000 0.000000,2.000000 0.000000,-2.000000 1.000000,2.000000-1.000000,-1.000000 0.000000,-1.000000 0.000000,2.000000 1.000000,-2.000000-1.000000,2.000000 0.000000,-1.000000 0.000000,-1.000000 0.000000,2.000000 1.000000,-2.000000-1.000000,2.000000 0.000000,-1.000000 1.000000,-1.000000-1.000000,2.000000 0.000000,-2.000000 0.000000,2.000000 1.000000</inkml:trace>
</inkml:ink>
</file>

<file path=ppt/ink/ink13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55"/>
    </inkml:context>
    <inkml:brush xml:id="br0">
      <inkml:brushProperty name="width" value="0.0148067241534591" units="cm"/>
      <inkml:brushProperty name="height" value="0.0148067241534591" units="cm"/>
      <inkml:brushProperty name="color" value="#000000"/>
      <inkml:brushProperty name="ignorePressure" value="0"/>
    </inkml:brush>
  </inkml:definitions>
  <inkml:trace contextRef="#ctx0" brushRef="#br0">10950.000000 48000.000000 990,'-85.000000'65.000000'9,"32.000000"-18.000000"-18 ,31.000000-19.000000-18,32.000000-18.000000-20</inkml:trace>
</inkml:ink>
</file>

<file path=ppt/ink/ink13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56"/>
    </inkml:context>
    <inkml:brush xml:id="br0">
      <inkml:brushProperty name="width" value="0.0320135876536369" units="cm"/>
      <inkml:brushProperty name="height" value="0.0320135876536369" units="cm"/>
      <inkml:brushProperty name="color" value="#000000"/>
      <inkml:brushProperty name="ignorePressure" value="0"/>
    </inkml:brush>
  </inkml:definitions>
  <inkml:trace contextRef="#ctx0" brushRef="#br0">10200.000000 47650.000000 458,'4.000000'-32.000000'60,"10.000000"39.000000"1 ,10.000000 36.000000 1,9.000000 39.000000 1,6.000000 18.000000-3,3.000000 0.000000-9,3.000000 0.000000-6,4.000000 0.000000-8,4.000000-2.000000-7,6.000000-3.000000-6,7.000000-3.000000-7,6.000000-2.000000-5,6.000000-14.000000-5,6.000000-21.000000-1,7.000000-22.000000-2,6.000000-22.000000-2,12.000000-30.000000-3,19.000000-37.000000-5,19.000000-38.000000-5,19.000000-37.000000-6,9.000000-24.000000-5,0.000000-9.000000-6,0.000000-10.000000-6,0.000000-8.000000-6,-10.000000 7.000000 1,-18.000000 25.000000 6,-19.000000 25.000000 7,-18.000000 25.000000 7,-15.000000 25.000000 4,-9.000000 25.000000 2,-10.000000 25.000000 1,-8.000000 25.000000 3,-11.000000 20.000000 3,-8.000000 16.000000 5,-10.000000 15.000000 4,-9.000000 17.000000 6,-5.000000 8.000000 3,0.000000 4.000000 2,0.000000 3.000000 4,0.000000 3.000000 2,0.000000 1.000000 2,0.000000 1.000000 0,0.000000-1.000000 0,0.000000 1.000000 1,1.000000-4.000000-4,4.000000-6.000000-11,3.000000-6.000000-9,3.000000-6.000000-9,-1.000000-7.000000-9,-2.000000-6.000000-7,-3.000000-6.000000-6,-3.000000-6.000000-6</inkml:trace>
</inkml:ink>
</file>

<file path=ppt/ink/ink13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57"/>
    </inkml:context>
    <inkml:brush xml:id="br0">
      <inkml:brushProperty name="width" value="0.0321602001786232" units="cm"/>
      <inkml:brushProperty name="height" value="0.0321602001786232" units="cm"/>
      <inkml:brushProperty name="color" value="#000000"/>
      <inkml:brushProperty name="ignorePressure" value="0"/>
    </inkml:brush>
  </inkml:definitions>
  <inkml:trace contextRef="#ctx0" brushRef="#br0">9550.000000 55300.000000 456,'48.000000'50.000000'46,"-3.000000"0.000000"-7 ,-3.000000 0.000000-7,-2.000000 0.000000-7,-1.000000 6.000000 0,3.000000 13.000000 6,3.000000 12.000000 5,4.000000 13.000000 5,4.000000 13.000000 3,6.000000 17.000000-3,7.000000 15.000000-2,6.000000 16.000000-2,4.000000-2.000000-5,4.000000-19.000000-6,3.000000-18.000000-6,3.000000-19.000000-7,6.000000-26.000000-4,9.000000-30.000000-4,10.000000-32.000000-2,10.000000-30.000000-5,10.000000-36.000000-1,13.000000-36.000000 0,12.000000-39.000000-1,13.000000-36.000000 0,7.000000-18.000000-2,4.000000 3.000000 0,3.000000 3.000000-2,3.000000 4.000000-1,-7.000000 15.000000-4,-15.000000 28.000000-5,-15.000000 28.000000-6,-16.000000 29.000000-5,-18.000000 22.000000-1,-18.000000 20.000000 6,-19.000000 18.000000 4,-18.000000 20.000000 6,-14.000000 16.000000 6,-5.000000 16.000000 8,-7.000000 15.000000 8,-5.000000 17.000000 8,-4.000000 10.000000 6,0.000000 6.000000 1,0.000000 7.000000 2,0.000000 6.000000 2,-2.000000 6.000000-2,-3.000000 6.000000-8,-3.000000 7.000000-8,-2.000000 6.000000-7,-3.000000-8.000000-3,1.000000-22.000000 1,-1.000000-22.000000 1,1.000000-21.000000 2,-1.000000-14.000000-16,1.000000-2.000000-31,-1.000000-3.000000-31,1.000000-3.000000-32</inkml:trace>
</inkml:ink>
</file>

<file path=ppt/ink/ink13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2:57"/>
    </inkml:context>
    <inkml:brush xml:id="br0">
      <inkml:brushProperty name="width" value="0.0316232033073902" units="cm"/>
      <inkml:brushProperty name="height" value="0.0316232033073902" units="cm"/>
      <inkml:brushProperty name="color" value="#000000"/>
      <inkml:brushProperty name="ignorePressure" value="0"/>
    </inkml:brush>
  </inkml:definitions>
  <inkml:trace contextRef="#ctx0" brushRef="#br0">10850.000000 60850.000000 463,'28.000000'53.000000'127,"6.000000"6.000000"-26 ,7.000000 7.000000-25,6.000000 6.000000-25,7.000000 7.000000-15,10.000000 10.000000-4,10.000000 10.000000-6,9.000000 9.000000-5,9.000000-2.000000-3,9.000000-12.000000-2,10.000000-13.000000-3,10.000000-12.000000-3,8.000000-18.000000-3,10.000000-21.000000-4,10.000000-22.000000-6,9.000000-22.000000-3,2.000000-26.000000-5,-2.000000-27.000000-3,-3.000000-28.000000-2,-3.000000-28.000000-4,-6.000000-13.000000-1,-5.000000 3.000000-2,-7.000000 3.000000-1,-5.000000 4.000000-1,-11.000000 11.000000 1,-11.000000 23.000000 3,-14.000000 22.000000 4,-11.000000 22.000000 3,-12.000000 16.000000 3,-9.000000 14.000000 4,-10.000000 11.000000 3,-8.000000 14.000000 4,-8.000000 16.000000 4,-2.000000 22.000000 4,-3.000000 22.000000 5,-3.000000 23.000000 5,-4.000000 8.000000 0,-3.000000-3.000000-2,-3.000000-3.000000-3,-2.000000-2.000000-2,-1.000000-8.000000-3,3.000000-8.000000-3,3.000000-10.000000-3,4.000000-9.000000-3,1.000000-10.000000-13,0.000000-9.000000-25,0.000000-10.000000-24,0.000000-8.000000-25</inkml:trace>
</inkml:ink>
</file>

<file path=ppt/ink/ink13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2"/>
    </inkml:context>
    <inkml:brush xml:id="br0">
      <inkml:brushProperty name="width" value="0.0333771444857121" units="cm"/>
      <inkml:brushProperty name="height" value="0.0333771444857121" units="cm"/>
      <inkml:brushProperty name="color" value="#000000"/>
      <inkml:brushProperty name="ignorePressure" value="0"/>
    </inkml:brush>
  </inkml:definitions>
  <inkml:trace contextRef="#ctx0" brushRef="#br0">32350.000000 13050.000000 439,'-21.000000'51.000000'114,"10.000000"4.000000"-25 ,10.000000 3.000000-27,9.000000 3.000000-25,4.000000 7.000000-13,1.000000 14.000000-2,-1.000000 11.000000 0,1.000000 14.000000-2,-3.000000 10.000000-1,-2.000000 9.000000-1,-3.000000 10.000000-2,-3.000000 10.000000-1,-2.000000 5.000000-1,0.000000 4.000000-2,0.000000 3.000000 0,0.000000 3.000000-2,0.000000-2.000000 0,0.000000-6.000000-2,0.000000-6.000000 1,0.000000-6.000000-2,0.000000-13.000000 0,0.000000-19.000000-1,0.000000-18.000000-2,0.000000-19.000000-1,1.000000-37.000000-15,4.000000-52.000000-31,3.000000-53.000000-32,3.000000-53.000000-30,1.000000-15.000000-5,1.000000 26.000000 21,-1.000000 24.000000 20,1.000000 26.000000 20</inkml:trace>
</inkml:ink>
</file>

<file path=ppt/ink/ink13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3"/>
    </inkml:context>
    <inkml:brush xml:id="br0">
      <inkml:brushProperty name="width" value="0.0347821414470673" units="cm"/>
      <inkml:brushProperty name="height" value="0.0347821414470673" units="cm"/>
      <inkml:brushProperty name="color" value="#000000"/>
      <inkml:brushProperty name="ignorePressure" value="0"/>
    </inkml:brush>
  </inkml:definitions>
  <inkml:trace contextRef="#ctx0" brushRef="#br0">32600.000000 13050.000000 421,'-18.000000'21.000000'19,"17.000000"-5.000000"9 ,15.000000-7.000000 9,16.000000-5.000000 8,12.000000-6.000000 1,9.000000-3.000000-7,10.000000-3.000000-7,10.000000-2.000000-7,7.000000-3.000000-5,6.000000 1.000000-2,7.000000-1.000000-3,6.000000 1.000000-1,12.000000-3.000000-2,19.000000-2.000000-1,19.000000-3.000000 0,19.000000-3.000000 0,10.000000 1.000000-2,4.000000 6.000000 0,3.000000 7.000000-1,3.000000 6.000000 0,-5.000000 3.000000-2,-12.000000 0.000000-2,-13.000000 0.000000-2,-12.000000 0.000000-1,-5.000000-2.000000-2,3.000000-3.000000 0,3.000000-3.000000-2,4.000000-2.000000-1,1.000000-3.000000-2,0.000000 1.000000 0,0.000000-1.000000-1,0.000000 1.000000-2,-7.000000-1.000000 0,-11.000000 1.000000 0,-14.000000-1.000000 0,-11.000000 1.000000-1,-11.000000-1.000000 1,-5.000000 1.000000 1,-7.000000-1.000000 1,-5.000000 1.000000 0,-8.000000-1.000000 2,-5.000000 1.000000-1,-7.000000-1.000000 1,-5.000000 1.000000 1,-6.000000 1.000000 0,-3.000000 3.000000 1,-3.000000 3.000000 2,-2.000000 4.000000 1,-5.000000-1.000000 0,-2.000000-3.000000 0,-3.000000-3.000000 0,-3.000000-2.000000 0,-6.000000 2.000000 2,-5.000000 9.000000 2,-7.000000 10.000000 2,-5.000000 10.000000 3,-4.000000 5.000000 1,0.000000 4.000000 0,0.000000 3.000000 0,0.000000 3.000000 0,-2.000000 3.000000 0,-3.000000 3.000000-2,-3.000000 3.000000-1,-2.000000 4.000000 0,-3.000000 4.000000-1,1.000000 6.000000 1,-1.000000 7.000000 1,1.000000 6.000000 0,-1.000000 7.000000 1,1.000000 10.000000 1,-1.000000 10.000000-1,1.000000 9.000000 1,-3.000000 7.000000 0,-2.000000 7.000000 0,-3.000000 6.000000-1,-3.000000 7.000000 1,1.000000 2.000000 0,6.000000 1.000000 0,7.000000-1.000000-1,6.000000 1.000000 1,1.000000 1.000000-1,-3.000000 3.000000 0,-3.000000 3.000000-2,-2.000000 4.000000 0,0.000000-4.000000-1,7.000000-9.000000-2,6.000000-10.000000-3,7.000000-8.000000-1,2.000000-14.000000-3,1.000000-15.000000-3,-1.000000-15.000000-4,1.000000-16.000000-2,-7.000000-16.000000-14,-12.000000-16.000000-21,-13.000000-15.000000-21,-12.000000-15.000000-21,-5.000000-9.000000-5,3.000000 1.000000 15,3.000000-1.000000 14,4.000000 1.000000 15</inkml:trace>
</inkml:ink>
</file>

<file path=ppt/ink/ink13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3"/>
    </inkml:context>
    <inkml:brush xml:id="br0">
      <inkml:brushProperty name="width" value="0.0336100310087204" units="cm"/>
      <inkml:brushProperty name="height" value="0.0336100310087204" units="cm"/>
      <inkml:brushProperty name="color" value="#000000"/>
      <inkml:brushProperty name="ignorePressure" value="0"/>
    </inkml:brush>
  </inkml:definitions>
  <inkml:trace contextRef="#ctx0" brushRef="#br0">32850.000000 16100.000000 436,'-18.000000'43.000000'55,"17.000000"-11.000000"-2 ,15.000000-14.000000-2,16.000000-11.000000-1,16.000000-9.000000-4,20.000000-3.000000-4,18.000000-3.000000-6,20.000000-2.000000-4,17.000000-6.000000-4,20.000000-6.000000-1,18.000000-6.000000-2,20.000000-6.000000-2,13.000000-6.000000-1,9.000000-2.000000-4,10.000000-3.000000-2,10.000000-3.000000-3,5.000000-1.000000-3,4.000000 4.000000-2,3.000000 3.000000-3,3.000000 3.000000-1,-10.000000 3.000000-5,-21.000000 3.000000-4,-22.000000 3.000000-4,-22.000000 4.000000-4,-24.000000 4.000000-4,-24.000000 6.000000-3,-26.000000 7.000000-2,-24.000000 6.000000-3,-26.000000 3.000000-8,-24.000000 0.000000-13,-26.000000 0.000000-12,-24.000000 0.000000-14,-9.000000-2.000000 1,10.000000-3.000000 13,10.000000-3.000000 13,9.000000-2.000000 13,1.000000-3.000000 7,-6.000000 1.000000 2,-6.000000-1.000000 2,-6.000000 1.000000 2</inkml:trace>
</inkml:ink>
</file>

<file path=ppt/ink/ink13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3"/>
    </inkml:context>
    <inkml:brush xml:id="br0">
      <inkml:brushProperty name="width" value="0.0284457858651876" units="cm"/>
      <inkml:brushProperty name="height" value="0.0284457858651876" units="cm"/>
      <inkml:brushProperty name="color" value="#000000"/>
      <inkml:brushProperty name="ignorePressure" value="0"/>
    </inkml:brush>
  </inkml:definitions>
  <inkml:trace contextRef="#ctx0" brushRef="#br0">34200.000000 13700.000000 515,'21.000000'-35.000000'24,"-5.000000"32.000000"15 ,-7.000000 31.000000 17,-5.000000 32.000000 15,-12.000000 19.000000 3,-16.000000 10.000000-12,-15.000000 10.000000-11,-15.000000 9.000000-12,-9.000000 4.000000-10,1.000000 1.000000-8,-1.000000-1.000000-8,1.000000 1.000000-7,2.000000-4.000000-10,7.000000-6.000000-9,6.000000-6.000000-10,7.000000-6.000000-9</inkml:trace>
</inkml:ink>
</file>

<file path=ppt/ink/ink13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3"/>
    </inkml:context>
    <inkml:brush xml:id="br0">
      <inkml:brushProperty name="width" value="0.0295796617865562" units="cm"/>
      <inkml:brushProperty name="height" value="0.0295796617865562" units="cm"/>
      <inkml:brushProperty name="color" value="#000000"/>
      <inkml:brushProperty name="ignorePressure" value="0"/>
    </inkml:brush>
  </inkml:definitions>
  <inkml:trace contextRef="#ctx0" brushRef="#br0">34350.000000 13850.000000 495,'48.000000'76.000000'155,"-3.000000"4.000000"-35 ,-3.000000 3.000000-35,-2.000000 3.000000-36,-5.000000 3.000000-20,-2.000000 3.000000-6,-3.000000 3.000000-5,-3.000000 4.000000-5,-4.000000 2.000000-5,-3.000000 4.000000-4,-3.000000 3.000000-3,-2.000000 3.000000-4,-3.000000-5.000000-6,1.000000-12.000000-7,-1.000000-13.000000-8,1.000000-12.000000-7,-6.000000-15.000000-5,-8.000000-15.000000-3,-10.000000-15.000000-3,-9.000000-16.000000-2,-12.000000-13.000000-1,-11.000000-9.000000 0,-14.000000-10.000000-1,-11.000000-8.000000 1,-6.000000-9.000000 4,4.000000-6.000000 8,3.000000-6.000000 10,3.000000-6.000000 8,6.000000-2.000000 8,9.000000 3.000000 6,10.000000 3.000000 7,10.000000 4.000000 6,8.000000 4.000000 3,10.000000 6.000000 2,10.000000 7.000000 0,9.000000 6.000000 1,9.000000 3.000000 3,9.000000 0.000000 3,10.000000 0.000000 4,10.000000 0.000000 3,5.000000 0.000000 2,4.000000 0.000000-1,3.000000 0.000000 0,3.000000 0.000000-1,-1.000000 1.000000-3,-2.000000 4.000000-4,-3.000000 3.000000-4,-3.000000 3.000000-4</inkml:trace>
</inkml:ink>
</file>

<file path=ppt/ink/ink13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4"/>
    </inkml:context>
    <inkml:brush xml:id="br0">
      <inkml:brushProperty name="width" value="0.0274756066501141" units="cm"/>
      <inkml:brushProperty name="height" value="0.0274756066501141" units="cm"/>
      <inkml:brushProperty name="color" value="#000000"/>
      <inkml:brushProperty name="ignorePressure" value="0"/>
    </inkml:brush>
  </inkml:definitions>
  <inkml:trace contextRef="#ctx0" brushRef="#br0">35400.000000 14050.000000 533,'1.000000'48.000000'157,"4.000000"-3.000000"-38 ,3.000000-3.000000-37,3.000000-2.000000-38,-1.000000 0.000000-21,-2.000000 7.000000-5,-3.000000 6.000000-5,-3.000000 7.000000-4,-2.000000 2.000000-7,0.000000 1.000000-8,0.000000-1.000000-8,0.000000 1.000000-7,0.000000-4.000000-10,0.000000-6.000000-13,0.000000-6.000000-12,0.000000-6.000000-13</inkml:trace>
</inkml:ink>
</file>

<file path=ppt/ink/ink13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4"/>
    </inkml:context>
    <inkml:brush xml:id="br0">
      <inkml:brushProperty name="width" value="0.0335279703140259" units="cm"/>
      <inkml:brushProperty name="height" value="0.0335279703140259" units="cm"/>
      <inkml:brushProperty name="color" value="#000000"/>
      <inkml:brushProperty name="ignorePressure" value="0"/>
    </inkml:brush>
  </inkml:definitions>
  <inkml:trace contextRef="#ctx0" brushRef="#br0">36200.000000 13600.000000 437,'0.000000'76.000000'178,"0.000000"4.000000"-40 ,0.000000 3.000000-38,0.000000 3.000000-40,-2.000000 9.000000-24,-3.000000 16.000000-10,-3.000000 15.000000-9,-2.000000 17.000000-10,-1.000000 3.000000-10,3.000000-5.000000-14,3.000000-7.000000-12,4.000000-5.000000-14,1.000000-15.000000-12,0.000000-22.000000-11,0.000000-22.000000-12,0.000000-21.000000-12</inkml:trace>
</inkml:ink>
</file>

<file path=ppt/ink/ink13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5"/>
    </inkml:context>
    <inkml:brush xml:id="br0">
      <inkml:brushProperty name="width" value="0.0251400172710419" units="cm"/>
      <inkml:brushProperty name="height" value="0.0251400172710419" units="cm"/>
      <inkml:brushProperty name="color" value="#000000"/>
      <inkml:brushProperty name="ignorePressure" value="0"/>
    </inkml:brush>
  </inkml:definitions>
  <inkml:trace contextRef="#ctx0" brushRef="#br0">43200.000000 14300.000000 583,'-22.000000'53.000000'143,"6.000000"6.000000"-33 ,7.000000 7.000000-35,6.000000 6.000000-33,3.000000 6.000000-21,0.000000 6.000000-6,0.000000 7.000000-7,0.000000 6.000000-5,0.000000 1.000000-7,0.000000-3.000000-6,0.000000-3.000000-6,0.000000-2.000000-5</inkml:trace>
</inkml:ink>
</file>

<file path=ppt/ink/ink13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5"/>
    </inkml:context>
    <inkml:brush xml:id="br0">
      <inkml:brushProperty name="width" value="0.0277812723070383" units="cm"/>
      <inkml:brushProperty name="height" value="0.0277812723070383" units="cm"/>
      <inkml:brushProperty name="color" value="#000000"/>
      <inkml:brushProperty name="ignorePressure" value="0"/>
    </inkml:brush>
  </inkml:definitions>
  <inkml:trace contextRef="#ctx0" brushRef="#br0">42750.000000 13100.000000 527,'-43.000000'1.000000'67,"17.000000"4.000000"-14 ,15.000000 3.000000-12,16.000000 3.000000-13,15.000000 3.000000-8,16.000000 3.000000-2,15.000000 3.000000-2,17.000000 4.000000-3,10.000000 1.000000 0,6.000000 0.000000-2,7.000000 0.000000 0,6.000000 0.000000 0,1.000000 0.000000-2,-3.000000 0.000000 1,-3.000000 0.000000-1,-2.000000 0.000000 0,-6.000000 4.000000 0,-6.000000 10.000000-1,-6.000000 10.000000-1,-6.000000 9.000000 0,-9.000000 6.000000 0,-8.000000 3.000000 1,-10.000000 3.000000 1,-9.000000 4.000000 1,-13.000000 7.000000 1,-16.000000 13.000000 1,-15.000000 12.000000-1,-15.000000 13.000000 0,-15.000000 7.000000 0,-12.000000 4.000000-4,-13.000000 3.000000-3,-12.000000 3.000000-3,-4.000000-5.000000-4,7.000000-12.000000-8,6.000000-13.000000-6,7.000000-12.000000-8,8.000000-21.000000-6,14.000000-28.000000-8,11.000000-28.000000-7,14.000000-27.000000-7,7.000000-15.000000-1,3.000000 0.000000 8,3.000000 0.000000 8,4.000000 0.000000 6,2.000000-2.000000 4,4.000000-3.000000-1,3.000000-3.000000 0,3.000000-2.000000 0</inkml:trace>
</inkml:ink>
</file>

<file path=ppt/ink/ink13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6"/>
    </inkml:context>
    <inkml:brush xml:id="br0">
      <inkml:brushProperty name="width" value="0.0256321895867586" units="cm"/>
      <inkml:brushProperty name="height" value="0.0256321895867586" units="cm"/>
      <inkml:brushProperty name="color" value="#000000"/>
      <inkml:brushProperty name="ignorePressure" value="0"/>
    </inkml:brush>
  </inkml:definitions>
  <inkml:trace contextRef="#ctx0" brushRef="#br0">44450.000000 13950.000000 572,'48.000000'0.000000'0,"-3.000000"0.000000"0 ,-3.000000 0.000000 0,-2.000000 0.000000 0,-3.000000 1.000000 4,1.000000 4.000000 11,-1.000000 3.000000 8,1.000000 3.000000 11,1.000000 1.000000 7,3.000000 1.000000 6,3.000000-1.000000 7,4.000000 1.000000 7,-3.000000-1.000000-4,-5.000000 1.000000-13,-7.000000-1.000000-14,-5.000000 1.000000-12</inkml:trace>
</inkml:ink>
</file>

<file path=ppt/ink/ink13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6"/>
    </inkml:context>
    <inkml:brush xml:id="br0">
      <inkml:brushProperty name="width" value="0.0253544319421053" units="cm"/>
      <inkml:brushProperty name="height" value="0.0253544319421053" units="cm"/>
      <inkml:brushProperty name="color" value="#000000"/>
      <inkml:brushProperty name="ignorePressure" value="0"/>
    </inkml:brush>
  </inkml:definitions>
  <inkml:trace contextRef="#ctx0" brushRef="#br0">44950.000000 14450.000000 578,'-44.000000'26.000000'68,"13.000000"4.000000"-5 ,12.000000 3.000000-7,13.000000 3.000000-5,6.000000 4.000000-6,0.000000 7.000000-6,0.000000 6.000000-5,0.000000 7.000000-7,0.000000 2.000000-6,0.000000 1.000000-8,0.000000-1.000000-8,0.000000 1.000000-8,0.000000-4.000000-10,0.000000-6.000000-11,0.000000-6.000000-10,0.000000-6.000000-12,1.000000-7.000000-8,4.000000-6.000000-3,3.000000-6.000000-5,3.000000-6.000000-4</inkml:trace>
</inkml:ink>
</file>

<file path=ppt/ink/ink13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16"/>
    </inkml:context>
    <inkml:brush xml:id="br0">
      <inkml:brushProperty name="width" value="0.0258609224110842" units="cm"/>
      <inkml:brushProperty name="height" value="0.0258609224110842" units="cm"/>
      <inkml:brushProperty name="color" value="#000000"/>
      <inkml:brushProperty name="ignorePressure" value="0"/>
    </inkml:brush>
  </inkml:definitions>
  <inkml:trace contextRef="#ctx0" brushRef="#br0">46100.000000 14100.000000 567,'-71.000000'-18.000000'124,"10.000000"17.000000"-25 ,10.000000 15.000000-25,9.000000 16.000000-24,6.000000 10.000000-17,3.000000 7.000000-8,3.000000 6.000000-8,4.000000 7.000000-8,2.000000 0.000000-7,4.000000-2.000000-10,3.000000-3.000000-7,3.000000-3.000000-8,4.000000-4.000000-3,7.000000-3.000000 2,6.000000-3.000000 2,7.000000-2.000000 2,7.000000-5.000000 4,9.000000-2.000000 4,10.000000-3.000000 5,10.000000-3.000000 5,4.000000-2.000000 4,0.000000 0.000000 4,0.000000 0.000000 3,0.000000 0.000000 3,-4.000000 0.000000 3,-5.000000 0.000000 1,-7.000000 0.000000 0,-5.000000 0.000000 2,-9.000000 3.000000-1,-9.000000 6.000000-3,-10.000000 7.000000-3,-8.000000 6.000000-2,-9.000000 1.000000-6,-6.000000-3.000000-9,-6.000000-3.000000-9,-6.000000-2.000000-10,-2.000000-8.000000-12,3.000000-8.000000-14,3.000000-10.000000-15,4.000000-9.000000-15</inkml:trace>
</inkml:ink>
</file>

<file path=ppt/ink/ink13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4"/>
    </inkml:context>
    <inkml:brush xml:id="br0">
      <inkml:brushProperty name="width" value="0.0214458554983139" units="cm"/>
      <inkml:brushProperty name="height" value="0.0214458554983139" units="cm"/>
      <inkml:brushProperty name="color" value="#000000"/>
      <inkml:brushProperty name="ignorePressure" value="0"/>
    </inkml:brush>
  </inkml:definitions>
  <inkml:trace contextRef="#ctx0" brushRef="#br0">47600.000000 14350.000000 683,'-46.000000'-24.000000'40,"10.000000"4.000000"-6 ,10.000000 3.000000-4,9.000000 3.000000-5,1.000000 3.000000-3,-6.000000 3.000000 1,-6.000000 3.000000 0,-6.000000 4.000000 0,-6.000000 7.000000-3,-2.000000 13.000000-4,-3.000000 12.000000-4,-3.000000 13.000000-4,-4.000000 12.000000-3,-3.000000 13.000000 0,-3.000000 12.000000 0,-2.000000 13.000000-1,3.000000 6.000000 0,14.000000 0.000000 0,11.000000 0.000000 0,14.000000 0.000000 1,10.000000-5.000000-2,9.000000-9.000000-2,10.000000-10.000000-1,10.000000-8.000000-3,13.000000-12.000000-4,19.000000-12.000000-6,19.000000-13.000000-7,19.000000-12.000000-5,7.000000-16.000000-8,-3.000000-19.000000-8,-3.000000-18.000000-8,-2.000000-19.000000-8,-11.000000-4.000000 1,-15.000000 14.000000 11,-15.000000 11.000000 10,-16.000000 14.000000 11,-10.000000 3.000000 7,-3.000000-2.000000 2,-3.000000-3.000000 4,-2.000000-3.000000 2</inkml:trace>
</inkml:ink>
</file>

<file path=ppt/ink/ink13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5"/>
    </inkml:context>
    <inkml:brush xml:id="br0">
      <inkml:brushProperty name="width" value="0.0241807047277689" units="cm"/>
      <inkml:brushProperty name="height" value="0.0241807047277689" units="cm"/>
      <inkml:brushProperty name="color" value="#000000"/>
      <inkml:brushProperty name="ignorePressure" value="0"/>
    </inkml:brush>
  </inkml:definitions>
  <inkml:trace contextRef="#ctx0" brushRef="#br0">47950.000000 14600.000000 606,'45.000000'-90.000000'-9,"-9.000000"23.000000"11 ,-10.000000 22.000000 11,-8.000000 22.000000 12,-8.000000 18.000000 7,-2.000000 16.000000 2,-3.000000 15.000000 3,-3.000000 17.000000 2,-6.000000 10.000000-1,-5.000000 6.000000-4,-7.000000 7.000000-4,-5.000000 6.000000-4,-1.000000 3.000000-5,6.000000 0.000000-2,7.000000 0.000000-4,6.000000 0.000000-3,3.000000-4.000000-2,0.000000-5.000000-3,0.000000-7.000000-2,0.000000-5.000000-1,7.000000-14.000000-9,17.000000-18.000000-13,15.000000-19.000000-12,16.000000-18.000000-15,7.000000-18.000000-3,1.000000-16.000000 3,-1.000000-15.000000 5,1.000000-15.000000 4,-4.000000-7.000000 6,-6.000000 3.000000 5,-6.000000 3.000000 7,-6.000000 4.000000 5,-7.000000 7.000000 7,-6.000000 13.000000 3,-6.000000 12.000000 6,-6.000000 13.000000 4,-7.000000 18.000000 5,-6.000000 26.000000 8,-6.000000 24.000000 6,-6.000000 26.000000 7,-2.000000 8.000000 0,3.000000-5.000000-7,3.000000-7.000000-6,4.000000-5.000000-8,2.000000-8.000000-9,4.000000-5.000000-15,3.000000-7.000000-14,3.000000-5.000000-14,1.000000-6.000000-6,1.000000-3.000000 2,-1.000000-3.000000 1,1.000000-2.000000 1</inkml:trace>
</inkml:ink>
</file>

<file path=ppt/ink/ink13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5"/>
    </inkml:context>
    <inkml:brush xml:id="br0">
      <inkml:brushProperty name="width" value="0.0213938094675541" units="cm"/>
      <inkml:brushProperty name="height" value="0.0213938094675541" units="cm"/>
      <inkml:brushProperty name="color" value="#000000"/>
      <inkml:brushProperty name="ignorePressure" value="0"/>
    </inkml:brush>
  </inkml:definitions>
  <inkml:trace contextRef="#ctx0" brushRef="#br0">49500.000000 14400.000000 685,'0.000000'-47.000000'2,"0.000000"6.000000"5 ,0.000000 7.000000 4,0.000000 6.000000 5,-7.000000 9.000000 4,-11.000000 13.000000 6,-14.000000 12.000000 5,-11.000000 13.000000 7,-6.000000 9.000000-2,4.000000 6.000000-8,3.000000 7.000000-7,3.000000 6.000000-8,4.000000 3.000000-6,7.000000 0.000000-2,6.000000 0.000000-5,7.000000 0.000000-2,5.000000-2.000000-3,7.000000-3.000000 0,6.000000-3.000000 0,7.000000-2.000000 0,7.000000-5.000000-2,9.000000-2.000000-3,10.000000-3.000000-2,10.000000-3.000000-2,4.000000-4.000000 1,0.000000-3.000000 5,0.000000-3.000000 5,0.000000-2.000000 5,-4.000000-1.000000 4,-5.000000 3.000000 1,-7.000000 3.000000 3,-5.000000 4.000000 2,-6.000000 1.000000 2,-3.000000 0.000000 1,-3.000000 0.000000 2,-2.000000 0.000000 1,-9.000000 0.000000-1,-12.000000 0.000000-4,-13.000000 0.000000-5,-12.000000 0.000000-4,-7.000000-2.000000-10,1.000000-3.000000-15,-1.000000-3.000000-15,1.000000-2.000000-14,2.000000-6.000000-7,7.000000-6.000000 1,6.000000-6.000000 3,7.000000-6.000000 2</inkml:trace>
</inkml:ink>
</file>

<file path=ppt/ink/ink13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5"/>
    </inkml:context>
    <inkml:brush xml:id="br0">
      <inkml:brushProperty name="width" value="0.0228678658604622" units="cm"/>
      <inkml:brushProperty name="height" value="0.0228678658604622" units="cm"/>
      <inkml:brushProperty name="color" value="#000000"/>
      <inkml:brushProperty name="ignorePressure" value="0"/>
    </inkml:brush>
  </inkml:definitions>
  <inkml:trace contextRef="#ctx0" brushRef="#br0">50400.000000 14600.000000 641,'1.000000'-69.000000'3,"4.000000"13.000000"8 ,3.000000 12.000000 7,3.000000 13.000000 8,-2.000000 7.000000 6,-6.000000 4.000000 6,-6.000000 3.000000 7,-6.000000 3.000000 6,-7.000000 6.000000-4,-6.000000 9.000000-13,-6.000000 10.000000-14,-6.000000 10.000000-12,-2.000000 5.000000-9,3.000000 4.000000-3,3.000000 3.000000-4,4.000000 3.000000-2,4.000000 3.000000-2,6.000000 3.000000-1,7.000000 3.000000 1,6.000000 4.000000-1,3.000000-1.000000 1,0.000000-3.000000 1,0.000000-3.000000 1,0.000000-2.000000 2,1.000000-3.000000 1,4.000000 1.000000 3,3.000000-1.000000 3,3.000000 1.000000 2,4.000000 1.000000 2,7.000000 3.000000 2,6.000000 3.000000 3,7.000000 4.000000 2,-1.000000 1.000000 2,-6.000000 0.000000 0,-6.000000 0.000000 1,-6.000000 0.000000 0,-4.000000-2.000000 0,1.000000-3.000000 0,-1.000000-3.000000 0,1.000000-2.000000 1,-6.000000-3.000000-3,-8.000000 1.000000-4,-10.000000-1.000000-4,-9.000000 1.000000-4,-5.000000-6.000000-7,0.000000-8.000000-11,0.000000-10.000000-10,0.000000-9.000000-11,0.000000-5.000000-8,0.000000 0.000000-5,0.000000 0.000000-4,0.000000 0.000000-6</inkml:trace>
</inkml:ink>
</file>

<file path=ppt/ink/ink13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6"/>
    </inkml:context>
    <inkml:brush xml:id="br0">
      <inkml:brushProperty name="width" value="0.0265208892524242" units="cm"/>
      <inkml:brushProperty name="height" value="0.0265208892524242" units="cm"/>
      <inkml:brushProperty name="color" value="#000000"/>
      <inkml:brushProperty name="ignorePressure" value="0"/>
    </inkml:brush>
  </inkml:definitions>
  <inkml:trace contextRef="#ctx0" brushRef="#br0">51000.000000 13950.000000 553,'46.000000'23.000000'105,"-5.000000"-3.000000"-13 ,-7.000000-3.000000-14,-5.000000-2.000000-14,-3.000000-3.000000-15,4.000000 1.000000-14,3.000000-1.000000-16,3.000000 1.000000-15,-1.000000-1.000000-15,-2.000000 1.000000-16,-3.000000-1.000000-17,-3.000000 1.000000-16,-4.000000 1.000000-7,-3.000000 3.000000 2,-3.000000 3.000000 2,-2.000000 4.000000 1</inkml:trace>
</inkml:ink>
</file>

<file path=ppt/ink/ink13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6"/>
    </inkml:context>
    <inkml:brush xml:id="br0">
      <inkml:brushProperty name="width" value="0.0269078873097897" units="cm"/>
      <inkml:brushProperty name="height" value="0.0269078873097897" units="cm"/>
      <inkml:brushProperty name="color" value="#000000"/>
      <inkml:brushProperty name="ignorePressure" value="0"/>
    </inkml:brush>
  </inkml:definitions>
  <inkml:trace contextRef="#ctx0" brushRef="#br0">51300.000000 14450.000000 545,'-44.000000'25.000000'22,"13.000000"0.000000"2 ,12.000000 0.000000 1,13.000000 0.000000 2,4.000000 4.000000 4,-3.000000 10.000000 3,-3.000000 10.000000 4,-2.000000 9.000000 3,-3.000000 7.000000 2,1.000000 7.000000-4,-1.000000 6.000000-4,1.000000 7.000000-2,-1.000000 2.000000-7,1.000000 1.000000-7,-1.000000-1.000000-10,1.000000 1.000000-8,1.000000-6.000000-3,3.000000-8.000000 3,3.000000-10.000000 2,4.000000-9.000000 3,4.000000-10.000000-15,6.000000-9.000000-32,7.000000-10.000000-32,6.000000-8.000000-31</inkml:trace>
</inkml:ink>
</file>

<file path=ppt/ink/ink13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6"/>
    </inkml:context>
    <inkml:brush xml:id="br0">
      <inkml:brushProperty name="width" value="0.0267643462866545" units="cm"/>
      <inkml:brushProperty name="height" value="0.0267643462866545" units="cm"/>
      <inkml:brushProperty name="color" value="#000000"/>
      <inkml:brushProperty name="ignorePressure" value="0"/>
    </inkml:brush>
  </inkml:definitions>
  <inkml:trace contextRef="#ctx0" brushRef="#br0">52050.000000 14700.000000 547,'0.000000'-36.000000'50,"0.000000"28.000000"4 ,0.000000 28.000000 4,0.000000 29.000000 4,0.000000 13.000000-3,0.000000 1.000000-9,0.000000-1.000000-11,0.000000 1.000000-8,3.000000-6.000000-9,6.000000-8.000000-8,7.000000-10.000000-6,6.000000-9.000000-8,4.000000-9.000000-2,4.000000-5.000000 1,3.000000-7.000000 3,3.000000-5.000000 2,1.000000-11.000000-1,1.000000-11.000000-6,-1.000000-14.000000-4,1.000000-11.000000-5,-4.000000-6.000000-4,-6.000000 4.000000-4,-6.000000 3.000000-3,-6.000000 3.000000-5,-6.000000-2.000000-2,-2.000000-6.000000-1,-3.000000-6.000000-1,-3.000000-6.000000-1,-7.000000 1.000000 1,-9.000000 9.000000 5,-10.000000 10.000000 4,-8.000000 10.000000 5,-4.000000 7.000000 1,3.000000 6.000000-3,3.000000 7.000000-2,4.000000 6.000000-2,2.000000 3.000000-2,4.000000 0.000000 2,3.000000 0.000000 0,3.000000 0.000000 0</inkml:trace>
</inkml:ink>
</file>

<file path=ppt/ink/ink13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3:26"/>
    </inkml:context>
    <inkml:brush xml:id="br0">
      <inkml:brushProperty name="width" value="0.0273297093808651" units="cm"/>
      <inkml:brushProperty name="height" value="0.0273297093808651" units="cm"/>
      <inkml:brushProperty name="color" value="#000000"/>
      <inkml:brushProperty name="ignorePressure" value="0"/>
    </inkml:brush>
  </inkml:definitions>
  <inkml:trace contextRef="#ctx0" brushRef="#br0">52800.000000 14450.000000 536,'45.000000'3.000000'36,"-9.000000"6.000000"11 ,-10.000000 7.000000 11,-8.000000 6.000000 13,-8.000000 7.000000-2,-2.000000 10.000000-14,-3.000000 10.000000-13,-3.000000 9.000000-15,-2.000000 2.000000-7,0.000000-2.000000-5,0.000000-3.000000-2,0.000000-3.000000-4,-2.000000-4.000000-7,-3.000000-3.000000-11,-3.000000-3.000000-10,-2.000000-2.000000-11,8.000000-15.000000-7,22.000000-25.000000-4,22.000000-25.000000-5,23.000000-25.000000-5,8.000000-13.000000 3,-3.000000 1.000000 9,-3.000000-1.000000 10,-2.000000 1.000000 10,-3.000000 4.000000 7,1.000000 9.000000 7,-1.000000 10.000000 5,1.000000 10.000000 7,-6.000000 8.000000 6,-8.000000 10.000000 7,-10.000000 10.000000 7,-9.000000 9.000000 6,-10.000000 12.000000 4,-9.000000 16.000000-2,-10.000000 15.000000 0,-8.000000 17.000000-1,-8.000000 8.000000-5,-2.000000 4.000000-10,-3.000000 3.000000-10,-3.000000 3.000000-9,-1.000000-5.000000-10,4.000000-12.000000-8,3.000000-13.000000-8,3.000000-12.000000-8</inkml:trace>
</inkml:ink>
</file>

<file path=ppt/ink/ink13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7"/>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29800.000000 10200.000000 999,'-46.000000'-49.000000'-41,"10.000000"4.000000"6 ,10.000000 3.000000 5,9.000000 3.000000 6,4.000000 3.000000 4,1.000000 3.000000 5,-1.000000 3.000000 2,1.000000 4.000000 4,1.000000 1.000000 2,3.000000 0.000000-1,3.000000 0.000000 0,4.000000 0.000000 1,-1.000000 1.000000-1,-3.000000 4.000000 3,-3.000000 3.000000 1,-2.000000 3.000000 1</inkml:trace>
</inkml:ink>
</file>

<file path=ppt/ink/ink13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8"/>
    </inkml:context>
    <inkml:brush xml:id="br0">
      <inkml:brushProperty name="width" value="0.0223408211022615" units="cm"/>
      <inkml:brushProperty name="height" value="0.0223408211022615" units="cm"/>
      <inkml:brushProperty name="color" value="#000000"/>
      <inkml:brushProperty name="ignorePressure" value="0"/>
    </inkml:brush>
  </inkml:definitions>
  <inkml:trace contextRef="#ctx0" brushRef="#br0">29300.000000 8500.000000 656,'-2.000000'-47.000000'17,"-3.000000"6.000000"0 ,-3.000000 7.000000-1,-2.000000 6.000000-1,-3.000000 3.000000 1,1.000000 0.000000 4,-1.000000 0.000000 3,1.000000 0.000000 4,-1.000000-2.000000-1,1.000000-3.000000-3,-1.000000-3.000000-3,1.000000-2.000000-3,-4.000000 0.000000-2,-6.000000 7.000000-2,-6.000000 6.000000 0,-6.000000 7.000000-1,-7.000000 5.000000-2,-6.000000 7.000000 0,-6.000000 6.000000-2,-6.000000 7.000000-1,-7.000000 11.000000-1,-6.000000 20.000000-3,-6.000000 18.000000-3,-6.000000 20.000000-3,-2.000000 17.000000-1,3.000000 20.000000 1,3.000000 18.000000 1,4.000000 20.000000 0,7.000000 6.000000 1,13.000000-2.000000 2,12.000000-3.000000 1,13.000000-3.000000 1,10.000000-9.000000 1,10.000000-11.000000 0,10.000000-14.000000 0,9.000000-11.000000 0,12.000000-17.000000-2,16.000000-18.000000-3,15.000000-19.000000-4,17.000000-18.000000-3,10.000000-15.000000-3,6.000000-9.000000 0,7.000000-10.000000 0,6.000000-8.000000 0,4.000000-14.000000-2,4.000000-15.000000-3,3.000000-15.000000-3,3.000000-16.000000-3,-2.000000-8.000000-2,-6.000000 0.000000-2,-6.000000 0.000000 0,-6.000000 0.000000-1,-10.000000 0.000000 2,-12.000000 0.000000 8,-13.000000 0.000000 7,-12.000000 0.000000 6,-12.000000 6.000000 5,-8.000000 13.000000-1,-10.000000 12.000000 0,-9.000000 13.000000 0,-9.000000 9.000000 3,-5.000000 6.000000 6,-7.000000 7.000000 7,-5.000000 6.000000 6,-6.000000 10.000000 2,-3.000000 17.000000-2,-3.000000 15.000000-2,-2.000000 16.000000-2,0.000000 9.000000-1,7.000000 3.000000 0,6.000000 3.000000 1,7.000000 4.000000 0,4.000000-4.000000-1,3.000000-9.000000-3,3.000000-10.000000-3,4.000000-8.000000-3,7.000000-9.000000-1,13.000000-6.000000-1,12.000000-6.000000 0,13.000000-6.000000-1,9.000000-10.000000-2,6.000000-12.000000-3,7.000000-13.000000-2,6.000000-12.000000-4,-1.000000-12.000000-1,-5.000000-8.000000-2,-7.000000-10.000000 0,-5.000000-9.000000-1,-9.000000-2.000000-1,-9.000000 6.000000-1,-10.000000 7.000000-2,-8.000000 6.000000 0,-9.000000 4.000000-2,-6.000000 4.000000-4,-6.000000 3.000000-4,-6.000000 3.000000-4,-10.000000 6.000000-3,-12.000000 9.000000-1,-13.000000 10.000000-3,-12.000000 10.000000-3,-1.000000 5.000000 2,14.000000 4.000000 5,11.000000 3.000000 3,14.000000 3.000000 5,5.000000 1.000000 5,1.000000 1.000000 4,-1.000000-1.000000 3,1.000000 1.000000 5</inkml:trace>
</inkml:ink>
</file>

<file path=ppt/ink/ink13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9"/>
    </inkml:context>
    <inkml:brush xml:id="br0">
      <inkml:brushProperty name="width" value="0.0213976092636585" units="cm"/>
      <inkml:brushProperty name="height" value="0.0213976092636585" units="cm"/>
      <inkml:brushProperty name="color" value="#000000"/>
      <inkml:brushProperty name="ignorePressure" value="0"/>
    </inkml:brush>
  </inkml:definitions>
  <inkml:trace contextRef="#ctx0" brushRef="#br0">30250.000000 9000.000000 685,'23.000000'-41.000000'30,"-3.000000"19.000000"6 ,-3.000000 19.000000 4,-2.000000 19.000000 5,-3.000000 13.000000-2,1.000000 10.000000-7,-1.000000 10.000000-8,1.000000 9.000000-7,-3.000000 2.000000-6,-2.000000-2.000000-4,-3.000000-3.000000-4,-3.000000-3.000000-5,-2.000000-2.000000-2,0.000000 0.000000-2,0.000000 0.000000-2,0.000000 0.000000-2,0.000000-4.000000-3,0.000000-5.000000-4,0.000000-7.000000-3,0.000000-5.000000-3,3.000000-11.000000-5,6.000000-11.000000-6,7.000000-14.000000-5,6.000000-11.000000-5,4.000000-11.000000 2,4.000000-5.000000 7,3.000000-7.000000 9,3.000000-5.000000 8,1.000000-1.000000 5,1.000000 6.000000 3,-1.000000 7.000000 2,1.000000 6.000000 3,-3.000000 6.000000 3,-2.000000 6.000000 4,-3.000000 7.000000 5,-3.000000 6.000000 4,-2.000000 4.000000 4,0.000000 4.000000 2,0.000000 3.000000 4,0.000000 3.000000 2,-4.000000 4.000000 1,-5.000000 7.000000-4,-7.000000 6.000000-4,-5.000000 7.000000-2,-4.000000 0.000000-6,0.000000-2.000000-4,0.000000-3.000000-6,0.000000-3.000000-5,0.000000-9.000000-9,0.000000-11.000000-10,0.000000-14.000000-11,0.000000-11.000000-11,4.000000-11.000000-2,10.000000-5.000000 6,10.000000-7.000000 7,9.000000-5.000000 7,4.000000-3.000000 7,1.000000 4.000000 7,-1.000000 3.000000 6,1.000000 3.000000 7,-3.000000 6.000000 6,-2.000000 9.000000 6,-3.000000 10.000000 6,-3.000000 10.000000 5,-4.000000 7.000000 4,-3.000000 6.000000 0,-3.000000 7.000000 1,-2.000000 6.000000-1,-3.000000 6.000000 0,1.000000 6.000000-5,-1.000000 7.000000-3,1.000000 6.000000-3,2.000000 1.000000-8,7.000000-3.000000-11,6.000000-3.000000-12,7.000000-2.000000-12,0.000000-6.000000-8,-2.000000-6.000000-6,-3.000000-6.000000-5,-3.000000-6.000000-6</inkml:trace>
</inkml:ink>
</file>

<file path=ppt/ink/ink13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9"/>
    </inkml:context>
    <inkml:brush xml:id="br0">
      <inkml:brushProperty name="width" value="0.0227237697690725" units="cm"/>
      <inkml:brushProperty name="height" value="0.0227237697690725" units="cm"/>
      <inkml:brushProperty name="color" value="#000000"/>
      <inkml:brushProperty name="ignorePressure" value="0"/>
    </inkml:brush>
  </inkml:definitions>
  <inkml:trace contextRef="#ctx0" brushRef="#br0">32200.000000 9050.000000 645,'-44.000000'3.000000'109,"13.000000"6.000000"-24 ,12.000000 7.000000-24,13.000000 6.000000-24,6.000000 3.000000-15,0.000000 0.000000-4,0.000000 0.000000-6,0.000000 0.000000-5,-2.000000 3.000000-4,-3.000000 6.000000-2,-3.000000 7.000000-4,-2.000000 6.000000-2,-3.000000 1.000000-4,1.000000-3.000000-3,-1.000000-3.000000-3,1.000000-2.000000-4,4.000000-8.000000-4,9.000000-8.000000-7,10.000000-10.000000-5,10.000000-9.000000-6,5.000000-12.000000-2,4.000000-11.000000 6,3.000000-14.000000 5,3.000000-11.000000 4,1.000000-6.000000 5,1.000000 4.000000 6,-1.000000 3.000000 4,1.000000 3.000000 5,-1.000000 3.000000 6,1.000000 3.000000 7,-1.000000 3.000000 7,1.000000 4.000000 6,-4.000000 5.000000 4,-6.000000 10.000000 2,-6.000000 10.000000 2,-6.000000 9.000000 0,-6.000000 9.000000 3,-2.000000 9.000000 0,-3.000000 10.000000 2,-3.000000 10.000000 1,-2.000000 4.000000-2,0.000000 0.000000-6,0.000000 0.000000-5,0.000000 0.000000-7,0.000000-4.000000-5,0.000000-5.000000-8,0.000000-7.000000-7,0.000000-5.000000-7,0.000000-11.000000-11,0.000000-11.000000-15,0.000000-14.000000-16,0.000000-11.000000-16,3.000000-9.000000 0,6.000000-3.000000 17,7.000000-3.000000 16,6.000000-2.000000 16,3.000000-3.000000 10,0.000000 1.000000 5,0.000000-1.000000 4,0.000000 1.000000 6,-2.000000 4.000000 6,-3.000000 9.000000 10,-3.000000 10.000000 9,-2.000000 10.000000 10,-1.000000 8.000000 6,3.000000 10.000000 0,3.000000 10.000000 2,4.000000 9.000000 0,-3.000000 4.000000-6,-5.000000 1.000000-16,-7.000000-1.000000-16,-5.000000 1.000000-16,-3.000000-4.000000-13,4.000000-6.000000-10,3.000000-6.000000-11,3.000000-6.000000-11</inkml:trace>
</inkml:ink>
</file>

<file path=ppt/ink/ink13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19"/>
    </inkml:context>
    <inkml:brush xml:id="br0">
      <inkml:brushProperty name="width" value="0.0213617701083422" units="cm"/>
      <inkml:brushProperty name="height" value="0.0213617701083422" units="cm"/>
      <inkml:brushProperty name="color" value="#000000"/>
      <inkml:brushProperty name="ignorePressure" value="0"/>
    </inkml:brush>
  </inkml:definitions>
  <inkml:trace contextRef="#ctx0" brushRef="#br0">33300.000000 9300.000000 686,'-24.000000'-21.000000'79,"4.000000"10.000000"-13 ,3.000000 10.000000-13,3.000000 9.000000-14,3.000000 9.000000-10,3.000000 9.000000-7,3.000000 10.000000-8,4.000000 10.000000-7,1.000000 4.000000-4,0.000000 0.000000-1,0.000000 0.000000-3,0.000000 0.000000-1,0.000000-4.000000-4,0.000000-5.000000-3,0.000000-7.000000-6,0.000000-5.000000-4,4.000000-8.000000-2,10.000000-5.000000 2,10.000000-7.000000 1,9.000000-5.000000 1,7.000000-11.000000-2,7.000000-11.000000-4,6.000000-14.000000-4,7.000000-11.000000-5,0.000000-9.000000 1,-2.000000-3.000000 4,-3.000000-3.000000 6,-3.000000-2.000000 5,-6.000000 0.000000 6,-5.000000 7.000000 7,-7.000000 6.000000 6,-5.000000 7.000000 7,-8.000000 10.000000 8,-5.000000 16.000000 11,-7.000000 15.000000 9,-5.000000 17.000000 10,-6.000000 10.000000-1,-3.000000 6.000000-11,-3.000000 7.000000-13,-2.000000 6.000000-11,-1.000000 1.000000-12,3.000000-3.000000-12,3.000000-3.000000-11,4.000000-2.000000-13,2.000000-6.000000-5,4.000000-6.000000 2,3.000000-6.000000 3,3.000000-6.000000 2,1.000000-4.000000 3,1.000000 1.000000 1,-1.000000-1.000000 3,1.000000 1.000000 1</inkml:trace>
</inkml:ink>
</file>

<file path=ppt/ink/ink13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20"/>
    </inkml:context>
    <inkml:brush xml:id="br0">
      <inkml:brushProperty name="width" value="0.0221317913383245" units="cm"/>
      <inkml:brushProperty name="height" value="0.0221317913383245" units="cm"/>
      <inkml:brushProperty name="color" value="#000000"/>
      <inkml:brushProperty name="ignorePressure" value="0"/>
    </inkml:brush>
  </inkml:definitions>
  <inkml:trace contextRef="#ctx0" brushRef="#br0">34300.000000 9300.000000 662,'-24.000000'50.000000'144,"4.000000"0.000000"-39 ,3.000000 0.000000-41,3.000000 0.000000-40,3.000000-4.000000-24,3.000000-5.000000-7,3.000000-7.000000-8,4.000000-5.000000-8,5.000000-9.000000-8,10.000000-9.000000-10,10.000000-10.000000-9,9.000000-8.000000-10,6.000000-12.000000 1,3.000000-12.000000 12,3.000000-13.000000 11,4.000000-12.000000 12,1.000000-2.000000 6,0.000000 9.000000 3,0.000000 10.000000 1,0.000000 10.000000 4,-5.000000 5.000000 9,-9.000000 4.000000 19,-10.000000 3.000000 18,-8.000000 3.000000 19,-6.000000 9.000000 6,1.000000 16.000000-5,-1.000000 15.000000-5,1.000000 17.000000-6,-3.000000 7.000000-5,-2.000000 0.000000-8,-3.000000 0.000000-6,-3.000000 0.000000-8,-2.000000-4.000000-9,0.000000-5.000000-11,0.000000-7.000000-12,0.000000-5.000000-12,1.000000-6.000000-11,4.000000-3.000000-11,3.000000-3.000000-13,3.000000-2.000000-11</inkml:trace>
</inkml:ink>
</file>

<file path=ppt/ink/ink13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20"/>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35225.000000 8875.000000 333,'114.000000'45.000000'167,"38.000000"35.000000"-1 ,35.000000 34.000000 1,37.000000 34.000000 0</inkml:trace>
</inkml:ink>
</file>

<file path=ppt/ink/ink13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20"/>
    </inkml:context>
    <inkml:brush xml:id="br0">
      <inkml:brushProperty name="width" value="0.0211124792695045" units="cm"/>
      <inkml:brushProperty name="height" value="0.0211124792695045" units="cm"/>
      <inkml:brushProperty name="color" value="#000000"/>
      <inkml:brushProperty name="ignorePressure" value="0"/>
    </inkml:brush>
  </inkml:definitions>
  <inkml:trace contextRef="#ctx0" brushRef="#br0">35300.000000 9300.000000 694,'0.000000'50.000000'47,"0.000000"0.000000"3 ,0.000000 0.000000 3,0.000000 0.000000 4,-2.000000-2.000000-8,-3.000000-3.000000-16,-3.000000-3.000000-17,-2.000000-2.000000-16,-1.000000-5.000000-14,3.000000-2.000000-15,3.000000-3.000000-13,4.000000-3.000000-14</inkml:trace>
</inkml:ink>
</file>

<file path=ppt/ink/ink13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21"/>
    </inkml:context>
    <inkml:brush xml:id="br0">
      <inkml:brushProperty name="width" value="0.0255834087729454" units="cm"/>
      <inkml:brushProperty name="height" value="0.0255834087729454" units="cm"/>
      <inkml:brushProperty name="color" value="#000000"/>
      <inkml:brushProperty name="ignorePressure" value="0"/>
    </inkml:brush>
  </inkml:definitions>
  <inkml:trace contextRef="#ctx0" brushRef="#br0">35700.000000 9100.000000 573,'-36.000000'-2.000000'9,"28.000000"-3.000000"17 ,28.000000-3.000000 19,29.000000-2.000000 17,15.000000-1.000000 1,3.000000 3.000000-17,3.000000 3.000000-18,4.000000 4.000000-16,-4.000000-1.000000-8,-9.000000-3.000000 2,-10.000000-3.000000 2,-8.000000-2.000000 2,-8.000000-1.000000-10,-2.000000 3.000000-20,-3.000000 3.000000-22,-3.000000 4.000000-21,-6.000000-3.000000-6,-5.000000-5.000000 9,-7.000000-7.000000 9,-5.000000-5.000000 10,-6.000000-4.000000 7,-3.000000 0.000000 8,-3.000000 0.000000 7,-2.000000 0.000000 8,-3.000000 3.000000 13,1.000000 6.000000 18,-1.000000 7.000000 18,1.000000 6.000000 18,-1.000000 10.000000 7,1.000000 17.000000-5,-1.000000 15.000000-4,1.000000 16.000000-5,-1.000000 7.000000-4,1.000000 1.000000-7,-1.000000-1.000000-5,1.000000 1.000000-6,-1.000000 1.000000-6,1.000000 3.000000-4,-1.000000 3.000000-5,1.000000 4.000000-4,1.000000-4.000000-6,3.000000-9.000000-4,3.000000-10.000000-5,4.000000-8.000000-5,4.000000-9.000000-6,6.000000-6.000000-6,7.000000-6.000000-6,6.000000-6.000000-6,3.000000-10.000000-3,0.000000-12.000000 2,0.000000-13.000000 0,0.000000-12.000000 2,4.000000-12.000000 2,10.000000-8.000000 4,10.000000-10.000000 4,9.000000-9.000000 4,-2.000000 1.000000 3,-12.000000 13.000000 4,-13.000000 12.000000 2,-12.000000 13.000000 4,-9.000000 16.000000 8,-2.000000 23.000000 14,-3.000000 22.000000 13,-3.000000 22.000000 14,-2.000000 7.000000 2,0.000000-6.000000-6,0.000000-6.000000-8,0.000000-6.000000-7,3.000000-7.000000-8,6.000000-6.000000-5,7.000000-6.000000-7,6.000000-6.000000-6,4.000000-9.000000-5,4.000000-8.000000-1,3.000000-10.000000-2,3.000000-9.000000-2,-1.000000-9.000000 0,-2.000000-5.000000-2,-3.000000-7.000000 1,-3.000000-5.000000-1,-4.000000-4.000000 0,-3.000000 0.000000 3,-3.000000 0.000000 2,-2.000000 0.000000 2,-5.000000 3.000000 4,-2.000000 6.000000 5,-3.000000 7.000000 4,-3.000000 6.000000 6,-2.000000 9.000000 2,0.000000 13.000000 1,0.000000 12.000000 0,0.000000 13.000000 1,0.000000 10.000000 0,0.000000 10.000000 2,0.000000 10.000000 0,0.000000 9.000000 2,0.000000 9.000000 1,0.000000 9.000000 0,0.000000 10.000000 2,0.000000 10.000000 0,-4.000000 4.000000 0,-5.000000 0.000000-2,-7.000000 0.000000-2,-5.000000 0.000000-1,-11.000000 1.000000-5,-11.000000 4.000000-5,-14.000000 3.000000-5,-11.000000 3.000000-7,-3.000000-8.000000-13,10.000000-19.000000-22,10.000000-18.000000-22,9.000000-19.000000-22</inkml:trace>
</inkml:ink>
</file>

<file path=ppt/ink/ink13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4:22"/>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27650.000000 10550.000000,'246.000000'-9.000000,"0.000000"0.000000,0.000000 0.000000,0.000000 1.000000,1.000000-1.000000,-1.000000 0.000000,0.000000 0.000000,0.000000 1.000000,1.000000-1.000000,-1.000000 0.000000,0.000000 0.000000,1.000000 0.000000,-1.000000 1.000000,0.000000-1.000000,0.000000 0.000000,1.000000 1.000000,-1.000000-1.000000,0.000000 0.000000,0.000000 0.000000,1.000000 1.000000,-1.000000-1.000000,0.000000 0.000000,0.000000 0.000000,0.000000 1.000000,1.000000-1.000000,-1.000000 0.000000,0.000000 0.000000,0.000000 1.000000,1.000000-1.000000,-1.000000 0.000000,0.000000 0.000000,1.000000 0.000000,-1.000000 1.000000,0.000000-1.000000,0.000000 0.000000,1.000000 1.000000,-1.000000-1.000000,0.000000 0.000000,0.000000 0.000000,1.000000 1.000000</inkml:trace>
</inkml:ink>
</file>

<file path=ppt/ink/ink13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30"/>
    </inkml:context>
    <inkml:brush xml:id="br0">
      <inkml:brushProperty name="width" value="0.0214139726012945" units="cm"/>
      <inkml:brushProperty name="height" value="0.0214139726012945" units="cm"/>
      <inkml:brushProperty name="color" value="#000000"/>
      <inkml:brushProperty name="ignorePressure" value="0"/>
    </inkml:brush>
  </inkml:definitions>
  <inkml:trace contextRef="#ctx0" brushRef="#br0">32450.000000 19200.000000 684,'-2.000000'45.000000'60,"-3.000000"-9.000000"-14 ,-3.000000-10.000000-16,-2.000000-8.000000-15,-3.000000 3.000000-8,1.000000 20.000000-2,-1.000000 18.000000-1,1.000000 20.000000-3,-1.000000 8.000000 0,1.000000 1.000000-1,-1.000000-1.000000 1,1.000000 1.000000 0,-1.000000-3.000000 0,1.000000-2.000000 0,-1.000000-3.000000 0,1.000000-3.000000 1,1.000000-4.000000 0,3.000000-3.000000-1,3.000000-3.000000 0,4.000000-2.000000-1,-1.000000-5.000000 0,-3.000000-2.000000 0,-3.000000-3.000000-1,-2.000000-3.000000 1,-1.000000-1.000000 0,3.000000 4.000000 0,3.000000 3.000000 1,4.000000 3.000000 0,-1.000000-1.000000 1,-3.000000-2.000000-1,-3.000000-3.000000 1,-2.000000-3.000000-1,-1.000000-2.000000 1,3.000000 0.000000-1,3.000000 0.000000 0,4.000000 0.000000 0,1.000000 0.000000-1,0.000000 0.000000 0,0.000000 0.000000 0,0.000000 0.000000 0,0.000000 0.000000 0,0.000000 0.000000 0,0.000000 0.000000 1,0.000000 0.000000-1,0.000000-2.000000 0,0.000000-3.000000 0,0.000000-3.000000 1,0.000000-2.000000-1,0.000000-5.000000 1,0.000000-2.000000-1,0.000000-3.000000 1,0.000000-3.000000 0,1.000000-1.000000 1,4.000000 4.000000-2,3.000000 3.000000 1,3.000000 3.000000 0,-1.000000 1.000000-1,-2.000000 1.000000 0,-3.000000-1.000000 0,-3.000000 1.000000 0,-1.000000-4.000000-1,4.000000-6.000000 1,3.000000-6.000000 1,3.000000-6.000000-1,-1.000000-2.000000 1,-2.000000 3.000000-1,-3.000000 3.000000 1,-3.000000 4.000000 0,-2.000000 1.000000 0,0.000000 0.000000 1,0.000000 0.000000 1,0.000000 0.000000 1,0.000000 0.000000-1,0.000000 0.000000 0,0.000000 0.000000 0,0.000000 0.000000-1,1.000000-2.000000 0,4.000000-3.000000 1,3.000000-3.000000-1,3.000000-2.000000 1,-1.000000-1.000000 0,-2.000000 3.000000-1,-3.000000 3.000000-1,-3.000000 4.000000 0,-1.000000 1.000000 0,4.000000 0.000000 1,3.000000 0.000000-1,3.000000 0.000000 2,-1.000000 0.000000-1,-2.000000 0.000000 0,-3.000000 0.000000 0,-3.000000 0.000000-1,-1.000000 0.000000 0,4.000000 0.000000 1,3.000000 0.000000 0,3.000000 0.000000-1,1.000000 1.000000 2,1.000000 4.000000-1,-1.000000 3.000000 1,1.000000 3.000000 0,-1.000000-1.000000 0,1.000000-2.000000 0,-1.000000-3.000000 0,1.000000-3.000000 0,-1.000000-2.000000 0,1.000000 0.000000-1,-1.000000 0.000000 0,1.000000 0.000000 0,1.000000 1.000000 0,3.000000 4.000000 0,3.000000 3.000000 1,4.000000 3.000000 1,1.000000-2.000000 0,0.000000-6.000000-1,0.000000-6.000000-1,0.000000-6.000000-1,0.000000-2.000000-1,0.000000 3.000000-1,0.000000 3.000000-2,0.000000 4.000000-1,0.000000-1.000000-5,0.000000-3.000000-7,0.000000-3.000000-8,0.000000-2.000000-7,0.000000-5.000000-3,0.000000-2.000000-2,0.000000-3.000000-1,0.000000-3.000000 0</inkml:trace>
</inkml:ink>
</file>

<file path=ppt/ink/ink13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40"/>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33900.000000 19550.000000 999,'-116.000000'-66.000000'-73,"19.000000"19.000000"19 ,19.000000 19.000000 19,19.000000 19.000000 18,5.000000 9.000000 11,-5.000000 0.000000 2,-7.000000 0.000000 2,-5.000000 0.000000 3,-1.000000 1.000000 1,6.000000 4.000000 0,7.000000 3.000000 1,6.000000 3.000000 1,4.000000-2.000000 0,4.000000-6.000000-1,3.000000-6.000000-2,3.000000-6.000000 0,3.000000-4.000000-3,3.000000 1.000000-4,3.000000-1.000000-3,4.000000 1.000000-3</inkml:trace>
</inkml:ink>
</file>

<file path=ppt/ink/ink13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4:43"/>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32650.000000 19550.000000,'1492.000000'-12.000000,"0.000000"1.000000,1.000000 0.000000,-1.000000 0.000000,1.000000-1.000000,0.000000 1.000000,-1.000000 0.000000,1.000000 0.000000,-1.000000-1.000000,1.000000 1.000000,-1.000000 0.000000,0.000000 0.000000,1.000000-1.000000,-1.000000 1.000000,1.000000 0.000000,0.000000 0.000000,-1.000000-1.000000,0.000000 1.000000,1.000000 0.000000,0.000000 0.000000,-1.000000-1.000000,1.000000 1.000000,-1.000000 0.000000,0.000000 0.000000,1.000000-1.000000,0.000000 1.000000,-1.000000 0.000000,0.000000 0.000000,1.000000-1.000000,0.000000 1.000000,-1.000000 0.000000,1.000000 0.000000,-1.000000-1.000000,0.000000 1.000000,1.000000 0.000000,0.000000 0.000000,-1.000000-1.000000,0.000000 1.000000,1.000000 0.000000,0.000000 0.000000</inkml:trace>
</inkml:ink>
</file>

<file path=ppt/ink/ink13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4:52"/>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33100.000000 24000.000000,'1453.000000'3.000000,"1.000000"1.000000,0.000000 0.000000,0.000000 0.000000,-1.000000-1.000000,1.000000 1.000000,0.000000 0.000000,0.000000 0.000000,-1.000000-1.000000,1.000000 1.000000,0.000000 0.000000,-1.000000 0.000000,1.000000-1.000000,0.000000 1.000000,0.000000 0.000000,0.000000 0.000000,-1.000000-1.000000,1.000000 1.000000,0.000000 0.000000,0.000000 0.000000,-1.000000-1.000000,1.000000 1.000000,0.000000 0.000000,-1.000000 0.000000,1.000000-1.000000,0.000000 1.000000,0.000000 0.000000,0.000000 0.000000,-1.000000-1.000000,1.000000 1.000000,0.000000 0.000000,-1.000000 0.000000,1.000000-1.000000,0.000000 1.000000,0.000000 0.000000,0.000000 0.000000,-1.000000-1.000000,1.000000 1.000000,0.000000 0.000000,0.000000 0.000000</inkml:trace>
</inkml:ink>
</file>

<file path=ppt/ink/ink13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53"/>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92325.000000 19275.000000 333,'114.000000'45.000000'167,"38.000000"35.000000"-1 ,35.000000 34.000000 1,37.000000 34.000000 0</inkml:trace>
</inkml:ink>
</file>

<file path=ppt/ink/ink13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54"/>
    </inkml:context>
    <inkml:brush xml:id="br0">
      <inkml:brushProperty name="width" value="0.0294717624783516" units="cm"/>
      <inkml:brushProperty name="height" value="0.0294717624783516" units="cm"/>
      <inkml:brushProperty name="color" value="#000000"/>
      <inkml:brushProperty name="ignorePressure" value="0"/>
    </inkml:brush>
  </inkml:definitions>
  <inkml:trace contextRef="#ctx0" brushRef="#br0">92250.000000 19200.000000 497,'21.000000'-25.000000'1,"-5.000000"0.000000"1 ,-7.000000 0.000000 1,-5.000000 0.000000 1,-1.000000 4.000000 7,6.000000 10.000000 12,7.000000 10.000000 13,6.000000 9.000000 12,4.000000 4.000000 1,4.000000 1.000000-8,3.000000-1.000000-10,3.000000 1.000000-9,1.000000 1.000000-6,1.000000 3.000000-3,-1.000000 3.000000-4,1.000000 4.000000-3,-1.000000 1.000000-2,1.000000 0.000000 0,-1.000000 0.000000 0,1.000000 0.000000 0,1.000000 0.000000 0,3.000000 0.000000-3,3.000000 0.000000-1,4.000000 0.000000-3,1.000000 0.000000 0,0.000000 0.000000 0,0.000000 0.000000 0,0.000000 0.000000 0,0.000000 3.000000 0,0.000000 6.000000 1,0.000000 7.000000 0,0.000000 6.000000 1,-4.000000 1.000000 0,-5.000000-3.000000-1,-7.000000-3.000000 0,-5.000000-2.000000 0,-4.000000-5.000000 0,0.000000-2.000000 0,0.000000-3.000000 1,0.000000-3.000000 0,-2.000000-1.000000 1,-3.000000 4.000000-1,-3.000000 3.000000 1,-2.000000 3.000000-1,-3.000000 1.000000 1,1.000000 1.000000 0,-1.000000-1.000000-1,1.000000 1.000000 1,-1.000000-3.000000 0,1.000000-2.000000 2,-1.000000-3.000000 0,1.000000-3.000000 2,-1.000000-1.000000-1,1.000000 4.000000 1,-1.000000 3.000000-2,1.000000 3.000000 0,-3.000000-1.000000 0,-2.000000-2.000000-2,-3.000000-3.000000-2,-3.000000-3.000000-1,-1.000000-1.000000 0,4.000000 4.000000 0,3.000000 3.000000 1,3.000000 3.000000 1,-1.000000 1.000000 1,-2.000000 1.000000-1,-3.000000-1.000000 1,-3.000000 1.000000-1,-2.000000-1.000000 1,0.000000 1.000000 0,0.000000-1.000000 0,0.000000 1.000000 0,0.000000-3.000000 0,0.000000-2.000000 0,0.000000-3.000000 0,0.000000-3.000000 0,0.000000-1.000000 0,0.000000 4.000000 0,0.000000 3.000000 0,0.000000 3.000000 0,0.000000 1.000000 0,0.000000 1.000000 0,0.000000-1.000000 0,0.000000 1.000000 0,0.000000-1.000000 0,0.000000 1.000000 0,0.000000-1.000000-1,0.000000 1.000000 1,-2.000000 1.000000 0,-3.000000 3.000000 1,-3.000000 3.000000-1,-2.000000 4.000000 1,-1.000000-1.000000 0,3.000000-3.000000 1,3.000000-3.000000-1,4.000000-2.000000 1,-1.000000-3.000000-1,-3.000000 1.000000 0,-3.000000-1.000000 0,-2.000000 1.000000-1,-3.000000-3.000000 1,1.000000-2.000000 0,-1.000000-3.000000 0,1.000000-3.000000 1,-1.000000-1.000000 0,1.000000 4.000000 0,-1.000000 3.000000 0,1.000000 3.000000-1,-1.000000-1.000000 1,1.000000-2.000000 1,-1.000000-3.000000-1,1.000000-3.000000 1,-1.000000-1.000000 0,1.000000 4.000000 0,-1.000000 3.000000-1,1.000000 3.000000-1,-3.000000-1.000000 1,-2.000000-2.000000-1,-3.000000-3.000000 0,-3.000000-3.000000-1,-2.000000 1.000000 1,0.000000 6.000000-1,0.000000 7.000000 0,0.000000 6.000000 0,1.000000-1.000000 0,4.000000-5.000000-1,3.000000-7.000000 1,3.000000-5.000000 1,-1.000000-3.000000-1,-2.000000 4.000000 0,-3.000000 3.000000 0,-3.000000 3.000000 0,-1.000000-1.000000 0,4.000000-2.000000 0,3.000000-3.000000 0,3.000000-3.000000 0,1.000000-2.000000 1,1.000000 0.000000-1,-1.000000 0.000000 0,1.000000 0.000000 1,-4.000000 1.000000-1,-6.000000 4.000000 2,-6.000000 3.000000 1,-6.000000 3.000000 1,-4.000000 1.000000 1,1.000000 1.000000-2,-1.000000-1.000000 0,1.000000 1.000000 0,1.000000-3.000000-1,3.000000-2.000000-1,3.000000-3.000000 0,4.000000-3.000000 0,2.000000-2.000000 0,4.000000 0.000000 0,3.000000 0.000000 0,3.000000 0.000000 1,-1.000000 0.000000 0,-2.000000 0.000000 0,-3.000000 0.000000-1,-3.000000 0.000000-1,-2.000000 0.000000 1,0.000000 0.000000 0,0.000000 0.000000-1,0.000000 0.000000 1,0.000000 0.000000 0,0.000000 0.000000 0,0.000000 0.000000 0,0.000000 0.000000 0,0.000000-2.000000 0,0.000000-3.000000 1,0.000000-3.000000 0,0.000000-2.000000-1,0.000000-3.000000 1,0.000000 1.000000 0,0.000000-1.000000-1,0.000000 1.000000 1,-2.000000 1.000000-1,-3.000000 3.000000 0,-3.000000 3.000000 0,-2.000000 4.000000-1,-1.000000-1.000000 1,3.000000-3.000000 1,3.000000-3.000000 1,4.000000-2.000000 0,1.000000-3.000000 2,0.000000 1.000000 0,0.000000-1.000000 2,0.000000 1.000000 0,-2.000000-3.000000 1,-3.000000-2.000000-1,-3.000000-3.000000 0,-2.000000-3.000000 0,-3.000000-2.000000-1,1.000000 0.000000 1,-1.000000 0.000000-1,1.000000 0.000000 1,-4.000000-2.000000-3,-6.000000-3.000000-6,-6.000000-3.000000-5,-6.000000-2.000000-5,1.000000-3.000000-8,9.000000 1.000000-9,10.000000-1.000000-8,10.000000 1.000000-10</inkml:trace>
</inkml:ink>
</file>

<file path=ppt/ink/ink13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4:57"/>
    </inkml:context>
    <inkml:brush xml:id="br0">
      <inkml:brushProperty name="width" value="0.027202757075429" units="cm"/>
      <inkml:brushProperty name="height" value="0.027202757075429" units="cm"/>
      <inkml:brushProperty name="color" value="#000000"/>
      <inkml:brushProperty name="ignorePressure" value="0"/>
    </inkml:brush>
  </inkml:definitions>
  <inkml:trace contextRef="#ctx0" brushRef="#br0">38300.000000 20100.000000 539,'-25.000000'-22.000000'2,"0.000000"6.000000"11 ,0.000000 7.000000 12,0.000000 6.000000 9,3.000000 7.000000 5,6.000000 10.000000-4,7.000000 10.000000-3,6.000000 9.000000-4,3.000000 2.000000-3,0.000000-2.000000-4,0.000000-3.000000-4,0.000000-3.000000-3,0.000000-2.000000-3,0.000000 0.000000 0,0.000000 0.000000-2,0.000000 0.000000-2,1.000000 1.000000 0,4.000000 4.000000-1,3.000000 3.000000-1,3.000000 3.000000-1,1.000000 3.000000 0,1.000000 3.000000 1,-1.000000 3.000000-1,1.000000 4.000000 1,-1.000000 2.000000 0,1.000000 4.000000-1,-1.000000 3.000000 0,1.000000 3.000000 0,-3.000000-1.000000-1,-2.000000-2.000000-1,-3.000000-3.000000 0,-3.000000-3.000000-1,-1.000000-1.000000 0,4.000000 4.000000-1,3.000000 3.000000-1,3.000000 3.000000 0,-1.000000 3.000000 0,-2.000000 3.000000-1,-3.000000 3.000000 0,-3.000000 4.000000 0,-2.000000-1.000000-1,0.000000-3.000000 2,0.000000-3.000000 0,0.000000-2.000000 0,0.000000-3.000000 1,0.000000 1.000000 0,0.000000-1.000000 0,0.000000 1.000000 0,0.000000-3.000000 1,0.000000-2.000000 0,0.000000-3.000000 0,0.000000-3.000000 0,0.000000-6.000000 0,0.000000-5.000000 1,0.000000-7.000000-1,0.000000-5.000000 1,0.000000-3.000000 0,0.000000 4.000000 0,0.000000 3.000000-1,0.000000 3.000000 1,0.000000 1.000000-1,0.000000 1.000000 1,0.000000-1.000000-1,0.000000 1.000000 1,-2.000000-3.000000 0,-3.000000-2.000000-1,-3.000000-3.000000 0,-2.000000-3.000000-1,-1.000000-1.000000 0,3.000000 4.000000 1,3.000000 3.000000-1,4.000000 3.000000 1,1.000000-1.000000-1,0.000000-2.000000 1,0.000000-3.000000 0,0.000000-3.000000 0,0.000000-2.000000 0,0.000000 0.000000 0,0.000000 0.000000 0,0.000000 0.000000 1,0.000000 0.000000 0,0.000000 0.000000-1,0.000000 0.000000 0,0.000000 0.000000 0,0.000000 0.000000-1,0.000000 0.000000 1,0.000000 0.000000-1,0.000000 0.000000 1,0.000000 0.000000-1,0.000000 0.000000 0,0.000000 0.000000 1,0.000000 0.000000-1,0.000000 0.000000 0,0.000000 0.000000 1,0.000000 0.000000 0,0.000000 0.000000 0,0.000000 0.000000 1,0.000000 0.000000-1,0.000000 0.000000-1,0.000000 0.000000 1,0.000000 0.000000-1,0.000000 0.000000 1,0.000000 0.000000 0,0.000000 0.000000 0,0.000000 0.000000 1,0.000000 0.000000 1,0.000000 0.000000 1,0.000000 0.000000 2,0.000000 0.000000-1,0.000000 0.000000 0,0.000000 0.000000-2,0.000000 0.000000 0,0.000000 0.000000-3,0.000000 0.000000-3,0.000000 0.000000-6,0.000000 0.000000-3</inkml:trace>
</inkml:ink>
</file>

<file path=ppt/ink/ink13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0"/>
    </inkml:context>
    <inkml:brush xml:id="br0">
      <inkml:brushProperty name="width" value="0.0246736705303192" units="cm"/>
      <inkml:brushProperty name="height" value="0.0246736705303192" units="cm"/>
      <inkml:brushProperty name="color" value="#000000"/>
      <inkml:brushProperty name="ignorePressure" value="0"/>
    </inkml:brush>
  </inkml:definitions>
  <inkml:trace contextRef="#ctx0" brushRef="#br0">34250.000000 20800.000000 594,'-24.000000'-22.000000'-11,"4.000000"6.000000"3 ,3.000000 7.000000 3,3.000000 6.000000 2,1.000000 3.000000 8,1.000000 0.000000 13,-1.000000 0.000000 13,1.000000 0.000000 12,-1.000000 3.000000 2,1.000000 6.000000-5,-1.000000 7.000000-8,1.000000 6.000000-6,-3.000000 9.000000-5,-2.000000 13.000000-3,-3.000000 12.000000-4,-3.000000 13.000000-2,-1.000000 9.000000-1,4.000000 6.000000-2,3.000000 7.000000 0,3.000000 6.000000-1,3.000000 4.000000-1,3.000000 4.000000 2,3.000000 3.000000-1,4.000000 3.000000 2,2.000000-2.000000-1,4.000000-6.000000 0,3.000000-6.000000 1,3.000000-6.000000-1,4.000000-7.000000-1,7.000000-6.000000-2,6.000000-6.000000-2,7.000000-6.000000-3,4.000000-6.000000-1,3.000000-2.000000 1,3.000000-3.000000-2,4.000000-3.000000 1,1.000000-7.000000-2,0.000000-9.000000-6,0.000000-10.000000-4,0.000000-8.000000-6,-2.000000-9.000000-7,-3.000000-6.000000-12,-3.000000-6.000000-12,-2.000000-6.000000-12,-6.000000-4.000000-2,-6.000000 1.000000 6,-6.000000-1.000000 7,-6.000000 1.000000 6</inkml:trace>
</inkml:ink>
</file>

<file path=ppt/ink/ink13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1"/>
    </inkml:context>
    <inkml:brush xml:id="br0">
      <inkml:brushProperty name="width" value="0.0304169431328773" units="cm"/>
      <inkml:brushProperty name="height" value="0.0304169431328773" units="cm"/>
      <inkml:brushProperty name="color" value="#000000"/>
      <inkml:brushProperty name="ignorePressure" value="0"/>
    </inkml:brush>
  </inkml:definitions>
  <inkml:trace contextRef="#ctx0" brushRef="#br0">34450.000000 20800.000000 482,'28.000000'-22.000000'70,"6.000000"6.000000"-16 ,7.000000 7.000000-17,6.000000 6.000000-17,9.000000 1.000000-9,13.000000-3.000000-2,12.000000-3.000000-2,13.000000-2.000000-2,15.000000-3.000000-1,19.000000 1.000000 1,19.000000-1.000000 0,19.000000 1.000000 0,9.000000-1.000000-2,0.000000 1.000000-1,0.000000-1.000000-4,0.000000 1.000000-3,-7.000000 1.000000-1,-11.000000 3.000000-2,-14.000000 3.000000-2,-11.000000 4.000000-2,-20.000000 1.000000 1,-24.000000 0.000000 1,-26.000000 0.000000 2,-24.000000 0.000000 2,-17.000000 4.000000 1,-5.000000 10.000000 1,-7.000000 10.000000 0,-5.000000 9.000000 2,-4.000000 2.000000 0,0.000000-2.000000 2,0.000000-3.000000 1,0.000000-3.000000 2,0.000000-2.000000 0,0.000000 0.000000 0,0.000000 0.000000-2,0.000000 0.000000 0,-2.000000-2.000000 2,-3.000000-3.000000 4,-3.000000-3.000000 4,-2.000000-2.000000 5,-1.000000-1.000000 0,3.000000 3.000000-2,3.000000 3.000000-3,4.000000 4.000000-2,-1.000000 1.000000-1,-3.000000 0.000000-1,-3.000000 0.000000-1,-2.000000 0.000000-1,-1.000000 4.000000-1,3.000000 10.000000 1,3.000000 10.000000-2,4.000000 9.000000 0,1.000000 6.000000-1,0.000000 3.000000 0,0.000000 3.000000-1,0.000000 4.000000 0,0.000000 2.000000 0,0.000000 4.000000-1,0.000000 3.000000 1,0.000000 3.000000-1,1.000000 1.000000 0,4.000000 1.000000 0,3.000000-1.000000 1,3.000000 1.000000 0,-1.000000-4.000000 1,-2.000000-6.000000 0,-3.000000-6.000000 0,-3.000000-6.000000 2,-2.000000-4.000000-1,0.000000 1.000000 0,0.000000-1.000000 0,0.000000 1.000000 0,0.000000-4.000000-1,0.000000-6.000000 1,0.000000-6.000000 0,0.000000-6.000000 1,1.000000-6.000000 0,4.000000-2.000000 2,3.000000-3.000000 1,3.000000-3.000000 2,-1.000000-2.000000-1,-2.000000 0.000000-3,-3.000000 0.000000-3,-3.000000 0.000000-3,-2.000000 0.000000 2,0.000000 0.000000 8,0.000000 0.000000 7,0.000000 0.000000 7,-4.000000-5.000000 2,-5.000000-9.000000-3,-7.000000-10.000000-3,-5.000000-8.000000-3,-4.000000-8.000000-4,0.000000-2.000000-5,0.000000-3.000000-6,0.000000-3.000000-4,0.000000-2.000000-3,0.000000 0.000000-2,0.000000 0.000000-1,0.000000 0.000000-2,-2.000000 0.000000-1,-3.000000 0.000000-1,-3.000000 0.000000-1,-2.000000 0.000000-1,-5.000000 0.000000 1,-2.000000 0.000000 0,-3.000000 0.000000 1,-3.000000 0.000000 0,-1.000000-2.000000-3,4.000000-3.000000-8,3.000000-3.000000-9,3.000000-2.000000-8,4.000000 0.000000-6,7.000000 7.000000-2,6.000000 6.000000-4,7.000000 7.000000-2</inkml:trace>
</inkml:ink>
</file>

<file path=ppt/ink/ink13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1"/>
    </inkml:context>
    <inkml:brush xml:id="br0">
      <inkml:brushProperty name="width" value="0.0217335745692253" units="cm"/>
      <inkml:brushProperty name="height" value="0.0217335745692253" units="cm"/>
      <inkml:brushProperty name="color" value="#000000"/>
      <inkml:brushProperty name="ignorePressure" value="0"/>
    </inkml:brush>
  </inkml:definitions>
  <inkml:trace contextRef="#ctx0" brushRef="#br0">34300.000000 22800.000000 674,'-41.000000'1.000000'30,"19.000000"4.000000"-4 ,19.000000 3.000000-2,19.000000 3.000000-2,12.000000-1.000000-3,6.000000-2.000000-2,7.000000-3.000000-1,6.000000-3.000000-3,4.000000-2.000000-1,4.000000 0.000000 0,3.000000 0.000000 0,3.000000 0.000000-1,1.000000-2.000000 0,1.000000-3.000000 0,-1.000000-3.000000-1,1.000000-2.000000 1,2.000000-1.000000-1,7.000000 3.000000-1,6.000000 3.000000-1,7.000000 4.000000 0,2.000000 1.000000-2,1.000000 0.000000 1,-1.000000 0.000000-1,1.000000 0.000000 0,1.000000 0.000000-1,3.000000 0.000000-2,3.000000 0.000000-2,4.000000 0.000000-3,-3.000000 0.000000-1,-5.000000 0.000000-2,-7.000000 0.000000-1,-5.000000 0.000000-1,-6.000000 0.000000-3,-3.000000 0.000000-2,-3.000000 0.000000-3,-2.000000 0.000000-2,-9.000000-2.000000-5,-12.000000-3.000000-3,-13.000000-3.000000-5,-12.000000-2.000000-5</inkml:trace>
</inkml:ink>
</file>

<file path=ppt/ink/ink13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2"/>
    </inkml:context>
    <inkml:brush xml:id="br0">
      <inkml:brushProperty name="width" value="0.0225870478898287" units="cm"/>
      <inkml:brushProperty name="height" value="0.0225870478898287" units="cm"/>
      <inkml:brushProperty name="color" value="#000000"/>
      <inkml:brushProperty name="ignorePressure" value="0"/>
    </inkml:brush>
  </inkml:definitions>
  <inkml:trace contextRef="#ctx0" brushRef="#br0">34850.000000 21650.000000 649,'120.000000'-24.000000'123,"-9.000000"4.000000"-28 ,-10.000000 3.000000-28,-8.000000 3.000000-28,-6.000000 3.000000-20,1.000000 3.000000-12,-1.000000 3.000000-11,1.000000 4.000000-13,-6.000000 1.000000-8,-8.000000 0.000000-3,-10.000000 0.000000-2,-9.000000 0.000000-4,-13.000000 1.000000-4,-16.000000 4.000000-7,-15.000000 3.000000-5,-15.000000 3.000000-7</inkml:trace>
</inkml:ink>
</file>

<file path=ppt/ink/ink13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2"/>
    </inkml:context>
    <inkml:brush xml:id="br0">
      <inkml:brushProperty name="width" value="0.0228752307593822" units="cm"/>
      <inkml:brushProperty name="height" value="0.0228752307593822" units="cm"/>
      <inkml:brushProperty name="color" value="#000000"/>
      <inkml:brushProperty name="ignorePressure" value="0"/>
    </inkml:brush>
  </inkml:definitions>
  <inkml:trace contextRef="#ctx0" brushRef="#br0">34950.000000 22100.000000 641,'51.000000'21.000000'118,"4.000000"-5.000000"-28 ,3.000000-7.000000-26,3.000000-5.000000-27,6.000000-6.000000-16,9.000000-3.000000-6,10.000000-3.000000-6,10.000000-2.000000-4,4.000000-3.000000-9,0.000000 1.000000-9,0.000000-1.000000-10,0.000000 1.000000-10,-10.000000-1.000000-8,-18.000000 1.000000-10,-19.000000-1.000000-9,-18.000000 1.000000-9</inkml:trace>
</inkml:ink>
</file>

<file path=ppt/ink/ink13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09"/>
    </inkml:context>
    <inkml:brush xml:id="br0">
      <inkml:brushProperty name="width" value="0.0255661774426699" units="cm"/>
      <inkml:brushProperty name="height" value="0.0255661774426699" units="cm"/>
      <inkml:brushProperty name="color" value="#000000"/>
      <inkml:brushProperty name="ignorePressure" value="0"/>
    </inkml:brush>
  </inkml:definitions>
  <inkml:trace contextRef="#ctx0" brushRef="#br0">41200.000000 23000.000000 573,'-46.000000'1.000000'1,"10.000000"4.000000"1 ,10.000000 3.000000 2,9.000000 3.000000 2,13.000000-1.000000 8,20.000000-2.000000 17,18.000000-3.000000 16,20.000000-3.000000 16,8.000000-2.000000 2,1.000000 0.000000-11,-1.000000 0.000000-13,1.000000 0.000000-11,-1.000000 0.000000-9,1.000000 0.000000-3,-1.000000 0.000000-4,1.000000 0.000000-5,-3.000000 0.000000-3,-2.000000 0.000000-6,-3.000000 0.000000-3,-3.000000 0.000000-5,-6.000000-2.000000-6,-5.000000-3.000000-5,-7.000000-3.000000-7,-5.000000-2.000000-6</inkml:trace>
</inkml:ink>
</file>

<file path=ppt/ink/ink139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10"/>
    </inkml:context>
    <inkml:brush xml:id="br0">
      <inkml:brushProperty name="width" value="0.0225962419062853" units="cm"/>
      <inkml:brushProperty name="height" value="0.0225962419062853" units="cm"/>
      <inkml:brushProperty name="color" value="#000000"/>
      <inkml:brushProperty name="ignorePressure" value="0"/>
    </inkml:brush>
  </inkml:definitions>
  <inkml:trace contextRef="#ctx0" brushRef="#br0">41300.000000 23450.000000 649,'-40.000000'23.000000'42,"23.000000"-3.000000"3 ,22.000000-3.000000 4,22.000000-2.000000 4,13.000000-5.000000-4,7.000000-2.000000-8,6.000000-3.000000-10,7.000000-3.000000-8,0.000000-2.000000-10,-2.000000 0.000000-9,-3.000000 0.000000-8,-3.000000 0.000000-10,-4.000000-2.000000-7,-3.000000-3.000000-8,-3.000000-3.000000-7,-2.000000-2.000000-7,-5.000000-3.000000-4,-2.000000 1.000000-2,-3.000000-1.000000-2,-3.000000 1.000000-2</inkml:trace>
</inkml:ink>
</file>

<file path=ppt/ink/ink140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10"/>
    </inkml:context>
    <inkml:brush xml:id="br0">
      <inkml:brushProperty name="width" value="0.0247172936797142" units="cm"/>
      <inkml:brushProperty name="height" value="0.0247172936797142" units="cm"/>
      <inkml:brushProperty name="color" value="#000000"/>
      <inkml:brushProperty name="ignorePressure" value="0"/>
    </inkml:brush>
  </inkml:definitions>
  <inkml:trace contextRef="#ctx0" brushRef="#br0">41600.000000 22800.000000 593,'-22.000000'26.000000'121,"6.000000"4.000000"-27 ,7.000000 3.000000-29,6.000000 3.000000-28,-1.000000 6.000000-17,-5.000000 9.000000-4,-7.000000 10.000000-6,-5.000000 10.000000-5,-4.000000 5.000000-1,0.000000 4.000000 3,0.000000 3.000000 2,0.000000 3.000000 2,1.000000-2.000000-3,4.000000-6.000000-12,3.000000-6.000000-9,3.000000-6.000000-11</inkml:trace>
</inkml:ink>
</file>

<file path=ppt/ink/ink140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10"/>
    </inkml:context>
    <inkml:brush xml:id="br0">
      <inkml:brushProperty name="width" value="0.0227968972176313" units="cm"/>
      <inkml:brushProperty name="height" value="0.0227968972176313" units="cm"/>
      <inkml:brushProperty name="color" value="#000000"/>
      <inkml:brushProperty name="ignorePressure" value="0"/>
    </inkml:brush>
  </inkml:definitions>
  <inkml:trace contextRef="#ctx0" brushRef="#br0">41900.000000 22800.000000 643,'-22.000000'-19.000000'95,"6.000000"13.000000"-19 ,7.000000 12.000000-19,6.000000 13.000000-20,-1.000000 13.000000-11,-5.000000 17.000000-5,-7.000000 15.000000-3,-5.000000 16.000000-4,-3.000000 13.000000-5,4.000000 14.000000-5,3.000000 11.000000-6,3.000000 14.000000-6,1.000000-4.000000-6,1.000000-19.000000-6,-1.000000-18.000000-6,1.000000-19.000000-7,-1.000000-12.000000-8,1.000000-2.000000-7,-1.000000-3.000000-7,1.000000-3.000000-9</inkml:trace>
</inkml:ink>
</file>

<file path=ppt/ink/ink140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11"/>
    </inkml:context>
    <inkml:brush xml:id="br0">
      <inkml:brushProperty name="width" value="0.02533526904881" units="cm"/>
      <inkml:brushProperty name="height" value="0.02533526904881" units="cm"/>
      <inkml:brushProperty name="color" value="#000000"/>
      <inkml:brushProperty name="ignorePressure" value="0"/>
    </inkml:brush>
  </inkml:definitions>
  <inkml:trace contextRef="#ctx0" brushRef="#br0">40700.000000 21150.000000 578,'6.000000'-40.000000'88,"13.000000"23.000000"-11 ,12.000000 22.000000-12,13.000000 22.000000-11,2.000000 8.000000-11,-5.000000-2.000000-8,-7.000000-3.000000-10,-5.000000-3.000000-8,-3.000000-2.000000-7,4.000000 0.000000-4,3.000000 0.000000-5,3.000000 0.000000-3,1.000000-4.000000-4,1.000000-5.000000-1,-1.000000-7.000000-1,1.000000-5.000000-3,1.000000-6.000000-2,3.000000-3.000000-5,3.000000-3.000000-4,4.000000-2.000000-5,1.000000-6.000000 0,0.000000-6.000000 2,0.000000-6.000000 2,0.000000-6.000000 3,0.000000-2.000000 2,0.000000 3.000000 3,0.000000 3.000000 2,0.000000 4.000000 2,-2.000000 4.000000 3,-3.000000 6.000000 1,-3.000000 7.000000 3,-2.000000 6.000000 1,-1.000000 3.000000 4,3.000000 0.000000 4,3.000000 0.000000 4,4.000000 0.000000 5,2.000000 3.000000 2,4.000000 6.000000 2,3.000000 7.000000 1,3.000000 6.000000 0,3.000000 1.000000 1,3.000000-3.000000-2,3.000000-3.000000-2,4.000000-2.000000-1,-1.000000-3.000000-2,-3.000000 1.000000-3,-3.000000-1.000000-4,-2.000000 1.000000-2,-1.000000-3.000000-4,3.000000-2.000000-5,3.000000-3.000000-3,4.000000-3.000000-4,-1.000000-6.000000-2,-3.000000-5.000000-2,-3.000000-7.000000 0,-2.000000-5.000000-1,-6.000000-4.000000 0,-6.000000 0.000000 0,-6.000000 0.000000 0,-6.000000 0.000000 1,-4.000000 3.000000 1,1.000000 6.000000 5,-1.000000 7.000000 3,1.000000 6.000000 5,1.000000 3.000000 4,3.000000 0.000000 5,3.000000 0.000000 3,4.000000 0.000000 6,-1.000000 1.000000 0,-3.000000 4.000000 0,-3.000000 3.000000-2,-2.000000 3.000000-1,2.000000-1.000000-1,9.000000-2.000000-1,10.000000-3.000000-2,10.000000-3.000000 0,4.000000-2.000000-3,0.000000 0.000000-2,0.000000 0.000000-2,0.000000 0.000000-4,1.000000-4.000000-2,4.000000-5.000000-3,3.000000-7.000000-3,3.000000-5.000000-3,1.000000-4.000000 0,1.000000 0.000000 0,-1.000000 0.000000 1,1.000000 0.000000 0,-4.000000 1.000000 2,-6.000000 4.000000 3,-6.000000 3.000000 1,-6.000000 3.000000 2,-7.000000 4.000000 2,-6.000000 7.000000 2,-6.000000 6.000000 3,-6.000000 7.000000 1,-4.000000 4.000000 3,1.000000 3.000000 2,-1.000000 3.000000 1,1.000000 4.000000 3,-4.000000 1.000000 1,-6.000000 0.000000-1,-6.000000 0.000000 0,-6.000000 0.000000-1,1.000000-2.000000-1,9.000000-3.000000-2,10.000000-3.000000-1,10.000000-2.000000-1,7.000000-5.000000-2,6.000000-2.000000-2,7.000000-3.000000-1,6.000000-3.000000-2,6.000000-7.000000-1,6.000000-9.000000-2,7.000000-10.000000-1,6.000000-8.000000-2,3.000000-4.000000 0,0.000000 3.000000-1,0.000000 3.000000 0,0.000000 4.000000 0,-2.000000 2.000000 0,-3.000000 4.000000 0,-3.000000 3.000000 2,-2.000000 3.000000-1,-6.000000 3.000000-3,-6.000000 3.000000-7,-6.000000 3.000000-9,-6.000000 4.000000-7,-9.000000 1.000000-1,-8.000000 0.000000 4,-10.000000 0.000000 5,-9.000000 0.000000 4</inkml:trace>
</inkml:ink>
</file>

<file path=ppt/ink/ink140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19"/>
    </inkml:context>
    <inkml:brush xml:id="br0">
      <inkml:brushProperty name="width" value="0.0212093610316515" units="cm"/>
      <inkml:brushProperty name="height" value="0.0212093610316515" units="cm"/>
      <inkml:brushProperty name="color" value="#000000"/>
      <inkml:brushProperty name="ignorePressure" value="0"/>
    </inkml:brush>
  </inkml:definitions>
  <inkml:trace contextRef="#ctx0" brushRef="#br0">43372.000000 23046.000000 691,'15.000000'-16.000000'-51,"-4.000000"3.000000"17 ,-5.000000 1.000000 16,-4.000000 3.000000 16,-1.000000 0.000000 9,2.000000 1.000000 3,3.000000-1.000000 1,1.000000 1.000000 3,1.000000-1.000000 3,1.000000 1.000000 3,-1.000000 0.000000 3,1.000000-1.000000 2,-2.000000 6.000000 3,-2.000000 10.000000 1,-2.000000 11.000000 1,-2.000000 11.000000 0,-2.000000 7.000000-1,-2.000000 4.000000-5,-2.000000 4.000000-5,-2.000000 4.000000-5,-4.000000 6.000000-3,-4.000000 6.000000 1,-4.000000 7.000000-1,-4.000000 5.000000-1,-1.000000 3.000000 0,2.000000-2.000000-1,2.000000-3.000000-2,2.000000-1.000000-1,2.000000-6.000000-2,2.000000-8.000000-1,3.000000-9.000000-2,1.000000-8.000000-3,6.000000-16.000000-9,8.000000-23.000000-18,9.000000-23.000000-18,8.000000-23.000000-17,2.000000-8.000000-4,-4.000000 9.000000 9,-4.000000 8.000000 10,-5.000000 8.000000 8</inkml:trace>
</inkml:ink>
</file>

<file path=ppt/ink/ink140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6"/>
    </inkml:context>
    <inkml:brush xml:id="br0">
      <inkml:brushProperty name="width" value="0.0189523287117481" units="cm"/>
      <inkml:brushProperty name="height" value="0.0189523287117481" units="cm"/>
      <inkml:brushProperty name="color" value="#000000"/>
      <inkml:brushProperty name="ignorePressure" value="0"/>
    </inkml:brush>
  </inkml:definitions>
  <inkml:trace contextRef="#ctx0" brushRef="#br0">42962.000000 22850.000000 773,'-25.000000'-13.000000'-9,"7.000000"1.000000"9 ,8.000000 3.000000 9,6.000000 1.000000 8,4.000000 7.000000 6,0.000000 12.000000 0,0.000000 13.000000 2,0.000000 12.000000 0,-1.000000 7.000000-3,-1.000000-1.000000-8,-3.000000 0.000000-9,-1.000000 0.000000-8,-2.000000 2.000000-5,-1.000000 4.000000-2,-3.000000 3.000000-2,-1.000000 3.000000-2,1.000000 1.000000 0,3.000000-4.000000 2,3.000000-3.000000 1,5.000000-4.000000 2,1.000000-5.000000 2,0.000000-4.000000 1,0.000000-6.000000 2,0.000000-6.000000 1,1.000000-2.000000 2,5.000000-3.000000 2,3.000000-1.000000 2,3.000000-2.000000 2,2.000000-2.000000 1,0.000000-1.000000 0,0.000000-3.000000 0,0.000000-1.000000-1,0.000000-1.000000 1,0.000000 0.000000 2,0.000000 0.000000 2,1.000000 0.000000 3,-3.000000 1.000000 0,-3.000000 2.000000 3,-4.000000 1.000000 0,-3.000000 3.000000 2,-4.000000 0.000000-1,-3.000000 0.000000-3,-4.000000 0.000000-3,-3.000000 0.000000-3,-5.000000 0.000000-3,-5.000000 0.000000-6,-5.000000 0.000000-3,-6.000000 0.000000-5,-3.000000-1.000000-6,-2.000000-5.000000-6,-2.000000-2.000000-8,-1.000000-5.000000-6,2.000000-1.000000-4,8.000000-3.000000-2,6.000000-1.000000-2,7.000000-3.000000 0</inkml:trace>
</inkml:ink>
</file>

<file path=ppt/ink/ink140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7"/>
    </inkml:context>
    <inkml:brush xml:id="br0">
      <inkml:brushProperty name="width" value="0.0213961787521839" units="cm"/>
      <inkml:brushProperty name="height" value="0.0213961787521839" units="cm"/>
      <inkml:brushProperty name="color" value="#000000"/>
      <inkml:brushProperty name="ignorePressure" value="0"/>
    </inkml:brush>
  </inkml:definitions>
  <inkml:trace contextRef="#ctx0" brushRef="#br0">42764.000000 23075.000000 685,'43.000000'-14.000000'96,"-1.000000"0.000000"-21 ,0.000000 0.000000-22,0.000000 0.000000-21,-3.000000 2.000000-12,-7.000000 3.000000-4,-7.000000 4.000000-3,-8.000000 3.000000-4,-2.000000 1.000000-14,2.000000-2.000000-28,1.000000-1.000000-26,3.000000-2.000000-27</inkml:trace>
</inkml:ink>
</file>

<file path=ppt/ink/ink140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8"/>
    </inkml:context>
    <inkml:brush xml:id="br0">
      <inkml:brushProperty name="width" value="0.0185380559414625" units="cm"/>
      <inkml:brushProperty name="height" value="0.0185380559414625" units="cm"/>
      <inkml:brushProperty name="color" value="#000000"/>
      <inkml:brushProperty name="ignorePressure" value="0"/>
    </inkml:brush>
  </inkml:definitions>
  <inkml:trace contextRef="#ctx0" brushRef="#br0">45131.000000 23019.000000 791,'-25.000000'2.000000'19,"8.000000"3.000000"-3 ,6.000000 4.000000-3,7.000000 3.000000-2,4.000000 4.000000-1,0.000000 3.000000 3,0.000000 4.000000 1,0.000000 4.000000 3,0.000000 3.000000 0,0.000000 3.000000-2,0.000000 4.000000-2,0.000000 4.000000-2,2.000000 0.000000-2,4.000000-1.000000-2,2.000000-2.000000-2,5.000000-2.000000-2,2.000000-3.000000-1,5.000000-3.000000-1,3.000000-4.000000 0,3.000000-3.000000 0,1.000000-4.000000 1,-1.000000-6.000000-1,-2.000000-5.000000 1,-2.000000-5.000000 0,-1.000000-8.000000 0,0.000000-8.000000-1,0.000000-9.000000-1,0.000000-9.000000 0,-1.000000-6.000000-3,-4.000000-3.000000-2,-4.000000-4.000000-3,-3.000000-4.000000-1,-4.000000 1.000000-2,-3.000000 6.000000 0,-4.000000 5.000000 1,-3.000000 5.000000 0,-5.000000 5.000000 0,-5.000000 3.000000 0,-5.000000 3.000000 0,-6.000000 5.000000 1,-1.000000 2.000000-2,1.000000 5.000000-2,3.000000 2.000000-4,1.000000 4.000000-2,1.000000 3.000000-4,3.000000 2.000000-5,1.000000 1.000000-3,2.000000 3.000000-6</inkml:trace>
</inkml:ink>
</file>

<file path=ppt/ink/ink140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8"/>
    </inkml:context>
    <inkml:brush xml:id="br0">
      <inkml:brushProperty name="width" value="0.0198103487491608" units="cm"/>
      <inkml:brushProperty name="height" value="0.0198103487491608" units="cm"/>
      <inkml:brushProperty name="color" value="#000000"/>
      <inkml:brushProperty name="ignorePressure" value="0"/>
    </inkml:brush>
  </inkml:definitions>
  <inkml:trace contextRef="#ctx0" brushRef="#br0">45497.000000 23047.000000 740,'14.000000'13.000000'25,"0.000000"-5.000000"-5 ,0.000000-2.000000-3,0.000000-5.000000-4,1.000000-1.000000-5,2.000000 0.000000-4,2.000000 0.000000-5,1.000000 0.000000-4,1.000000 0.000000-3,0.000000 0.000000 1,0.000000 0.000000-1,0.000000 0.000000-1,0.000000 3.000000 4,-3.000000 5.000000 4,-1.000000 5.000000 5,-2.000000 6.000000 5,-2.000000 5.000000 4,-2.000000 8.000000 3,-1.000000 7.000000 2,-2.000000 7.000000 2,-3.000000 7.000000 2,-3.000000 10.000000 0,-4.000000 8.000000 0,-3.000000 9.000000 1,-3.000000 3.000000-3,-2.000000-4.000000-5,-1.000000-3.000000-6,-2.000000-4.000000-5,0.000000-5.000000-6,1.000000-7.000000-3,2.000000-7.000000-5,3.000000-8.000000-5,0.000000-10.000000-8,3.000000-17.000000-16,1.000000-15.000000-14,2.000000-16.000000-15</inkml:trace>
</inkml:ink>
</file>

<file path=ppt/ink/ink140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9"/>
    </inkml:context>
    <inkml:brush xml:id="br0">
      <inkml:brushProperty name="width" value="0.0187384262681007" units="cm"/>
      <inkml:brushProperty name="height" value="0.0187384262681007" units="cm"/>
      <inkml:brushProperty name="color" value="#000000"/>
      <inkml:brushProperty name="ignorePressure" value="0"/>
    </inkml:brush>
  </inkml:definitions>
  <inkml:trace contextRef="#ctx0" brushRef="#br0">45779.000000 23104.000000 782,'29.000000'0.000000'62,"2.000000"0.000000"-15 ,1.000000 0.000000-15,3.000000 0.000000-14,0.000000 0.000000-9,0.000000 0.000000-3,0.000000 0.000000-3,0.000000 0.000000-3,-1.000000 3.000000 0,-4.000000 8.000000 2,-4.000000 6.000000 2,-3.000000 8.000000 2,-8.000000 7.000000 0,-12.000000 6.000000 0,-13.000000 8.000000-2,-12.000000 7.000000 0,-8.000000 2.000000 0,-3.000000-1.000000-2,-4.000000-2.000000 0,-4.000000-2.000000-1,2.000000-6.000000-5,4.000000-10.000000-8,6.000000-11.000000-7,5.000000-11.000000-8,5.000000-5.000000-8,3.000000 0.000000-5,4.000000 0.000000-7,3.000000 0.000000-7</inkml:trace>
</inkml:ink>
</file>

<file path=ppt/ink/ink140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9"/>
    </inkml:context>
    <inkml:brush xml:id="br0">
      <inkml:brushProperty name="width" value="0.0213810931891203" units="cm"/>
      <inkml:brushProperty name="height" value="0.0213810931891203" units="cm"/>
      <inkml:brushProperty name="color" value="#000000"/>
      <inkml:brushProperty name="ignorePressure" value="0"/>
    </inkml:brush>
  </inkml:definitions>
  <inkml:trace contextRef="#ctx0" brushRef="#br0">46342.000000 23498.000000 685,'1.000000'26.000000'52,"2.000000"-6.000000"-5 ,1.000000-5.000000-5,2.000000-6.000000-3,4.000000-3.000000-5,5.000000-4.000000-5,5.000000-4.000000-5,6.000000-4.000000-6,2.000000-4.000000-4,0.000000-8.000000-4,0.000000-6.000000-5,0.000000-8.000000-4,0.000000-4.000000-5,-3.000000-2.000000-5,-1.000000-2.000000-4,-2.000000-1.000000-4,-3.000000-1.000000-3,-3.000000-1.000000 2,-3.000000 1.000000 2,-5.000000 0.000000 0,-3.000000 3.000000 3,-6.000000 8.000000 2,-5.000000 6.000000 3,-6.000000 7.000000 2,-4.000000 9.000000 4,-3.000000 8.000000 3,-4.000000 9.000000 4,-3.000000 8.000000 4,-2.000000 11.000000 2,-1.000000 10.000000 1,1.000000 10.000000 0,0.000000 11.000000 1,3.000000 5.000000 0,4.000000-2.000000-2,6.000000-2.000000-1,6.000000-2.000000-2,4.000000-3.000000-2,6.000000-2.000000-3,5.000000-5.000000-3,6.000000-3.000000-3,7.000000-7.000000-8,11.000000-11.000000-9,11.000000-10.000000-11,10.000000-10.000000-11,0.000000-7.000000-5,-11.000000-2.000000 0,-10.000000-1.000000-1,-11.000000-3.000000 0</inkml:trace>
</inkml:ink>
</file>

<file path=ppt/ink/ink14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29"/>
    </inkml:context>
    <inkml:brush xml:id="br0">
      <inkml:brushProperty name="width" value="0.0219787266105413" units="cm"/>
      <inkml:brushProperty name="height" value="0.0219787266105413" units="cm"/>
      <inkml:brushProperty name="color" value="#000000"/>
      <inkml:brushProperty name="ignorePressure" value="0"/>
    </inkml:brush>
  </inkml:definitions>
  <inkml:trace contextRef="#ctx0" brushRef="#br0">46962.000000 23244.000000 667,'13.000000'28.000000'118,"-1.000000"-3.000000"-31 ,-3.000000-1.000000-31,-1.000000-2.000000-31,-2.000000 1.000000-16,-1.000000 3.000000 1,-3.000000 4.000000-1,-1.000000 4.000000 1,-2.000000 1.000000-3,-5.000000 0.000000-5,-2.000000 0.000000-6,-5.000000 1.000000-4,1.000000-4.000000-3,3.000000-4.000000-3,4.000000-6.000000-1,3.000000-6.000000-3,3.000000-6.000000 0,2.000000-9.000000-2,1.000000-9.000000-1,2.000000-9.000000 0,5.000000-8.000000-2,6.000000-10.000000-2,8.000000-8.000000-1,7.000000-9.000000-1,5.000000-3.000000 0,3.000000 1.000000 3,4.000000 2.000000 4,4.000000 2.000000 3,-1.000000 4.000000 4,-3.000000 7.000000 5,-3.000000 8.000000 6,-4.000000 6.000000 6,-5.000000 8.000000 3,-4.000000 9.000000 2,-6.000000 9.000000 3,-6.000000 9.000000 1,-4.000000 8.000000 5,-6.000000 10.000000 10,-5.000000 8.000000 8,-6.000000 9.000000 9,-3.000000 6.000000 2,-1.000000 3.000000-7,-3.000000 4.000000-5,-1.000000 4.000000-8,1.000000-3.000000-9,3.000000-9.000000-12,4.000000-8.000000-14,3.000000-10.000000-13,5.000000-6.000000-10,4.000000-6.000000-6,7.000000-5.000000-8,4.000000-5.000000-6,2.000000-3.000000-1,-1.000000 0.000000 4,-2.000000 0.000000 6,-2.000000 0.000000 4</inkml:trace>
</inkml:ink>
</file>

<file path=ppt/ink/ink14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0"/>
    </inkml:context>
    <inkml:brush xml:id="br0">
      <inkml:brushProperty name="width" value="0.0214710254222155" units="cm"/>
      <inkml:brushProperty name="height" value="0.0214710254222155" units="cm"/>
      <inkml:brushProperty name="color" value="#000000"/>
      <inkml:brushProperty name="ignorePressure" value="0"/>
    </inkml:brush>
  </inkml:definitions>
  <inkml:trace contextRef="#ctx0" brushRef="#br0">47835.000000 23498.000000 683,'-34.000000'37.000000'29,"16.000000"-11.000000"8 ,15.000000-10.000000 7,16.000000-10.000000 7,10.000000-8.000000-3,3.000000-3.000000-11,4.000000-4.000000-13,4.000000-4.000000-12,0.000000-3.000000-8,-1.000000-6.000000-2,-3.000000-6.000000-3,0.000000-4.000000-3,-3.000000-3.000000-2,-2.000000-1.000000-1,-1.000000 1.000000-2,-2.000000 0.000000-1,-3.000000 1.000000-1,-3.000000 1.000000 1,-3.000000 2.000000 0,-5.000000 2.000000 1,-3.000000 3.000000 2,-6.000000 3.000000 3,-5.000000 3.000000 4,-6.000000 5.000000 3,-3.000000 3.000000 2,-5.000000 6.000000 1,-3.000000 5.000000 0,-3.000000 6.000000 2,-3.000000 6.000000 0,-2.000000 9.000000-1,-2.000000 9.000000 0,-1.000000 9.000000 1,2.000000 5.000000-1,8.000000 2.000000 2,6.000000 2.000000 1,8.000000 1.000000 1,3.000000 1.000000 0,3.000000-3.000000-4,1.000000-1.000000-4,2.000000-2.000000-2,8.000000-4.000000-7,11.000000-7.000000-6,13.000000-8.000000-9,12.000000-6.000000-7,14.000000-7.000000-7,16.000000-8.000000-8,16.000000-6.000000-6,16.000000-8.000000-7,-2.000000-3.000000 1,-19.000000 0.000000 9,-20.000000 0.000000 9,-19.000000 0.000000 10</inkml:trace>
</inkml:ink>
</file>

<file path=ppt/ink/ink14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0"/>
    </inkml:context>
    <inkml:brush xml:id="br0">
      <inkml:brushProperty name="width" value="0.0207264944911003" units="cm"/>
      <inkml:brushProperty name="height" value="0.0207264944911003" units="cm"/>
      <inkml:brushProperty name="color" value="#000000"/>
      <inkml:brushProperty name="ignorePressure" value="0"/>
    </inkml:brush>
  </inkml:definitions>
  <inkml:trace contextRef="#ctx0" brushRef="#br0">49047.000000 23273.000000 707,'-27.000000'0.000000'2,"4.000000"0.000000"5 ,4.000000 0.000000 5,3.000000 0.000000 4,2.000000-2.000000 5,0.000000-3.000000 4,0.000000-4.000000 4,0.000000-4.000000 5,0.000000-1.000000-3,0.000000-3.000000-7,0.000000-2.000000-7,0.000000-1.000000-8,-1.000000 1.000000-5,-2.000000 3.000000-2,-2.000000 4.000000-1,-1.000000 3.000000-2,-3.000000 5.000000 0,-3.000000 8.000000 1,-4.000000 6.000000 2,-4.000000 8.000000 2,0.000000 7.000000-1,1.000000 6.000000 1,3.000000 8.000000-1,1.000000 7.000000 0,4.000000 3.000000 1,7.000000 0.000000 1,8.000000 1.000000 2,6.000000-1.000000 1,8.000000-4.000000 1,6.000000-9.000000-4,8.000000-9.000000-2,7.000000-8.000000-3,6.000000-9.000000-3,8.000000-6.000000-7,7.000000-8.000000-6,7.000000-6.000000-5,2.000000-9.000000-6,-1.000000-8.000000-5,-2.000000-9.000000-6,-2.000000-9.000000-4,-5.000000 0.000000 0,-9.000000 9.000000 8,-9.000000 9.000000 7,-8.000000 8.000000 6,-6.000000 5.000000 4,-2.000000 0.000000-2,-1.000000 0.000000-2,-2.000000 0.000000-2</inkml:trace>
</inkml:ink>
</file>

<file path=ppt/ink/ink14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0"/>
    </inkml:context>
    <inkml:brush xml:id="br0">
      <inkml:brushProperty name="width" value="0.0261022672057152" units="cm"/>
      <inkml:brushProperty name="height" value="0.0261022672057152" units="cm"/>
      <inkml:brushProperty name="color" value="#000000"/>
      <inkml:brushProperty name="ignorePressure" value="0"/>
    </inkml:brush>
  </inkml:definitions>
  <inkml:trace contextRef="#ctx0" brushRef="#br0">49159.000000 22737.000000 561,'-25.000000'7.000000'41,"5.000000"11.000000"11 ,5.000000 13.000000 13,5.000000 12.000000 13,3.000000 10.000000-3,0.000000 7.000000-18,0.000000 7.000000-18,0.000000 7.000000-18,0.000000 7.000000-12,0.000000 7.000000-7,0.000000 7.000000-7,0.000000 7.000000-7,0.000000-7.000000-14,0.000000-21.000000-23,0.000000-21.000000-23,-1.000000-22.000000-22</inkml:trace>
</inkml:ink>
</file>

<file path=ppt/ink/ink14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2"/>
    </inkml:context>
    <inkml:brush xml:id="br0">
      <inkml:brushProperty name="width" value="0.0255990214645863" units="cm"/>
      <inkml:brushProperty name="height" value="0.0255990214645863" units="cm"/>
      <inkml:brushProperty name="color" value="#000000"/>
      <inkml:brushProperty name="ignorePressure" value="0"/>
    </inkml:brush>
  </inkml:definitions>
  <inkml:trace contextRef="#ctx0" brushRef="#br0">50568.000000 22653.000000 572,'-12.000000'-10.000000'34,"3.000000"9.000000"6 ,4.000000 9.000000 6,3.000000 9.000000 8,2.000000 7.000000-1,0.000000 5.000000-8,0.000000 5.000000-8,0.000000 6.000000-7,0.000000 6.000000-6,0.000000 10.000000-5,0.000000 8.000000-3,0.000000 9.000000-4,-1.000000 7.000000-3,-2.000000 6.000000-3,-1.000000 4.000000-4,-2.000000 6.000000-2,-2.000000-1.000000-2,-2.000000-10.000000-3,-1.000000-8.000000 0,-3.000000-10.000000-3,1.000000-9.000000 0,2.000000-14.000000 0,1.000000-11.000000 0,2.000000-13.000000 0,2.000000-10.000000-2,2.000000-9.000000-3,1.000000-9.000000-3,2.000000-9.000000-4,3.000000-7.000000-1,3.000000-8.000000-1,4.000000-7.000000 1,3.000000-7.000000-2,3.000000-4.000000 2,2.000000-2.000000 1,2.000000-2.000000 0,1.000000-1.000000 3,2.000000 2.000000 1,1.000000 7.000000 3,3.000000 8.000000 2,1.000000 6.000000 3,2.000000 5.000000 4,-1.000000 1.000000 4,0.000000 2.000000 5,0.000000 2.000000 3,1.000000 4.000000 3,2.000000 5.000000 0,1.000000 5.000000 0,3.000000 5.000000 1,-2.000000 6.000000 0,-3.000000 5.000000 3,-3.000000 5.000000 2,-5.000000 5.000000 3,-3.000000 6.000000 0,-6.000000 5.000000-1,-5.000000 6.000000 0,-5.000000 4.000000-1,-7.000000 4.000000-3,-6.000000 2.000000-2,-8.000000 2.000000-2,-7.000000 1.000000-3,-3.000000-1.000000-2,0.000000-6.000000 2,0.000000-5.000000-1,0.000000-5.000000 2,0.000000-5.000000-1,3.000000-6.000000-1,1.000000-5.000000 0,2.000000-5.000000 0</inkml:trace>
</inkml:ink>
</file>

<file path=ppt/ink/ink14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2"/>
    </inkml:context>
    <inkml:brush xml:id="br0">
      <inkml:brushProperty name="width" value="0.0271228663623333" units="cm"/>
      <inkml:brushProperty name="height" value="0.0271228663623333" units="cm"/>
      <inkml:brushProperty name="color" value="#000000"/>
      <inkml:brushProperty name="ignorePressure" value="0"/>
    </inkml:brush>
  </inkml:definitions>
  <inkml:trace contextRef="#ctx0" brushRef="#br0">51272.000000 23273.000000 540,'0.000000'43.000000'108,"0.000000"2.000000"-27 ,0.000000 1.000000-28,0.000000 3.000000-26,0.000000-2.000000-14,0.000000-3.000000-3,0.000000-3.000000-2,0.000000-4.000000-3,1.000000-5.000000-2,2.000000-4.000000-3,1.000000-6.000000-3,2.000000-6.000000-3,4.000000-4.000000-3,5.000000-6.000000-3,5.000000-5.000000-4,6.000000-6.000000-3,2.000000-8.000000-3,0.000000-12.000000-2,0.000000-13.000000-1,0.000000-12.000000-1,-1.000000-7.000000 1,-4.000000 1.000000 4,-4.000000 0.000000 4,-3.000000-1.000000 4,-2.000000 4.000000 2,0.000000 4.000000 3,0.000000 6.000000 2,0.000000 5.000000 2,-2.000000 13.000000 4,-6.000000 19.000000 7,-5.000000 19.000000 7,-6.000000 19.000000 6,-2.000000 13.000000 5,0.000000 5.000000 3,0.000000 6.000000 3,0.000000 5.000000 2,0.000000 3.000000 1,0.000000 2.000000-3,0.000000 2.000000-3,0.000000 1.000000-2,1.000000 1.000000-3,2.000000-2.000000-2,1.000000-2.000000-3,2.000000-2.000000-2,0.000000-2.000000-3,-1.000000-1.000000 0,-3.000000-2.000000-1,-1.000000-2.000000-1,-1.000000-4.000000-3,0.000000-7.000000-3,0.000000-7.000000-3,0.000000-8.000000-5,-4.000000-4.000000-5,-6.000000-4.000000-11,-8.000000-4.000000-8,-7.000000-3.000000-11,-1.000000-5.000000-9,3.000000-5.000000-10,3.000000-5.000000-10,5.000000-5.000000-11</inkml:trace>
</inkml:ink>
</file>

<file path=ppt/ink/ink14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3"/>
    </inkml:context>
    <inkml:brush xml:id="br0">
      <inkml:brushProperty name="width" value="0.0288969445973635" units="cm"/>
      <inkml:brushProperty name="height" value="0.0288969445973635" units="cm"/>
      <inkml:brushProperty name="color" value="#000000"/>
      <inkml:brushProperty name="ignorePressure" value="0"/>
    </inkml:brush>
  </inkml:definitions>
  <inkml:trace contextRef="#ctx0" brushRef="#br0">52963.000000 22878.000000 507,'-13.000000'14.000000'54,"4.000000"0.000000"-7 ,4.000000 1.000000-7,3.000000-1.000000-7,2.000000 3.000000-3,0.000000 8.000000 0,0.000000 7.000000 1,0.000000 6.000000 0,0.000000 9.000000-1,-3.000000 8.000000-2,-1.000000 10.000000-1,-3.000000 8.000000-2,0.000000 5.000000-2,0.000000 2.000000-4,0.000000 2.000000-3,0.000000 2.000000-3,0.000000-3.000000-4,0.000000-7.000000-4,0.000000-7.000000-3,0.000000-8.000000-6,1.000000-7.000000-6,1.000000-12.000000-11,3.000000-10.000000-11,1.000000-11.000000-11,2.000000-9.000000-10,1.000000-9.000000-8,3.000000-9.000000-8,1.000000-9.000000-8</inkml:trace>
</inkml:ink>
</file>

<file path=ppt/ink/ink14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3"/>
    </inkml:context>
    <inkml:brush xml:id="br0">
      <inkml:brushProperty name="width" value="0.0296234264969826" units="cm"/>
      <inkml:brushProperty name="height" value="0.0296234264969826" units="cm"/>
      <inkml:brushProperty name="color" value="#000000"/>
      <inkml:brushProperty name="ignorePressure" value="0"/>
    </inkml:brush>
  </inkml:definitions>
  <inkml:trace contextRef="#ctx0" brushRef="#br0">53385.000000 22850.000000 495,'-22.000000'0.000000'5,"12.000000"0.000000"12 ,13.000000 0.000000 12,12.000000 0.000000 11,10.000000 1.000000 2,6.000000 2.000000-7,8.000000 1.000000-6,7.000000 2.000000-8,2.000000 1.000000-5,-4.000000 0.000000-4,-4.000000 0.000000-4,-3.000000 0.000000-4,-2.000000 0.000000-3,0.000000-3.000000-2,1.000000-1.000000-3,-1.000000-3.000000-3,-2.000000 0.000000-1,-3.000000 0.000000 2,-3.000000 0.000000 0,-4.000000 0.000000 2,-5.000000 2.000000 0,-5.000000 3.000000 1,-5.000000 4.000000 0,-5.000000 4.000000 1,-4.000000 5.000000 5,-2.000000 9.000000 10,-1.000000 9.000000 11,-2.000000 9.000000 10,-3.000000 8.000000 4,-3.000000 7.000000-2,-4.000000 7.000000-2,-4.000000 7.000000-4,0.000000 3.000000-2,2.000000-3.000000-6,1.000000-1.000000-4,2.000000-1.000000-4,2.000000-5.000000-15,1.000000-8.000000-22,3.000000-6.000000-22,1.000000-7.000000-23</inkml:trace>
</inkml:ink>
</file>

<file path=ppt/ink/ink14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4"/>
    </inkml:context>
    <inkml:brush xml:id="br0">
      <inkml:brushProperty name="width" value="0.0244971010833979" units="cm"/>
      <inkml:brushProperty name="height" value="0.0244971010833979" units="cm"/>
      <inkml:brushProperty name="color" value="#000000"/>
      <inkml:brushProperty name="ignorePressure" value="0"/>
    </inkml:brush>
  </inkml:definitions>
  <inkml:trace contextRef="#ctx0" brushRef="#br0">54822.000000 23498.000000 598,'0.000000'-26.000000'16,"0.000000"3.000000"4 ,0.000000 3.000000 4,0.000000 5.000000 5,0.000000 0.000000 1,0.000000 1.000000-1,0.000000 0.000000-3,0.000000 0.000000-1,0.000000-1.000000-4,0.000000-2.000000-5,0.000000-1.000000-5,0.000000-2.000000-5,-4.000000-1.000000-3,-6.000000 3.000000-2,-8.000000 1.000000-1,-6.000000 2.000000-2,-7.000000 5.000000-1,-5.000000 6.000000 0,-6.000000 8.000000-1,-4.000000 6.000000 0,-4.000000 11.000000 0,1.000000 11.000000-1,0.000000 13.000000-1,-1.000000 12.000000 0,6.000000 6.000000 2,7.000000-2.000000 3,10.000000-3.000000 4,9.000000 0.000000 3,7.000000-5.000000 3,8.000000-8.000000 0,6.000000-6.000000 0,8.000000-7.000000 0,8.000000-8.000000-1,11.000000-10.000000-5,10.000000-7.000000-4,12.000000-10.000000-4,6.000000-9.000000-4,3.000000-11.000000-5,4.000000-11.000000-5,4.000000-10.000000-4,-1.000000-8.000000-2,-6.000000-8.000000-1,-4.000000-7.000000 1,-6.000000-7.000000-1,-7.000000-4.000000 0,-6.000000 1.000000 1,-7.000000-1.000000 1,-8.000000 1.000000 0,-4.000000 4.000000 3,-4.000000 9.000000 4,-4.000000 8.000000 3,-3.000000 9.000000 4,-3.000000 9.000000 5,-2.000000 6.000000 6,-1.000000 7.000000 6,-2.000000 8.000000 5,-2.000000 6.000000 4,-2.000000 8.000000 2,-1.000000 6.000000 2,-2.000000 8.000000 1,-3.000000 6.000000 1,-3.000000 8.000000 3,-4.000000 7.000000 1,-4.000000 6.000000 2,0.000000 7.000000 1,2.000000 6.000000-2,1.000000 4.000000-1,2.000000 6.000000-1,1.000000 3.000000 1,0.000000 2.000000 1,0.000000 2.000000 3,0.000000 1.000000 1,1.000000 1.000000-4,4.000000-2.000000-9,4.000000-2.000000-11,3.000000-2.000000-9,5.000000-6.000000-13,5.000000-10.000000-18,5.000000-11.000000-17,6.000000-11.000000-17</inkml:trace>
</inkml:ink>
</file>

<file path=ppt/ink/ink14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4"/>
    </inkml:context>
    <inkml:brush xml:id="br0">
      <inkml:brushProperty name="width" value="0.0245372392237186" units="cm"/>
      <inkml:brushProperty name="height" value="0.0245372392237186" units="cm"/>
      <inkml:brushProperty name="color" value="#000000"/>
      <inkml:brushProperty name="ignorePressure" value="0"/>
    </inkml:brush>
  </inkml:definitions>
  <inkml:trace contextRef="#ctx0" brushRef="#br0">55442.000000 23216.000000 597,'-1.000000'-26.000000'0,"-2.000000"3.000000"-2 ,-1.000000 4.000000 0,-2.000000 3.000000-2,-2.000000 3.000000 7,-2.000000 1.000000 15,-1.000000 2.000000 15,-3.000000 3.000000 14,-1.000000 6.000000 3,-1.000000 12.000000-8,-3.000000 13.000000-9,-1.000000 12.000000-8,-1.000000 9.000000-4,0.000000 5.000000-1,0.000000 6.000000-1,-1.000000 4.000000-1,3.000000 2.000000 0,3.000000-4.000000-2,4.000000-3.000000-2,3.000000-4.000000-1,5.000000-6.000000-3,5.000000-6.000000-3,5.000000-7.000000-4,5.000000-8.000000-3,5.000000-7.000000-3,3.000000-9.000000-4,4.000000-9.000000-5,4.000000-8.000000-3,1.000000-9.000000-3,0.000000-7.000000-2,0.000000-6.000000-4,0.000000-8.000000-2,0.000000-6.000000-2,-3.000000-5.000000-2,-1.000000-6.000000-1,-2.000000-4.000000-2,-3.000000 0.000000 2,-3.000000 7.000000 6,-3.000000 7.000000 6,-5.000000 7.000000 6,-2.000000 11.000000 7,-5.000000 14.000000 6,-2.000000 14.000000 5,-5.000000 14.000000 7,-2.000000 10.000000 4,-1.000000 5.000000 0,-3.000000 5.000000 2,-1.000000 6.000000 0,1.000000 1.000000-3,3.000000-1.000000-8,4.000000-2.000000-10,3.000000-2.000000-7,2.000000-3.000000-8,0.000000-3.000000-7,0.000000-3.000000-8,0.000000-4.000000-6,1.000000-5.000000 0,1.000000-5.000000 7,3.000000-5.000000 6,1.000000-5.000000 8,1.000000-3.000000 4,0.000000 0.000000 1,0.000000 0.000000 3,0.000000 0.000000 1</inkml:trace>
</inkml:ink>
</file>

<file path=ppt/ink/ink14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4"/>
    </inkml:context>
    <inkml:brush xml:id="br0">
      <inkml:brushProperty name="width" value="0.0253747943788767" units="cm"/>
      <inkml:brushProperty name="height" value="0.0253747943788767" units="cm"/>
      <inkml:brushProperty name="color" value="#000000"/>
      <inkml:brushProperty name="ignorePressure" value="0"/>
    </inkml:brush>
  </inkml:definitions>
  <inkml:trace contextRef="#ctx0" brushRef="#br0">55808.000000 23301.000000 578,'49.000000'-60.000000'27,"-14.000000"21.000000"7 ,-13.000000 22.000000 8,-15.000000 20.000000 6,-8.000000 16.000000 0,-2.000000 8.000000-5,-1.000000 9.000000-7,-2.000000 9.000000-6,-1.000000 3.000000-5,-1.000000-1.000000-3,1.000000-2.000000-5,0.000000-2.000000-3,0.000000-2.000000-4,0.000000-1.000000-1,0.000000-2.000000-3,0.000000-2.000000-1,3.000000-4.000000-3,5.000000-8.000000-3,5.000000-6.000000-2,5.000000-8.000000-2,5.000000-6.000000-3,4.000000-8.000000-1,2.000000-6.000000 0,5.000000-8.000000-2,2.000000-7.000000 0,2.000000-10.000000 1,1.000000-8.000000 0,3.000000-9.000000 1,-2.000000-4.000000-4,-3.000000 0.000000-6,-4.000000-1.000000-8,-3.000000 1.000000-7,-3.000000 4.000000-4,-4.000000 9.000000 2,-4.000000 9.000000-1,-3.000000 8.000000 2,-4.000000 15.000000 9,-3.000000 22.000000 20,-4.000000 21.000000 18,-3.000000 21.000000 19,-2.000000 11.000000 7,0.000000 2.000000-3,-1.000000 2.000000-4,1.000000 1.000000-5,0.000000 3.000000-3,0.000000 1.000000-2,0.000000 1.000000-3,0.000000 3.000000-3,0.000000-4.000000-1,0.000000-9.000000 0,0.000000-8.000000-1,0.000000-10.000000-1,-2.000000-2.000000 0,-3.000000 4.000000 1,-4.000000 3.000000-1,-3.000000 4.000000 0,-3.000000-4.000000-3,-2.000000-11.000000-10,-2.000000-10.000000-8,-1.000000-10.000000-8,-1.000000-9.000000-10,0.000000-5.000000-10,0.000000-5.000000-9,-1.000000-5.000000-10,3.000000-4.000000-4,3.000000-2.000000 3,4.000000-1.000000 3,3.000000-3.000000 3</inkml:trace>
</inkml:ink>
</file>

<file path=ppt/ink/ink14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5"/>
    </inkml:context>
    <inkml:brush xml:id="br0">
      <inkml:brushProperty name="width" value="0.0214676950126886" units="cm"/>
      <inkml:brushProperty name="height" value="0.0214676950126886" units="cm"/>
      <inkml:brushProperty name="color" value="#000000"/>
      <inkml:brushProperty name="ignorePressure" value="0"/>
    </inkml:brush>
  </inkml:definitions>
  <inkml:trace contextRef="#ctx0" brushRef="#br0">56597.000000 23216.000000 683,'-2.000000'-32.000000'95,"-3.000000"19.000000"-18 ,-4.000000 19.000000-16,-3.000000 19.000000-18,-2.000000 10.000000-16,3.000000 1.000000-14,1.000000-1.000000-13,2.000000 0.000000-16,2.000000 0.000000-7,2.000000 1.000000-4,1.000000-1.000000-2,2.000000 0.000000-3,2.000000-2.000000 1,2.000000-3.000000 2,1.000000-3.000000 3,2.000000-4.000000 3,3.000000-3.000000 5,3.000000-2.000000 6,4.000000-1.000000 5,4.000000-2.000000 7,0.000000-2.000000 4,-2.000000-1.000000 2,-1.000000-3.000000 3,-2.000000-1.000000 1,-2.000000-1.000000 3,-1.000000 0.000000 1,-3.000000 0.000000 1,-1.000000 0.000000 1,-2.000000 2.000000 1,-5.000000 4.000000-4,-2.000000 2.000000-1,-5.000000 5.000000-3,-1.000000-1.000000-2,0.000000-3.000000-5,0.000000-4.000000-4,0.000000-3.000000-3,-1.000000-2.000000-10,-1.000000 0.000000-15,-3.000000 0.000000-14,-1.000000 0.000000-16</inkml:trace>
</inkml:ink>
</file>

<file path=ppt/ink/ink14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7"/>
    </inkml:context>
    <inkml:brush xml:id="br0">
      <inkml:brushProperty name="width" value="0.0240890830755234" units="cm"/>
      <inkml:brushProperty name="height" value="0.0240890830755234" units="cm"/>
      <inkml:brushProperty name="color" value="#000000"/>
      <inkml:brushProperty name="ignorePressure" value="0"/>
    </inkml:brush>
  </inkml:definitions>
  <inkml:trace contextRef="#ctx0" brushRef="#br0">58738.000000 23667.000000 608,'1.000000'-40.000000'-33,"1.000000"3.000000"20 ,3.000000 3.000000 21,1.000000 4.000000 20,0.000000 2.000000 8,-2.000000 0.000000-7,-1.000000 0.000000-5,-2.000000 0.000000-6,-3.000000-1.000000-5,-3.000000 1.000000 0,-4.000000 0.000000-1,-3.000000 0.000000-2,-5.000000 3.000000-1,-5.000000 8.000000 0,-5.000000 6.000000 0,-6.000000 7.000000-1,-3.000000 7.000000-1,-2.000000 5.000000-3,-1.000000 5.000000-3,-3.000000 6.000000-3,0.000000 6.000000 0,0.000000 10.000000-1,0.000000 8.000000 0,-1.000000 9.000000 1,5.000000 4.000000 0,6.000000 0.000000 2,7.000000 1.000000 1,8.000000-1.000000 1,5.000000-3.000000 1,6.000000-7.000000 2,5.000000-8.000000-1,5.000000-6.000000 2,8.000000-6.000000-2,8.000000-6.000000-1,9.000000-5.000000-3,9.000000-5.000000-2,5.000000-7.000000-2,2.000000-6.000000-4,2.000000-8.000000-3,1.000000-7.000000-4,1.000000-5.000000-1,-3.000000-3.000000-2,-1.000000-4.000000-1,-2.000000-3.000000 0,-3.000000-3.000000 0,-6.000000 1.000000 2,-5.000000 0.000000 3,-5.000000 0.000000 3,-5.000000 0.000000 3,-3.000000 3.000000 3,-3.000000 1.000000 4,-5.000000 2.000000 3,-2.000000 5.000000 5,-5.000000 9.000000 7,-2.000000 9.000000 5,-5.000000 9.000000 7,-1.000000 7.000000 1,0.000000 8.000000-4,0.000000 7.000000-2,0.000000 6.000000-5,2.000000 3.000000-2,3.000000-4.000000-5,4.000000-4.000000-3,3.000000-3.000000-3,4.000000-2.000000-5,3.000000 0.000000-4,4.000000 0.000000-5,4.000000 0.000000-4,3.000000-3.000000-3,6.000000-7.000000 1,6.000000-8.000000-1,4.000000-6.000000 1,2.000000-7.000000 1,-4.000000-5.000000 1,-4.000000-5.000000 2,-3.000000-6.000000 3,-2.000000-5.000000 0,1.000000-5.000000 3,-1.000000-5.000000 2,0.000000-6.000000 1,-3.000000-2.000000 2,-8.000000 0.000000 1,-6.000000-1.000000 1,-8.000000 1.000000 1,-4.000000 3.000000 1,-5.000000 8.000000-1,-3.000000 6.000000 1,-3.000000 7.000000 0,-5.000000 7.000000 1,-5.000000 5.000000 1,-5.000000 5.000000 0,-5.000000 5.000000 1,-4.000000 9.000000 2,1.000000 13.000000 0,0.000000 11.000000 1,0.000000 14.000000 1,2.000000 5.000000 1,6.000000 0.000000 2,5.000000 0.000000 2,5.000000 1.000000 1,5.000000-3.000000 1,3.000000-3.000000 0,4.000000-3.000000-1,3.000000-4.000000 0,4.000000-5.000000-3,3.000000-4.000000-5,4.000000-6.000000-4,3.000000-6.000000-6,5.000000-5.000000-3,5.000000-8.000000-3,5.000000-6.000000-2,6.000000-8.000000-3,1.000000-6.000000-3,-1.000000-8.000000-3,-3.000000-7.000000-2,-1.000000-6.000000-4,-2.000000-4.000000 0,-4.000000 3.000000 1,-4.000000 1.000000 2,-3.000000 2.000000 0,-3.000000 2.000000 5,-1.000000 4.000000 7,-3.000000 4.000000 7,-1.000000 3.000000 7,-2.000000 6.000000 4,-1.000000 9.000000 3,-3.000000 9.000000 1,-1.000000 9.000000 3,-2.000000 8.000000 2,-5.000000 10.000000 2,-3.000000 8.000000 3,-3.000000 9.000000 3,-2.000000 6.000000 2,0.000000 3.000000 0,0.000000 5.000000 0,0.000000 2.000000 0,1.000000 3.000000 0,1.000000-1.000000-2,2.000000 0.000000-1,3.000000 1.000000-1,-1.000000 0.000000-2,-2.000000 2.000000-1,-2.000000 2.000000 0,-1.000000 1.000000-2,-1.000000-2.000000-2,0.000000-7.000000-3,0.000000-7.000000-3,0.000000-7.000000-3,-1.000000-8.000000-5,-2.000000-9.000000-9,-1.000000-9.000000-9,-3.000000-9.000000-7,2.000000-10.000000-8,3.000000-12.000000-5,4.000000-13.000000-7,3.000000-12.000000-4,3.000000-4.000000-3,2.000000 6.000000 2,1.000000 5.000000 1,2.000000 5.000000 2</inkml:trace>
</inkml:ink>
</file>

<file path=ppt/ink/ink14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7"/>
    </inkml:context>
    <inkml:brush xml:id="br0">
      <inkml:brushProperty name="width" value="0.0228316374123096" units="cm"/>
      <inkml:brushProperty name="height" value="0.0228316374123096" units="cm"/>
      <inkml:brushProperty name="color" value="#000000"/>
      <inkml:brushProperty name="ignorePressure" value="0"/>
    </inkml:brush>
  </inkml:definitions>
  <inkml:trace contextRef="#ctx0" brushRef="#br0">59696.000000 23385.000000 642,'-38.000000'66.000000'5,"9.000000"-8.000000"11 ,8.000000-10.000000 10,10.000000-8.000000 11,6.000000-4.000000 5,3.000000 2.000000-1,4.000000 1.000000-1,3.000000 3.000000-2,5.000000-5.000000-3,5.000000-8.000000-7,5.000000-8.000000-6,6.000000-10.000000-7,3.000000-5.000000-7,5.000000-1.000000-3,3.000000-3.000000-6,3.000000-1.000000-5,3.000000-6.000000-3,-1.000000-11.000000-3,0.000000-10.000000-2,0.000000-11.000000-2,-3.000000-6.000000-3,-7.000000-2.000000 0,-8.000000-2.000000-2,-6.000000-1.000000-2,-6.000000 0.000000 2,-3.000000 4.000000 2,-4.000000 4.000000 5,-3.000000 3.000000 3,-5.000000 3.000000 2,-8.000000 4.000000 2,-6.000000 4.000000 1,-8.000000 3.000000 3,-6.000000 6.000000-2,-5.000000 9.000000-4,-5.000000 9.000000-4,-6.000000 9.000000-4,2.000000 5.000000-1,9.000000 2.000000 1,9.000000 1.000000 1,8.000000 2.000000 2,5.000000 1.000000-1,0.000000-3.000000-5,0.000000-1.000000-4,0.000000-2.000000-3</inkml:trace>
</inkml:ink>
</file>

<file path=ppt/ink/ink14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8"/>
    </inkml:context>
    <inkml:brush xml:id="br0">
      <inkml:brushProperty name="width" value="0.026046035811305" units="cm"/>
      <inkml:brushProperty name="height" value="0.026046035811305" units="cm"/>
      <inkml:brushProperty name="color" value="#000000"/>
      <inkml:brushProperty name="ignorePressure" value="0"/>
    </inkml:brush>
  </inkml:definitions>
  <inkml:trace contextRef="#ctx0" brushRef="#br0">61301.000000 22681.000000 563,'0.000000'56.000000'115,"0.000000"-3.000000"-23 ,0.000000-1.000000-26,0.000000-2.000000-23,0.000000 6.000000-15,0.000000 12.000000-5,0.000000 12.000000-3,0.000000 12.000000-5,-2.000000 9.000000-3,-6.000000 6.000000-3,-5.000000 5.000000-3,-6.000000 5.000000-2,-1.000000-5.000000-2,1.000000-16.000000-1,3.000000-16.000000-1,1.000000-16.000000 0,3.000000-18.000000-6,3.000000-22.000000-10,3.000000-20.000000-10,5.000000-22.000000-10,4.000000-13.000000-3,8.000000-8.000000 1,6.000000-7.000000 3,8.000000-7.000000 2,2.000000-2.000000 2,-1.000000 1.000000 4,-2.000000 2.000000 2,-2.000000 2.000000 4,0.000000 3.000000 3,1.000000 6.000000 5,3.000000 5.000000 5,1.000000 5.000000 4,2.000000 6.000000 4,2.000000 4.000000 4,2.000000 6.000000 3,1.000000 6.000000 4,-1.000000 4.000000 2,-3.000000 6.000000 4,-3.000000 5.000000 3,-4.000000 6.000000 3,-4.000000 5.000000 1,-3.000000 8.000000-2,-4.000000 7.000000 0,-3.000000 6.000000-2,-5.000000 4.000000-1,-5.000000-3.000000-4,-5.000000-1.000000-4,-5.000000-2.000000-2,-5.000000 0.000000-6,-3.000000-1.000000-6,-4.000000 0.000000-6,-4.000000 0.000000-7,1.000000-3.000000-3,3.000000-7.000000 3,4.000000-8.000000 1,3.000000-6.000000 3</inkml:trace>
</inkml:ink>
</file>

<file path=ppt/ink/ink14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38"/>
    </inkml:context>
    <inkml:brush xml:id="br0">
      <inkml:brushProperty name="width" value="0.0263932049274445" units="cm"/>
      <inkml:brushProperty name="height" value="0.0263932049274445" units="cm"/>
      <inkml:brushProperty name="color" value="#000000"/>
      <inkml:brushProperty name="ignorePressure" value="0"/>
    </inkml:brush>
  </inkml:definitions>
  <inkml:trace contextRef="#ctx0" brushRef="#br0">61893.000000 23526.000000 555,'14.000000'-13.000000'20,"0.000000"2.000000"0 ,0.000000 1.000000-1,0.000000 2.000000-1,-1.000000 4.000000 1,-4.000000 4.000000 1,-4.000000 7.000000 2,-3.000000 4.000000 2,-2.000000 6.000000-1,3.000000 5.000000-1,2.000000 5.000000-2,1.000000 6.000000-2,0.000000 3.000000-2,-2.000000 2.000000-3,-1.000000 1.000000-2,-2.000000 3.000000-4,-1.000000-4.000000-2,0.000000-6.000000-4,0.000000-7.000000-3,0.000000-8.000000-3,2.000000-4.000000-4,6.000000-5.000000-4,6.000000-2.000000-6,4.000000-5.000000-5,4.000000-5.000000-2,2.000000-9.000000 1,1.000000-9.000000 1,3.000000-9.000000 0,0.000000-7.000000 0,0.000000-5.000000 2,0.000000-5.000000 0,0.000000-6.000000 0,-2.000000 1.000000 4,-6.000000 7.000000 6,-5.000000 8.000000 7,-5.000000 6.000000 6,-5.000000 12.000000 7,-3.000000 19.000000 6,-4.000000 17.000000 6,-3.000000 17.000000 7,-2.000000 11.000000 2,0.000000 4.000000 0,0.000000 3.000000-1,0.000000 3.000000-2,0.000000 3.000000 0,-1.000000-1.000000 1,1.000000 0.000000-1,0.000000 1.000000 1,0.000000-1.000000-1,0.000000 0.000000-4,0.000000 1.000000-2,0.000000-1.000000-3,-1.000000-1.000000-3,-1.000000-1.000000-4,-3.000000-2.000000-3,-1.000000-2.000000-4,-3.000000-3.000000 0,-3.000000-6.000000 0,-4.000000-5.000000 2,-4.000000-5.000000 0,-1.000000-6.000000 1,0.000000-8.000000-1,0.000000-6.000000 0,0.000000-7.000000-2,0.000000-5.000000-14,3.000000-2.000000-31,1.000000-1.000000-30,2.000000-3.000000-30</inkml:trace>
</inkml:ink>
</file>

<file path=ppt/ink/ink14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43"/>
    </inkml:context>
    <inkml:brush xml:id="br0">
      <inkml:brushProperty name="width" value="0.0222556162625551" units="cm"/>
      <inkml:brushProperty name="height" value="0.0222556162625551" units="cm"/>
      <inkml:brushProperty name="color" value="#F2395B"/>
      <inkml:brushProperty name="ignorePressure" value="0"/>
    </inkml:brush>
  </inkml:definitions>
  <inkml:trace contextRef="#ctx0" brushRef="#br0">63893.000000 22963.000000 659,'-1.000000'-25.000000'-57,"-1.000000"8.000000"14 ,-3.000000 6.000000 16,-1.000000 7.000000 13,-1.000000 5.000000 8,0.000000 2.000000 2,0.000000 1.000000 1,0.000000 3.000000 1,0.000000 0.000000 0,0.000000 0.000000 2,0.000000 0.000000-1,0.000000 0.000000 1,0.000000-1.000000-1,0.000000-2.000000 1,0.000000-1.000000 0,0.000000-2.000000 0,0.000000 0.000000 0,0.000000 1.000000 0,0.000000 3.000000 0,-1.000000 1.000000 0,1.000000 1.000000 1,0.000000 0.000000 3,0.000000 0.000000 4,0.000000 0.000000 1,0.000000-1.000000 2,0.000000-1.000000 0,0.000000-3.000000-2,0.000000-1.000000 0,0.000000 0.000000-1,0.000000 2.000000 0,0.000000 1.000000 0,0.000000 2.000000-1,1.000000-1.000000 4,1.000000-3.000000 6,3.000000-4.000000 5,1.000000-3.000000 6,-2.000000 2.000000 3,-5.000000 6.000000-1,-5.000000 8.000000 0,-5.000000 6.000000-2,-3.000000 6.000000-2,-1.000000 4.000000-4,1.000000 3.000000-4,0.000000 3.000000-4,2.000000 6.000000-3,3.000000 7.000000 0,4.000000 6.000000 0,3.000000 8.000000 0,2.000000 2.000000 0,0.000000-4.000000 0,0.000000-3.000000-1,0.000000-4.000000 1,2.000000-3.000000-1,6.000000-1.000000-2,5.000000-2.000000 0,6.000000-2.000000-2,4.000000-4.000000-1,3.000000-4.000000-2,4.000000-6.000000 0,3.000000-5.000000-2,3.000000-5.000000-2,2.000000-3.000000 0,2.000000-4.000000-2,1.000000-3.000000-1,0.000000-3.000000 0,-1.000000-2.000000 0,-2.000000-1.000000 1,-2.000000-2.000000 0,0.000000-1.000000 1,2.000000 0.000000 1,1.000000 0.000000-1,3.000000 0.000000 1,0.000000-4.000000-1,0.000000-6.000000 0,0.000000-8.000000-1,0.000000-6.000000-1,0.000000-5.000000 0,-3.000000-2.000000-2,-1.000000-2.000000-1,-2.000000-1.000000-1,-2.000000-2.000000 0,-1.000000-2.000000 0,-2.000000-2.000000 0,-2.000000-1.000000 2,-1.000000-2.000000-1,0.000000-2.000000 1,0.000000-2.000000 0,0.000000-1.000000 1,-1.000000-2.000000 0,-4.000000 1.000000 1,-4.000000 0.000000 0,-3.000000 0.000000 1,-4.000000 1.000000 1,-3.000000 4.000000 3,-4.000000 4.000000 3,-3.000000 3.000000 3,-4.000000 3.000000 2,-4.000000 4.000000 0,-2.000000 4.000000 1,-5.000000 3.000000 1,-3.000000 3.000000 0,-3.000000 5.000000-1,-4.000000 2.000000 0,-3.000000 5.000000-2,-4.000000 0.000000 0,0.000000 1.000000-3,-3.000000 0.000000-2,-1.000000 0.000000-2,-2.000000 1.000000-2,1.000000 2.000000-1,0.000000 1.000000-3,0.000000 2.000000-1,0.000000 3.000000-1,3.000000 3.000000 1,1.000000 4.000000 2,2.000000 3.000000 0,3.000000 3.000000-10,6.000000-1.000000-20,5.000000 0.000000-21,5.000000 0.000000-21</inkml:trace>
</inkml:ink>
</file>

<file path=ppt/ink/ink14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44"/>
    </inkml:context>
    <inkml:brush xml:id="br0">
      <inkml:brushProperty name="width" value="0.0219967775046825" units="cm"/>
      <inkml:brushProperty name="height" value="0.0219967775046825" units="cm"/>
      <inkml:brushProperty name="color" value="#F2395B"/>
      <inkml:brushProperty name="ignorePressure" value="0"/>
    </inkml:brush>
  </inkml:definitions>
  <inkml:trace contextRef="#ctx0" brushRef="#br0">65020.000000 23357.000000 666,'0.000000'-26.000000'2,"0.000000"3.000000"2 ,0.000000 4.000000 4,0.000000 3.000000 3,0.000000 9.000000 7,0.000000 17.000000 10,0.000000 16.000000 12,0.000000 15.000000 10,-2.000000 9.000000-1,-3.000000 2.000000-11,-4.000000 2.000000-12,-3.000000 1.000000-11,0.000000-1.000000-8,3.000000-5.000000 0,4.000000-6.000000-3,3.000000-6.000000-1,2.000000-3.000000-1,0.000000-4.000000-3,0.000000-4.000000-1,0.000000-3.000000-3,2.000000-4.000000 0,6.000000-6.000000-1,6.000000-5.000000 0,4.000000-6.000000 0,5.000000-6.000000-2,3.000000-9.000000-2,4.000000-9.000000-3,4.000000-9.000000-2,1.000000-6.000000-3,0.000000-3.000000-3,0.000000-4.000000-4,1.000000-4.000000-3,-3.000000-1.000000-1,-3.000000-1.000000 2,-4.000000 1.000000 3,-3.000000 0.000000 1,-3.000000 2.000000 3,-4.000000 6.000000 5,-4.000000 5.000000 5,-3.000000 5.000000 5,-5.000000 10.000000 7,-5.000000 14.000000 9,-5.000000 14.000000 10,-5.000000 14.000000 10,-3.000000 10.000000 4,-1.000000 5.000000-1,1.000000 5.000000-2,0.000000 6.000000-2,1.000000 0.000000-2,2.000000-3.000000-4,1.000000-3.000000-4,2.000000-4.000000-5,3.000000-3.000000-1,3.000000-1.000000 1,4.000000-2.000000 0,3.000000-2.000000 1,3.000000-3.000000-16,2.000000-3.000000-29,1.000000-4.000000-31,2.000000-3.000000-30</inkml:trace>
</inkml:ink>
</file>

<file path=ppt/ink/ink14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45"/>
    </inkml:context>
    <inkml:brush xml:id="br0">
      <inkml:brushProperty name="width" value="0.0195802208036184" units="cm"/>
      <inkml:brushProperty name="height" value="0.0195802208036184" units="cm"/>
      <inkml:brushProperty name="color" value="#F2395B"/>
      <inkml:brushProperty name="ignorePressure" value="0"/>
    </inkml:brush>
  </inkml:definitions>
  <inkml:trace contextRef="#ctx0" brushRef="#br0">65922.000000 23216.000000 749,'-27.000000'-1.000000'0,"4.000000"-1.000000"3 ,4.000000-3.000000 2,3.000000-1.000000 1,2.000000 0.000000 8,0.000000 2.000000 13,0.000000 1.000000 12,0.000000 2.000000 14,0.000000 4.000000-3,0.000000 5.000000-15,0.000000 5.000000-18,-1.000000 5.000000-15,2.000000 4.000000-9,2.000000 2.000000 1,1.000000 2.000000 0,2.000000 1.000000 2,2.000000 2.000000-2,2.000000 2.000000-2,1.000000 1.000000-3,2.000000 3.000000-3,3.000000-2.000000 0,3.000000-3.000000 1,4.000000-3.000000 0,3.000000-5.000000 2,5.000000-1.000000 1,5.000000-3.000000 1,5.000000-1.000000 2,6.000000-2.000000 1,1.000000-2.000000 2,-1.000000-1.000000 1,-2.000000-3.000000 0,-2.000000-1.000000 2,-2.000000-1.000000 1,-1.000000 0.000000 2,-3.000000 0.000000 1,-1.000000 0.000000 2,-3.000000 1.000000 2,-6.000000 2.000000 3,-5.000000 1.000000 3,-5.000000 3.000000 3,-8.000000 0.000000 1,-8.000000 0.000000-1,-9.000000 0.000000-2,-9.000000 0.000000 0,-3.000000-1.000000-6,1.000000-1.000000-11,2.000000-3.000000-9,2.000000-1.000000-10,3.000000-2.000000-9,3.000000-1.000000-10,4.000000-3.000000-8,3.000000-1.000000-9</inkml:trace>
</inkml:ink>
</file>

<file path=ppt/ink/ink14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45"/>
    </inkml:context>
    <inkml:brush xml:id="br0">
      <inkml:brushProperty name="width" value="0.0248063988983631" units="cm"/>
      <inkml:brushProperty name="height" value="0.0248063988983631" units="cm"/>
      <inkml:brushProperty name="color" value="#F2395B"/>
      <inkml:brushProperty name="ignorePressure" value="0"/>
    </inkml:brush>
  </inkml:definitions>
  <inkml:trace contextRef="#ctx0" brushRef="#br0">66288.000000 23526.000000 591,'14.000000'13.000000'47,"0.000000"-1.000000"-11 ,0.000000-2.000000-12,0.000000-3.000000-12,0.000000-2.000000-6,0.000000-6.000000-4,1.000000-5.000000-3,-1.000000-6.000000-2,1.000000-3.000000-2,1.000000-5.000000-1,3.000000-3.000000 0,1.000000-3.000000-2,-1.000000-3.000000 1,-3.000000-2.000000 2,-3.000000-2.000000 1,-5.000000-1.000000 3,-1.000000 1.000000 0,0.000000 3.000000 2,0.000000 3.000000 0,1.000000 4.000000 1,-5.000000 4.000000 2,-6.000000 3.000000 3,-8.000000 4.000000 2,-7.000000 3.000000 2,-4.000000 6.000000 4,-1.000000 6.000000 1,-3.000000 8.000000 3,-1.000000 6.000000 2,-1.000000 7.000000 1,3.000000 5.000000 1,1.000000 5.000000-1,2.000000 6.000000 1,3.000000 4.000000 1,3.000000 4.000000-2,4.000000 3.000000 1,3.000000 3.000000-1,4.000000 0.000000-2,6.000000-6.000000-7,5.000000-5.000000-6,6.000000-5.000000-6,5.000000-5.000000-7,8.000000-6.000000-11,7.000000-5.000000-11,7.000000-5.000000-9,4.000000-6.000000-8,2.000000-4.000000-4,1.000000-7.000000-4,3.000000-4.000000-5,-4.000000-3.000000 2,-9.000000 0.000000 8,-9.000000 0.000000 9,-9.000000 0.000000 7</inkml:trace>
</inkml:ink>
</file>

<file path=ppt/ink/ink14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45"/>
    </inkml:context>
    <inkml:brush xml:id="br0">
      <inkml:brushProperty name="width" value="0.0242974534630775" units="cm"/>
      <inkml:brushProperty name="height" value="0.0242974534630775" units="cm"/>
      <inkml:brushProperty name="color" value="#F2395B"/>
      <inkml:brushProperty name="ignorePressure" value="0"/>
    </inkml:brush>
  </inkml:definitions>
  <inkml:trace contextRef="#ctx0" brushRef="#br0">66879.000000 23216.000000 603,'28.000000'15.000000'115,"-3.000000"2.000000"-28 ,-1.000000 1.000000-29,-2.000000 3.000000-27,-2.000000 1.000000-15,-1.000000 2.000000-2,-2.000000 1.000000-1,-2.000000 2.000000-1,-3.000000 5.000000-1,-3.000000 7.000000-3,-4.000000 7.000000-1,-3.000000 6.000000-2,-4.000000 3.000000-1,-3.000000-4.000000-2,-4.000000-3.000000-2,-3.000000-4.000000-1,-3.000000-4.000000 0,1.000000-3.000000 1,0.000000-3.000000 2,0.000000-5.000000 1,7.000000-13.000000 0,14.000000-25.000000 0,14.000000-24.000000-1,15.000000-25.000000 1,9.000000-13.000000-6,8.000000-2.000000-9,7.000000-2.000000-8,7.000000-2.000000-9,1.000000 2.000000-3,-6.000000 6.000000 5,-5.000000 4.000000 5,-5.000000 6.000000 4,-6.000000 8.000000-4,-7.000000 7.000000-14,-7.000000 10.000000-13,-8.000000 9.000000-14</inkml:trace>
</inkml:ink>
</file>

<file path=ppt/ink/ink14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5:58"/>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81825.000000 16399.000000 333,'115.000000'46.000000'167,"36.000000"34.000000"-1 ,36.000000 33.000000 1,37.000000 35.000000 0</inkml:trace>
</inkml:ink>
</file>

<file path=ppt/ink/ink14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02"/>
    </inkml:context>
    <inkml:brush xml:id="br0">
      <inkml:brushProperty name="width" value="0.0233443602919579" units="cm"/>
      <inkml:brushProperty name="height" value="0.0233443602919579" units="cm"/>
      <inkml:brushProperty name="color" value="#000000"/>
      <inkml:brushProperty name="ignorePressure" value="0"/>
    </inkml:brush>
  </inkml:definitions>
  <inkml:trace contextRef="#ctx0" brushRef="#br0">87839.000000 20568.000000 628,'-12.000000'-23.000000'11,"3.000000"11.000000"11 ,4.000000 10.000000 12,3.000000 11.000000 12,3.000000 7.000000 2,2.000000 3.000000-9,1.000000 4.000000-8,2.000000 4.000000-8,0.000000 2.000000-5,-1.000000 1.000000-5,-3.000000 3.000000-4,-1.000000 1.000000-4,-1.000000 2.000000-2,0.000000 2.000000 0,0.000000 2.000000 0,0.000000 1.000000 0,0.000000 2.000000 0,0.000000 2.000000-1,0.000000 2.000000 1,0.000000 1.000000-1,0.000000 2.000000 0,0.000000-1.000000 1,0.000000 0.000000-1,0.000000 1.000000 2,0.000000-1.000000-1,0.000000 0.000000 0,0.000000 0.000000 1,0.000000 1.000000 0,0.000000-2.000000 0,0.000000-1.000000-2,0.000000-2.000000 0,0.000000-2.000000-2,0.000000-2.000000 1,0.000000-1.000000-1,0.000000-2.000000 1,0.000000-2.000000 0,0.000000-3.000000 0,0.000000-3.000000 0,0.000000-3.000000 1,0.000000-5.000000-1,0.000000-1.000000 1,0.000000-3.000000 0,0.000000-1.000000 0,0.000000-2.000000 0,2.000000-6.000000-1,3.000000-11.000000-1,4.000000-10.000000-1,4.000000-11.000000-1,0.000000-6.000000-2,-2.000000-2.000000-2,-1.000000-2.000000-3,-2.000000-1.000000-1,0.000000-2.000000-3,1.000000-2.000000-1,3.000000-2.000000 0,1.000000-1.000000-2,1.000000 1.000000 1,0.000000 3.000000 0,0.000000 3.000000 2,0.000000 4.000000 2,0.000000 2.000000 0,-3.000000 0.000000 1,-1.000000 0.000000 1,-2.000000-1.000000 1,-1.000000 4.000000 2,0.000000 5.000000 3,0.000000 5.000000 3,0.000000 5.000000 4</inkml:trace>
</inkml:ink>
</file>

<file path=ppt/ink/ink14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03"/>
    </inkml:context>
    <inkml:brush xml:id="br0">
      <inkml:brushProperty name="width" value="0.0223690047860146" units="cm"/>
      <inkml:brushProperty name="height" value="0.0223690047860146" units="cm"/>
      <inkml:brushProperty name="color" value="#000000"/>
      <inkml:brushProperty name="ignorePressure" value="0"/>
    </inkml:brush>
  </inkml:definitions>
  <inkml:trace contextRef="#ctx0" brushRef="#br0">87811.000000 20625.000000 655,'-21.000000'0.000000'78,"14.000000"0.000000"-15 ,14.000000 0.000000-13,14.000000 0.000000-15,7.000000 0.000000-10,-3.000000 0.000000-5,-1.000000 0.000000-6,-2.000000 0.000000-5,-1.000000 0.000000-4,0.000000 0.000000 0,0.000000 0.000000 0,0.000000 0.000000-1,1.000000-1.000000-1,2.000000-2.000000 0,2.000000-1.000000 0,1.000000-3.000000-1,1.000000 1.000000 0,0.000000 2.000000 0,0.000000 1.000000-1,1.000000 2.000000 0,-1.000000 1.000000 0,0.000000 0.000000 0,0.000000 0.000000 1,0.000000 0.000000-1,0.000000 0.000000 1,1.000000 0.000000 0,-1.000000 0.000000 0,0.000000 0.000000 0,-1.000000 0.000000-1,-1.000000 0.000000-1,-2.000000 0.000000 0,-2.000000 0.000000-1,-1.000000 0.000000-1,0.000000 0.000000 2,0.000000 0.000000-1,0.000000 0.000000 1,0.000000 0.000000 0,0.000000 0.000000-1,0.000000 0.000000-1,1.000000 0.000000-1,-2.000000 0.000000 1,-2.000000 0.000000 0,-1.000000 0.000000 2,-2.000000 0.000000 1,-1.000000 0.000000 0,0.000000 0.000000-1,0.000000 0.000000-1,0.000000 0.000000-2,0.000000 0.000000 0,1.000000 0.000000-2,-1.000000 0.000000 0,0.000000 0.000000-1,0.000000 1.000000 1,0.000000 2.000000 0,0.000000 1.000000 2,0.000000 2.000000 2,0.000000 1.000000 0,0.000000 1.000000 0,0.000000-1.000000 0,0.000000 0.000000 0,1.000000-1.000000 0,-1.000000-2.000000 0,0.000000-1.000000 0,0.000000-2.000000 1,0.000000-1.000000-1,0.000000 0.000000 1,0.000000 0.000000-1,0.000000 0.000000 1,0.000000 0.000000-1,0.000000 0.000000 0,0.000000 0.000000 1,0.000000 0.000000-1,1.000000 0.000000 0,-1.000000 0.000000 1,0.000000 0.000000 0,0.000000 0.000000 0,0.000000 0.000000 1,0.000000 0.000000-1,0.000000 0.000000 1,0.000000 0.000000 0,0.000000 0.000000-1,0.000000 0.000000-1,0.000000 0.000000-2,0.000000 0.000000 0,1.000000 1.000000-1,-1.000000 5.000000 1,0.000000 3.000000 0,0.000000 3.000000 0,0.000000 2.000000 1,0.000000 0.000000-1,0.000000 0.000000 1,0.000000 0.000000 0,-1.000000-1.000000 0,-1.000000-1.000000 0,-3.000000-2.000000 1,-1.000000-3.000000 0,-1.000000 1.000000 0,1.000000 2.000000-1,-1.000000 2.000000 1,0.000000 1.000000-1,0.000000 0.000000 0,0.000000-2.000000 1,0.000000-1.000000-1,0.000000-2.000000 1,0.000000 0.000000-1,0.000000 2.000000 0,0.000000 1.000000-1,0.000000 2.000000-1,-1.000000 1.000000 0,-1.000000 0.000000 1,-3.000000 0.000000 1,-1.000000 1.000000 0,0.000000-2.000000 2,2.000000-2.000000-2,1.000000-1.000000 1,2.000000-2.000000-1,0.000000 0.000000 0,-1.000000 1.000000 0,-3.000000 3.000000-1,-1.000000 1.000000-1,-2.000000 1.000000 0,-1.000000 0.000000 1,-3.000000 0.000000-1,-1.000000 0.000000 0,-1.000000 1.000000 1,0.000000-1.000000 1,0.000000 0.000000 1,0.000000 0.000000 1,0.000000 0.000000 1,0.000000 0.000000-1,0.000000 0.000000 0,0.000000 0.000000 0,-1.000000-1.000000 0,-2.000000-1.000000 0,-1.000000-3.000000 0,-2.000000-1.000000 0,-1.000000-1.000000 0,3.000000 0.000000-1,1.000000 1.000000 1,2.000000-1.000000 0,1.000000 0.000000 0,0.000000 0.000000 0,0.000000 0.000000 0,0.000000 0.000000 0,-1.000000 0.000000 0,-2.000000 0.000000-1,-1.000000 0.000000 1,-2.000000 0.000000-1,-1.000000 0.000000 1,0.000000 0.000000 0,0.000000 0.000000 0,-1.000000 0.000000 1,1.000000 0.000000 1,0.000000 0.000000 0,0.000000 0.000000 1,0.000000 0.000000 0,0.000000-1.000000 0,0.000000-1.000000 0,0.000000-3.000000-1,0.000000-1.000000 0,0.000000-1.000000-1,0.000000 0.000000 1,0.000000 0.000000 0,-1.000000 0.000000 1,1.000000 1.000000 0,0.000000 2.000000-1,0.000000 1.000000 0,0.000000 2.000000-1,0.000000 1.000000 1,0.000000-3.000000-1,0.000000-1.000000 1,0.000000-3.000000-1,0.000000 0.000000 0,0.000000 0.000000 1,-1.000000 0.000000 1,1.000000 0.000000 0,0.000000 1.000000 0,0.000000 2.000000 1,0.000000 1.000000 0,0.000000 3.000000 1,0.000000-1.000000-1,0.000000-2.000000-1,0.000000-1.000000 0,0.000000-2.000000-2,0.000000-1.000000 0,0.000000 0.000000 0,-1.000000 0.000000 0,1.000000 0.000000-1,0.000000 0.000000 1,0.000000 0.000000 0,0.000000 0.000000-1,0.000000 0.000000 2,0.000000 0.000000-1,0.000000 0.000000 0,0.000000 0.000000 0,0.000000 0.000000 1,0.000000-1.000000-1,0.000000-2.000000 0,-1.000000-1.000000-1,1.000000-2.000000-1,0.000000-1.000000 1,0.000000 3.000000 0,0.000000 1.000000 0,0.000000 2.000000 0,-1.000000 1.000000 1,-2.000000 0.000000-1,-1.000000 0.000000-1,-2.000000 0.000000 0,-1.000000 0.000000 0,3.000000-3.000000 1,1.000000-1.000000-1,2.000000-3.000000 1,1.000000 1.000000 0,0.000000 2.000000 0,0.000000 1.000000 1,0.000000 2.000000-1,-1.000000 1.000000 1,-2.000000 0.000000 0,-1.000000 0.000000 0,-3.000000 0.000000 0,0.000000 0.000000-1,0.000000 0.000000 1,0.000000 0.000000 0,0.000000 0.000000-1,1.000000 0.000000 1,1.000000 0.000000-1,2.000000 0.000000 0,2.000000 0.000000 0,1.000000 1.000000 1,0.000000 2.000000-1,0.000000 1.000000 2,0.000000 2.000000-1,0.000000 1.000000 1,0.000000-3.000000-1,0.000000-1.000000-1,0.000000-3.000000 0</inkml:trace>
</inkml:ink>
</file>

<file path=ppt/ink/ink14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07"/>
    </inkml:context>
    <inkml:brush xml:id="br0">
      <inkml:brushProperty name="width" value="0.0274252872914076" units="cm"/>
      <inkml:brushProperty name="height" value="0.0274252872914076" units="cm"/>
      <inkml:brushProperty name="color" value="#000000"/>
      <inkml:brushProperty name="ignorePressure" value="0"/>
    </inkml:brush>
  </inkml:definitions>
  <inkml:trace contextRef="#ctx0" brushRef="#br0">87670.000000 20653.000000 534,'13.000000'14.000000'46,"-5.000000"0.000000"-11 ,-2.000000 0.000000-11,-4.000000 0.000000-10,-2.000000 1.000000-7,3.000000 2.000000-2,1.000000 1.000000-2,3.000000 2.000000-3,-1.000000 3.000000-1,-2.000000 4.000000 0,-1.000000 3.000000-1,-2.000000 3.000000 0,-1.000000 1.000000 0,0.000000-1.000000 0,0.000000-2.000000 0,0.000000-2.000000-1,0.000000 0.000000 1,0.000000 2.000000 0,0.000000 1.000000-1,0.000000 3.000000 0,0.000000 0.000000 1,0.000000 0.000000 0,0.000000 0.000000 1,0.000000 1.000000 1,0.000000-2.000000 1,0.000000-2.000000 1,0.000000-1.000000 0,0.000000-2.000000 1,0.000000-1.000000 0,0.000000 1.000000 0,0.000000-1.000000 0,0.000000 0.000000 0,0.000000 0.000000 0,0.000000 0.000000-1,0.000000 1.000000 0,0.000000-1.000000-1,0.000000 0.000000-1,0.000000 0.000000 1,0.000000 0.000000-1,0.000000 0.000000 0,0.000000 0.000000 0,0.000000-3.000000 0,0.000000-1.000000 0,0.000000-2.000000 0,0.000000-1.000000 0,0.000000 0.000000 0,0.000000 0.000000-1,0.000000 0.000000 1,0.000000 1.000000 0,0.000000-1.000000 0,0.000000 0.000000 0,0.000000 0.000000 1,1.000000-2.000000 0,1.000000-3.000000 0,3.000000-3.000000-1,1.000000-5.000000 1,2.000000-1.000000-1,1.000000-3.000000 0,3.000000-1.000000-1,1.000000-3.000000 0,0.000000-2.000000 0,-1.000000-6.000000-1,-3.000000-5.000000 0,-1.000000-6.000000-1,-1.000000-1.000000 1,0.000000 1.000000 1,0.000000 3.000000 0,0.000000 1.000000 0,0.000000 1.000000 0,1.000000 0.000000-1,-1.000000-1.000000-3,0.000000 1.000000-1,0.000000 0.000000 0,0.000000 0.000000 0,0.000000 0.000000 2,0.000000 0.000000 0,0.000000-1.000000 1,0.000000-2.000000 1,0.000000-1.000000 0,0.000000-2.000000 1,0.000000-1.000000 0,0.000000 3.000000 1,0.000000 1.000000 0,0.000000 2.000000 0,0.000000 0.000000 0,0.000000-1.000000 0,0.000000-3.000000-1,0.000000-1.000000 1,-1.000000-1.000000-1,-1.000000 0.000000-2,-2.000000-1.000000-1,-3.000000 1.000000-2,1.000000 2.000000-1,2.000000 3.000000 2,1.000000 4.000000 1,2.000000 3.000000 1,1.000000 1.000000 1,-3.000000-2.000000 0,-1.000000-1.000000 2,-2.000000-2.000000 0,-1.000000-1.000000 0,3.000000-1.000000 1,2.000000 1.000000-1,1.000000 0.000000 0,1.000000 1.000000 2,0.000000 2.000000 4,0.000000 1.000000 4,0.000000 2.000000 4,0.000000 4.000000 2,0.000000 5.000000 1,0.000000 5.000000-1,0.000000 5.000000 0,1.000000 2.000000-1,2.000000-1.000000-4,1.000000-3.000000-2,2.000000-1.000000-4,0.000000 0.000000-1,-1.000000 2.000000-1,-2.000000 1.000000 0,-3.000000 3.000000-1,2.000000-2.000000 1,4.000000-3.000000 0,3.000000-4.000000-1,3.000000-3.000000 2,3.000000-1.000000-1,2.000000 1.000000 0,1.000000 3.000000-1,2.000000 1.000000 0,2.000000 0.000000 0,-1.000000-2.000000 1,0.000000-1.000000-1,0.000000-2.000000 0,0.000000-1.000000 0,1.000000 0.000000 1,-1.000000 0.000000 0,0.000000 0.000000 1,0.000000 0.000000-1,0.000000 0.000000 1,0.000000 0.000000 0,1.000000 0.000000 1,-2.000000-1.000000-1,-2.000000-2.000000-1,-1.000000-1.000000-1,-2.000000-2.000000-1,-1.000000 0.000000-1,0.000000 1.000000 2,1.000000 3.000000 0,-1.000000 1.000000 0,-1.000000 1.000000 1,-2.000000 0.000000-1,-1.000000 0.000000 1,-2.000000 0.000000-1,0.000000-1.000000 0,2.000000-2.000000 0,1.000000-1.000000 0,2.000000-2.000000 0,1.000000 0.000000-1,-3.000000 1.000000 1,-1.000000 3.000000-2,-2.000000 1.000000 1,0.000000 0.000000-1,2.000000-2.000000 1,1.000000-1.000000 0,2.000000-2.000000 0,1.000000-1.000000 0,1.000000 3.000000 1,-1.000000 1.000000 1,0.000000 2.000000-1,-1.000000 1.000000 1,-1.000000-3.000000-1,-3.000000-1.000000 0,-1.000000-3.000000-2,-1.000000 1.000000 1,0.000000 2.000000-1,1.000000 1.000000 0,-1.000000 2.000000 0,0.000000 1.000000-1,0.000000 0.000000 0,0.000000 0.000000 0,0.000000 0.000000 0,-2.000000-1.000000 1,-3.000000-5.000000 1,-4.000000-3.000000 3,-3.000000-3.000000 2,-2.000000-2.000000 0,0.000000 0.000000-3,0.000000 0.000000-3,0.000000 0.000000-2,0.000000-1.000000-3,0.000000-2.000000-2,0.000000-1.000000-1,0.000000-3.000000-3,0.000000 0.000000 0,0.000000 0.000000 1,0.000000 0.000000 2,0.000000 0.000000 0,0.000000 1.000000 3,0.000000 1.000000 1,0.000000 2.000000 1,0.000000 2.000000 2,0.000000 1.000000 2,0.000000 0.000000-1,0.000000 0.000000 1,0.000000 0.000000 0,0.000000 0.000000 0,0.000000 0.000000 0,0.000000 0.000000 1,0.000000 0.000000-1,0.000000 0.000000 0,0.000000 0.000000 0,0.000000-1.000000-2,0.000000 1.000000-1,1.000000 0.000000 0,2.000000 0.000000 0,1.000000 0.000000 0,2.000000 0.000000 0,0.000000 0.000000 1,-1.000000 0.000000 0,-3.000000 0.000000 1,-1.000000 0.000000 0,-1.000000 0.000000 1,0.000000 0.000000 0,0.000000-1.000000 0,0.000000 1.000000 0,0.000000 0.000000 0,0.000000 0.000000 2,0.000000 0.000000 2,0.000000 0.000000 2,-1.000000 2.000000 0,-5.000000 3.000000 1,-2.000000 4.000000 1,-5.000000 3.000000 0,-1.000000 1.000000 1,0.000000-2.000000-1,0.000000-1.000000 1,0.000000-2.000000-1,0.000000-1.000000-1,0.000000 0.000000-2,0.000000 0.000000-2,-1.000000 0.000000-1,1.000000 0.000000-1,0.000000 3.000000-1,0.000000 1.000000 0,0.000000 3.000000 0,-1.000000-1.000000 0,-2.000000-2.000000-1,-1.000000-1.000000 0,-2.000000-3.000000-1,-1.000000 1.000000 1,3.000000 2.000000 1,1.000000 1.000000 1,2.000000 2.000000 1,1.000000 1.000000 1,0.000000 0.000000-1,0.000000 0.000000 0,0.000000 0.000000 0,0.000000 0.000000 0,0.000000 0.000000 0,0.000000 0.000000-1,0.000000 0.000000-1,-1.000000 0.000000 1,1.000000 0.000000 0,0.000000 0.000000 1,0.000000 0.000000 1,0.000000-1.000000-1,0.000000-1.000000 1,0.000000-3.000000-1,0.000000-1.000000 0,-1.000000 0.000000 0,-2.000000 2.000000 0,-1.000000 1.000000 0,-3.000000 2.000000 0,1.000000 1.000000 0,2.000000 0.000000 1,1.000000 0.000000 0,2.000000 0.000000 0,1.000000 0.000000 0,0.000000 0.000000 0,0.000000 0.000000 0,0.000000 0.000000-1,0.000000-1.000000-1,0.000000-1.000000 1,-1.000000-3.000000 0,1.000000-1.000000 0,-1.000000 0.000000 0,-1.000000 2.000000-2,-3.000000 1.000000-1,-1.000000 2.000000-1,0.000000 1.000000 0,1.000000 0.000000 0,2.000000 0.000000 0,3.000000 0.000000 1,-1.000000 0.000000 1,-2.000000 0.000000-1,-2.000000 0.000000 1,-1.000000 0.000000 0,0.000000 0.000000-1,1.000000 0.000000 1,3.000000 0.000000 0,1.000000 0.000000-1,1.000000 0.000000 0,-1.000000 0.000000 1,1.000000 0.000000 0,0.000000 0.000000-1,-1.000000 0.000000 0,-1.000000 0.000000-2,-3.000000 0.000000-1,-1.000000 0.000000-3,0.000000 0.000000 0,1.000000 0.000000 1,2.000000 0.000000 2,2.000000 0.000000 0,0.000000 0.000000 2,-1.000000 0.000000 0,-3.000000 0.000000 1,-1.000000 0.000000-1,0.000000 1.000000 1,1.000000 2.000000-1,3.000000 1.000000-1,1.000000 2.000000 0,0.000000 0.000000 0,1.000000-1.000000 0,0.000000-3.000000-1,0.000000-1.000000 1,0.000000 0.000000 0,0.000000 2.000000 0,0.000000 1.000000 1,0.000000 2.000000 0,-1.000000 1.000000-1,-2.000000 0.000000-1,-1.000000 0.000000-1,-3.000000 0.000000-1,1.000000 0.000000 0,2.000000-3.000000-1,1.000000-1.000000 2,2.000000-2.000000-1,4.000000-1.000000 1,8.000000 3.000000-1,6.000000 1.000000 1,8.000000 3.000000 0,5.000000-1.000000 1,3.000000-2.000000 2,4.000000-1.000000 0,4.000000-2.000000 3,2.000000-1.000000 0,1.000000 0.000000-1,3.000000 0.000000 1,1.000000 0.000000 0,2.000000 0.000000-1,-1.000000 0.000000 0,0.000000 0.000000-1,0.000000 0.000000 0,3.000000 0.000000-1,5.000000 0.000000 1,6.000000 0.000000 0,4.000000 0.000000 0,3.000000-1.000000-1,-3.000000-2.000000 1,-1.000000-1.000000-1,-1.000000-2.000000 0,-2.000000-1.000000-1,0.000000 3.000000 1,0.000000 1.000000 1,1.000000 3.000000-1,-3.000000 0.000000 0,-3.000000 0.000000 0,-3.000000 0.000000-2,-4.000000 0.000000 1,-3.000000 0.000000-2,-1.000000 3.000000 1,-2.000000 1.000000 0,-2.000000 3.000000 0,-1.000000-1.000000 0,0.000000-2.000000 0,0.000000-1.000000 1,0.000000-2.000000 1,-1.000000-1.000000-1,-4.000000 0.000000 1,-4.000000 0.000000-1,-3.000000 0.000000 1,-1.000000 0.000000-1,1.000000 0.000000 0,3.000000 0.000000-1,1.000000 0.000000 0,0.000000 0.000000-1,-1.000000 0.000000 0,-2.000000 0.000000-1,-2.000000 0.000000 0,-1.000000 0.000000 2,0.000000 0.000000 1,0.000000 0.000000 2,0.000000 0.000000 2,-1.000000 1.000000 1,-1.000000 5.000000 0,-3.000000 3.000000-1,-1.000000 3.000000-1,-1.000000 3.000000-1,0.000000 2.000000-1,0.000000 1.000000-2,0.000000 2.000000-2,0.000000 1.000000 0,-3.000000 1.000000 0,-1.000000-1.000000 2,-2.000000 0.000000 0,-1.000000 0.000000 0,0.000000 0.000000 1,0.000000 0.000000 0,0.000000 0.000000 1,0.000000 0.000000-1,0.000000 1.000000 1,0.000000-1.000000 0,0.000000 0.000000 0,0.000000-1.000000 1,0.000000-1.000000 0,0.000000-3.000000 1,0.000000-1.000000 0,-1.000000 0.000000 0,-2.000000 2.000000 1,-1.000000 1.000000-2,-3.000000 3.000000 1,1.000000 0.000000-1,2.000000 0.000000 1,1.000000 0.000000-1,2.000000 0.000000 0,1.000000-1.000000 0,0.000000-1.000000 0,0.000000-2.000000 0,0.000000-2.000000-1,0.000000 0.000000 1,0.000000 1.000000-1,0.000000 3.000000 1,0.000000 1.000000 0,-1.000000 0.000000 0,-1.000000-1.000000 2,-3.000000-2.000000 0,-1.000000-3.000000 1,-2.000000 0.000000 1,-1.000000-3.000000 4,-3.000000-1.000000 2,-1.000000-2.000000 3,-1.000000-2.000000 1,0.000000-2.000000-3,0.000000-1.000000-1,0.000000-2.000000-3,0.000000-1.000000 0,-1.000000 0.000000-2,1.000000 0.000000 1,0.000000 0.000000-1,0.000000 0.000000 0,0.000000 0.000000 0,0.000000 0.000000 1,0.000000 0.000000 1,-1.000000 0.000000-1,-2.000000 0.000000-1,-1.000000 0.000000 0,-2.000000 0.000000-2,-2.000000 0.000000-1,1.000000 0.000000 0,0.000000 0.000000 0,0.000000 0.000000-2,-1.000000-1.000000 1,-2.000000-2.000000 0,-1.000000-1.000000 0,-3.000000-2.000000 0,1.000000 0.000000 0,2.000000 1.000000 1,1.000000 3.000000 0,2.000000 1.000000 0,0.000000 1.000000 0,-2.000000 0.000000 2,-1.000000 0.000000 0,-3.000000 0.000000 0,1.000000 0.000000 1,1.000000 0.000000-1,3.000000 0.000000-2,1.000000 0.000000-1,-1.000000 0.000000-1,-4.000000 0.000000-1,-3.000000 0.000000 0,-3.000000 0.000000 0,-2.000000 0.000000-2,0.000000 0.000000 1,-1.000000 0.000000 0,1.000000 0.000000 0,0.000000 0.000000-1,0.000000 0.000000 0,-1.000000 0.000000 0,1.000000 0.000000 0,0.000000-1.000000 0,0.000000-2.000000 0,0.000000-1.000000 1,-1.000000-2.000000 0,3.000000-1.000000 0,3.000000 3.000000 0,4.000000 1.000000 0,3.000000 2.000000 0</inkml:trace>
</inkml:ink>
</file>

<file path=ppt/ink/ink14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10"/>
    </inkml:context>
    <inkml:brush xml:id="br0">
      <inkml:brushProperty name="width" value="0.0302209369838238" units="cm"/>
      <inkml:brushProperty name="height" value="0.0302209369838238" units="cm"/>
      <inkml:brushProperty name="color" value="#000000"/>
      <inkml:brushProperty name="ignorePressure" value="0"/>
    </inkml:brush>
  </inkml:definitions>
  <inkml:trace contextRef="#ctx0" brushRef="#br0">90178.000000 20850.000000 485,'0.000000'28.000000'152,"0.000000"0.000000"-35 ,0.000000 0.000000-36,0.000000 1.000000-36,0.000000 1.000000-20,0.000000 6.000000-4,0.000000 6.000000-3,0.000000 5.000000-3,-2.000000 3.000000-4,-3.000000 2.000000-1,-4.000000 1.000000-1,-4.000000 3.000000-3,1.000000-2.000000-2,3.000000-6.000000-4,4.000000-5.000000-2,3.000000-5.000000-4,4.000000-10.000000-16,3.000000-14.000000-28,4.000000-14.000000-29,3.000000-14.000000-29</inkml:trace>
</inkml:ink>
</file>

<file path=ppt/ink/ink14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10"/>
    </inkml:context>
    <inkml:brush xml:id="br0">
      <inkml:brushProperty name="width" value="0.0285602752119303" units="cm"/>
      <inkml:brushProperty name="height" value="0.0285602752119303" units="cm"/>
      <inkml:brushProperty name="color" value="#000000"/>
      <inkml:brushProperty name="ignorePressure" value="0"/>
    </inkml:brush>
  </inkml:definitions>
  <inkml:trace contextRef="#ctx0" brushRef="#br0">90572.000000 20822.000000 513,'54.000000'13.000000'126,"-6.000000"-2.000000"-30 ,-5.000000-1.000000-30,-5.000000-2.000000-31,-4.000000 1.000000-15,-1.000000 3.000000-3,-2.000000 4.000000-2,-2.000000 3.000000-2,-4.000000 2.000000 0,-4.000000 1.000000-1,-6.000000-1.000000 0,-6.000000 0.000000 0,-4.000000 2.000000-1,-6.000000 3.000000 0,-5.000000 4.000000-2,-6.000000 4.000000-2,-4.000000 1.000000-1,-6.000000 0.000000-2,-6.000000 0.000000-3,-4.000000 0.000000-1,-4.000000 0.000000-3,1.000000-3.000000-1,0.000000-1.000000-4,0.000000-2.000000-1,2.000000-2.000000-1,6.000000-5.000000 2,5.000000-2.000000 2,5.000000-4.000000 1,7.000000-4.000000 1,6.000000-3.000000 1,8.000000-4.000000 0,6.000000-3.000000 0,8.000000-4.000000 0,6.000000-3.000000-4,8.000000-4.000000-2,7.000000-3.000000-3,3.000000-3.000000-5,0.000000-2.000000-5,1.000000-2.000000-6,-1.000000-1.000000-5,-2.000000 2.000000-4,-3.000000 5.000000 0,-3.000000 5.000000 0,-4.000000 5.000000-1,-4.000000 2.000000 1,-3.000000-2.000000-1,-4.000000-1.000000 0,-3.000000-2.000000 0</inkml:trace>
</inkml:ink>
</file>

<file path=ppt/ink/ink14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14"/>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33140.000000 27713.000000 999,'36.000000'0.000000'-46,"-5.000000"0.000000"5 ,-4.000000 0.000000 5,-5.000000 0.000000 4,-4.000000 2.000000 6,-2.000000 1.000000 6,-3.000000 3.000000 5,-2.000000 3.000000 7,-2.000000 1.000000 2,1.000000-1.000000 2,0.000000 1.000000 1,-1.000000 0.000000 2</inkml:trace>
</inkml:ink>
</file>

<file path=ppt/ink/ink14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16"/>
    </inkml:context>
    <inkml:brush xml:id="br0">
      <inkml:brushProperty name="width" value="0.0309577453881502" units="cm"/>
      <inkml:brushProperty name="height" value="0.0309577453881502" units="cm"/>
      <inkml:brushProperty name="color" value="#000000"/>
      <inkml:brushProperty name="ignorePressure" value="0"/>
    </inkml:brush>
  </inkml:definitions>
  <inkml:trace contextRef="#ctx0" brushRef="#br0">32985.000000 27752.000000 473,'17.000000'-18.000000'-33,"-5.000000"2.000000"13 ,-5.000000 3.000000 14,-5.000000 2.000000 14,0.000000 1.000000 7,1.000000 1.000000 0,3.000000-1.000000 1,3.000000 0.000000 0,0.000000 1.000000 0,1.000000-1.000000-2,0.000000 0.000000 0,-1.000000 1.000000-2,-1.000000-1.000000 1,-6.000000 0.000000 1,-4.000000 1.000000 1,-6.000000-1.000000 2,-2.000000 2.000000-1,-4.000000 1.000000-4,-1.000000 4.000000-4,-4.000000 2.000000-3,-2.000000 3.000000-3,-6.000000 5.000000 0,-4.000000 5.000000-2,-6.000000 5.000000 0,-1.000000 6.000000-1,-1.000000 8.000000 1,0.000000 6.000000 1,0.000000 8.000000 1,2.000000 3.000000 0,2.000000 1.000000 0,2.000000-1.000000 0,3.000000 0.000000 0,2.000000 2.000000 0,3.000000 2.000000 0,2.000000 2.000000 0,2.000000 3.000000 0,2.000000 1.000000 0,-1.000000 0.000000 2,1.000000 1.000000 2,0.000000-1.000000 1,2.000000 1.000000 1,5.000000 3.000000-1,4.000000 2.000000-1,6.000000 2.000000 0,1.000000 1.000000 0,-3.000000-3.000000-2,-2.000000-2.000000 0,-2.000000-3.000000-1,-1.000000 0.000000 1,3.000000 3.000000 0,2.000000 2.000000 1,3.000000 3.000000 2,0.000000-2.000000-1,-3.000000-5.000000 1,-2.000000-4.000000-1,-2.000000-5.000000 0,-1.000000-4.000000-1,3.000000-2.000000 0,3.000000-3.000000-1,2.000000-2.000000-1,1.000000-1.000000 0,0.000000 0.000000 0,0.000000-1.000000 0,0.000000 1.000000 0,0.000000 0.000000 0,0.000000-1.000000 0,0.000000 1.000000 0,0.000000 0.000000 0,0.000000 0.000000-1,0.000000-1.000000 1,0.000000 1.000000-1,0.000000 0.000000 0,0.000000-1.000000-1,0.000000 1.000000 1,0.000000 0.000000-1,0.000000 0.000000 0,1.000000-2.000000 1,2.000000-2.000000 0,3.000000-2.000000 0,3.000000-3.000000 1,-1.000000-1.000000 0,-2.000000 0.000000 0,-2.000000 0.000000 1,-3.000000 0.000000-1,0.000000 1.000000 1,3.000000 3.000000-1,2.000000 2.000000 0,3.000000 3.000000 1,0.000000-1.000000-1,1.000000-2.000000-1,0.000000-2.000000 1,-1.000000-3.000000-1,1.000000-1.000000 0,0.000000 0.000000 0,-1.000000 0.000000 1,1.000000 0.000000 0,0.000000-1.000000 1,-1.000000-2.000000-2,1.000000-3.000000 0,0.000000-3.000000 0,1.000000 1.000000-1,2.000000 2.000000 0,3.000000 2.000000 0,2.000000 3.000000-1,1.000000 1.000000 1,0.000000 0.000000 1,1.000000 0.000000 0,-1.000000 0.000000 1,1.000000-2.000000 1,-1.000000-6.000000-1,0.000000-4.000000 1,1.000000-5.000000-1,-1.000000-1.000000 0,0.000000 3.000000 1,1.000000 1.000000 0,-1.000000 4.000000 0,0.000000-1.000000 1,1.000000-3.000000 0,-1.000000-1.000000-1,0.000000-3.000000 0,3.000000-2.000000 0,5.000000 1.000000 1,4.000000 0.000000 1,6.000000-1.000000 1,0.000000 0.000000 0,-2.000000-3.000000-1,-2.000000-3.000000-2,-3.000000-1.000000-1,0.000000-2.000000-1,3.000000 0.000000 0,2.000000 0.000000 0,3.000000 0.000000-2,2.000000 0.000000 1,2.000000 0.000000 0,3.000000 0.000000-1,2.000000 0.000000 0,2.000000 0.000000-1,3.000000 0.000000-5,3.000000 0.000000-4,2.000000 0.000000-3,1.000000 0.000000-7,0.000000 0.000000-6,0.000000 0.000000-9,0.000000 0.000000-6,-5.000000 0.000000-2,-9.000000 0.000000 6,-10.000000 0.000000 5,-10.000000 0.000000 6,-5.000000-2.000000-2,1.000000-1.000000-10,-1.000000-3.000000-9,0.000000-3.000000-9</inkml:trace>
</inkml:ink>
</file>

<file path=ppt/ink/ink14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1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32946.000000 27636.000000,'1447.000000'-10.000000,"0.000000"1.000000,0.000000-1.000000,0.000000 0.000000,0.000000 1.000000,0.000000-1.000000,0.000000 0.000000,0.000000 1.000000,0.000000-1.000000,0.000000 0.000000,0.000000 1.000000,0.000000-1.000000,0.000000 0.000000,0.000000 1.000000,0.000000-1.000000,-1.000000 0.000000,1.000000 1.000000,0.000000-1.000000,0.000000 0.000000,0.000000 0.000000,0.000000 1.000000,0.000000-1.000000,0.000000 0.000000,0.000000 1.000000,0.000000-1.000000,0.000000 0.000000,0.000000 1.000000,0.000000-1.000000,0.000000 0.000000,0.000000 1.000000,0.000000-1.000000,0.000000 0.000000,0.000000 1.000000,0.000000-1.000000,0.000000 0.000000,0.000000 1.000000,0.000000-1.000000,0.000000 0.000000,0.000000 1.000000,0.000000-1.000000</inkml:trace>
</inkml:ink>
</file>

<file path=ppt/ink/ink144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21"/>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34185.000000 31430.000000,'1366.000000'-15.000000,"1.000000"-1.000000,0.000000 1.000000,-1.000000-1.000000,1.000000 1.000000,0.000000-1.000000,-1.000000 1.000000,1.000000-1.000000,0.000000 1.000000,-1.000000-1.000000,1.000000 1.000000,-1.000000-1.000000,1.000000 1.000000,0.000000-1.000000,-1.000000 1.000000,1.000000-1.000000,0.000000 1.000000,-1.000000-1.000000,1.000000 1.000000,0.000000-1.000000,-1.000000 1.000000,1.000000-1.000000,-1.000000 1.000000,1.000000-1.000000,0.000000 1.000000,-1.000000-1.000000,1.000000 1.000000,0.000000 0.000000,-1.000000-1.000000,1.000000 1.000000,0.000000-1.000000,-1.000000 1.000000,1.000000-1.000000,0.000000 1.000000,-1.000000-1.000000,1.000000 1.000000,-1.000000-1.000000,1.000000 1.000000,0.000000-1.000000,-1.000000 1.000000</inkml:trace>
</inkml:ink>
</file>

<file path=ppt/ink/ink144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23"/>
    </inkml:context>
    <inkml:brush xml:id="br0">
      <inkml:brushProperty name="width" value="0.0343787893652916" units="cm"/>
      <inkml:brushProperty name="height" value="0.0343787893652916" units="cm"/>
      <inkml:brushProperty name="color" value="#000000"/>
      <inkml:brushProperty name="ignorePressure" value="0"/>
    </inkml:brush>
  </inkml:definitions>
  <inkml:trace contextRef="#ctx0" brushRef="#br0">90670.000000 27171.000000 426,'21.000000'-16.000000'97,"1.000000"3.000000"-22 ,4.000000 6.000000-22,2.000000 5.000000-22,2.000000 3.000000-12,3.000000 3.000000-2,2.000000 2.000000-3,2.000000 2.000000-2,3.000000 2.000000-1,3.000000-1.000000-1,1.000000 1.000000 0,3.000000 0.000000 0,2.000000 2.000000-2,-1.000000 5.000000-1,1.000000 5.000000-1,-1.000000 4.000000-1,0.000000 2.000000-1,1.000000-3.000000 1,-1.000000-2.000000 1,1.000000-2.000000 0,-1.000000 0.000000 1,0.000000 2.000000-1,1.000000 2.000000-1,-1.000000 3.000000-1,-2.000000 1.000000 0,-5.000000 0.000000-2,-4.000000 0.000000 0,-6.000000 0.000000-1,-4.000000 0.000000-1,-6.000000 0.000000 0,-4.000000 0.000000 0,-5.000000 0.000000-1,-1.000000-1.000000-1,3.000000-3.000000 1,1.000000-2.000000 0,4.000000-2.000000 0,0.000000-1.000000 0,0.000000 3.000000 1,1.000000 3.000000-1,-1.000000 2.000000 0,-1.000000 1.000000 0,-2.000000 0.000000 0,-3.000000 0.000000 0,-2.000000 0.000000 1,-1.000000 0.000000-1,-1.000000 0.000000 0,1.000000 0.000000 1,0.000000 0.000000 0,-1.000000 0.000000 0,1.000000 0.000000 0,0.000000 0.000000 0,-1.000000 0.000000-1,0.000000 0.000000 1,-3.000000 0.000000 0,-2.000000 0.000000 1,-3.000000 0.000000 0,0.000000 2.000000 0,3.000000 1.000000 2,2.000000 3.000000-1,2.000000 3.000000 2,1.000000 0.000000 0,-3.000000 1.000000 0,-3.000000 0.000000 0,-1.000000 0.000000 1,-2.000000-1.000000-1,0.000000 1.000000 0,0.000000 0.000000-1,0.000000-1.000000-1,0.000000 1.000000-1,0.000000 0.000000 0,0.000000 0.000000-1,0.000000-1.000000-1,0.000000 2.000000 0,0.000000 3.000000 0,0.000000 1.000000 1,0.000000 4.000000 0,0.000000-1.000000 0,0.000000-2.000000 1,0.000000-3.000000-1,0.000000-2.000000 0,-2.000000-1.000000 0,-1.000000-1.000000 0,-3.000000 1.000000 0,-3.000000 0.000000-1,-1.000000-2.000000 1,1.000000-2.000000 0,-1.000000-2.000000 0,0.000000-3.000000 0,0.000000-1.000000 0,-4.000000 0.000000-1,-2.000000 0.000000 1,-2.000000 0.000000 0,0.000000 0.000000 0,3.000000 0.000000 0,1.000000 0.000000 0,3.000000 0.000000 0,0.000000-1.000000 0,-2.000000-2.000000 0,-3.000000-3.000000-1,-2.000000-3.000000 1,0.000000 0.000000-1,2.000000-1.000000 1,3.000000 0.000000-2,2.000000 1.000000 1,1.000000-1.000000 0,1.000000 0.000000 0,-1.000000 1.000000 1,0.000000-1.000000 1,0.000000 0.000000 0,-4.000000 1.000000 0,-1.000000-1.000000 0,-4.000000 1.000000 1,1.000000-1.000000-1,2.000000 0.000000 0,3.000000 1.000000-1,2.000000-1.000000 0,0.000000 0.000000-1,-2.000000 1.000000 0,-3.000000-1.000000 0,-2.000000 0.000000 0,-1.000000 1.000000 0,0.000000-1.000000-1,-1.000000 0.000000-1,1.000000 1.000000-1,-1.000000-1.000000 0,1.000000 1.000000 1,0.000000-1.000000 1,-1.000000 0.000000 1,1.000000 1.000000 1,0.000000-1.000000-1,-1.000000 0.000000 0,1.000000 1.000000 1,0.000000-2.000000-1,-1.000000-2.000000 1,1.000000-3.000000 0,0.000000-2.000000 0,-2.000000-2.000000 1,-2.000000 1.000000-1,-2.000000 0.000000 1,-3.000000-1.000000 0,-1.000000 1.000000 1,0.000000 0.000000-1,0.000000-1.000000 1,0.000000 1.000000-1,0.000000 1.000000 1,0.000000 2.000000-1,0.000000 3.000000 0,-1.000000 2.000000 0,1.000000 0.000000 0,0.000000-2.000000 1,0.000000-3.000000-1,0.000000-2.000000 1,0.000000-2.000000 0,0.000000-3.000000 1,0.000000-3.000000 1,0.000000-1.000000 0,0.000000-1.000000 0,0.000000 3.000000-1,0.000000 2.000000 0,0.000000 2.000000-1,0.000000 1.000000-1,0.000000-3.000000 1,0.000000-3.000000-1,0.000000-2.000000 0,0.000000-1.000000 0,0.000000 0.000000 0,0.000000 0.000000 0,0.000000 0.000000 1,0.000000 0.000000-1,0.000000 0.000000 0,0.000000 0.000000-2,0.000000 0.000000 0,-3.000000 0.000000 0,-4.000000 0.000000 2,-5.000000 0.000000 1,-5.000000 0.000000 1,0.000000 2.000000 0,5.000000 1.000000-1,4.000000 3.000000-1,6.000000 3.000000-1,2.000000-1.000000-1,0.000000-2.000000 0,0.000000-2.000000-1,0.000000-3.000000 1,0.000000-1.000000 0,0.000000 0.000000 1,0.000000 0.000000 2,0.000000 0.000000 1,0.000000 0.000000 1,-1.000000 0.000000-1,1.000000 0.000000 2,0.000000 0.000000-1,0.000000 0.000000 0,0.000000 0.000000 1,0.000000 0.000000-1,0.000000 0.000000 0,-1.000000-1.000000 0,-3.000000-3.000000 0,-2.000000-2.000000-1,-2.000000-2.000000 0,-1.000000-1.000000 0,3.000000 3.000000-2,3.000000 3.000000 0,1.000000 1.000000-2,2.000000 2.000000 0,0.000000 0.000000 1,0.000000 0.000000-1,0.000000 0.000000 1,-1.000000 0.000000 0,-3.000000 0.000000 1,-2.000000 0.000000 2,-2.000000 0.000000 1,-1.000000 0.000000 0,3.000000 0.000000 0,2.000000 0.000000-1,3.000000 0.000000-1,0.000000 0.000000 0,-3.000000 0.000000-1,-2.000000 0.000000-2,-2.000000 0.000000-1,-1.000000-2.000000-17,3.000000-5.000000-33,2.000000-5.000000-33,3.000000-5.000000-32</inkml:trace>
</inkml:ink>
</file>

<file path=ppt/ink/ink144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25"/>
    </inkml:context>
    <inkml:brush xml:id="br0">
      <inkml:brushProperty name="width" value="0.0305736698210239" units="cm"/>
      <inkml:brushProperty name="height" value="0.0305736698210239" units="cm"/>
      <inkml:brushProperty name="color" value="#000000"/>
      <inkml:brushProperty name="ignorePressure" value="0"/>
    </inkml:brush>
  </inkml:definitions>
  <inkml:trace contextRef="#ctx0" brushRef="#br0">32752.000000 35611.000000 479,'-18.000000'-19.000000'1,"2.000000"0.000000"1 ,3.000000-1.000000 0,2.000000 1.000000 3,2.000000 1.000000 2,-1.000000 2.000000 6,0.000000 3.000000 6,1.000000 2.000000 5,-1.000000 5.000000 4,0.000000 7.000000 0,1.000000 7.000000 1,-1.000000 8.000000 1,0.000000 10.000000-2,0.000000 11.000000-4,1.000000 13.000000-4,-1.000000 11.000000-4,-2.000000 13.000000-4,-5.000000 12.000000-1,-5.000000 12.000000-4,-4.000000 12.000000-1,-2.000000 8.000000-3,2.000000 1.000000 0,4.000000 4.000000 0,1.000000 1.000000-2,3.000000 2.000000 1,2.000000 0.000000-1,3.000000 0.000000 0,2.000000-1.000000 0,1.000000 2.000000 0,1.000000 3.000000 0,-1.000000 2.000000 0,0.000000 2.000000 0,2.000000-2.000000 1,2.000000-7.000000-1,2.000000-8.000000 1,3.000000-7.000000 0,2.000000-8.000000 0,3.000000-10.000000 1,2.000000-10.000000 1,2.000000-10.000000 2,1.000000-5.000000-1,-3.000000-3.000000 0,-3.000000-2.000000-1,-1.000000-3.000000-1,-1.000000-2.000000 0,2.000000-3.000000-1,3.000000-2.000000 1,3.000000-2.000000-1,1.000000-4.000000 1,-1.000000-5.000000 0,1.000000-5.000000 0,0.000000-4.000000 1,0.000000-3.000000 0,4.000000 0.000000-1,2.000000 0.000000-1,2.000000 0.000000 0,0.000000 0.000000 0,-2.000000 0.000000 0,-3.000000 0.000000 1,-2.000000 0.000000 1,0.000000 0.000000 1,2.000000 0.000000 1,3.000000 0.000000 1,2.000000 0.000000 1,1.000000-1.000000-1,0.000000-2.000000 1,1.000000-3.000000-2,-1.000000-3.000000 0,2.000000-1.000000-1,2.000000 1.000000 0,2.000000-1.000000 1,3.000000 1.000000-1,1.000000-1.000000 0,0.000000 0.000000 0,0.000000 1.000000-1,0.000000-1.000000 0,4.000000-1.000000-1,7.000000-2.000000 1,7.000000-3.000000-1,7.000000-2.000000 0,7.000000-1.000000-3,4.000000-1.000000-4,5.000000 1.000000-4,5.000000 0.000000-6,5.000000-2.000000-5,5.000000-2.000000-10,4.000000-2.000000-8,6.000000-3.000000-9,-7.000000-1.000000-7,-17.000000 0.000000-7,-16.000000 0.000000-6,-18.000000 0.000000-7</inkml:trace>
</inkml:ink>
</file>

<file path=ppt/ink/ink144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2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32791.000000 35689.000000,'1430.000000'-7.000000,"-1.000000"0.000000,1.000000 0.000000,-1.000000 1.000000,1.000000-1.000000,-1.000000 0.000000,1.000000 0.000000,-1.000000 1.000000,1.000000-1.000000,0.000000 0.000000,-1.000000 0.000000,1.000000 0.000000,-1.000000 1.000000,1.000000-1.000000,-1.000000 0.000000,1.000000 0.000000,-1.000000 1.000000,1.000000-1.000000,0.000000 0.000000,-1.000000 0.000000,1.000000 0.000000,-1.000000 1.000000,1.000000-1.000000,-1.000000 0.000000,1.000000 0.000000,-1.000000 1.000000,1.000000-1.000000,-1.000000 0.000000,1.000000 0.000000,0.000000 1.000000,-1.000000-1.000000,1.000000 0.000000,-1.000000 0.000000,1.000000 0.000000,-1.000000 1.000000,1.000000-1.000000,-1.000000 0.000000,1.000000 0.000000,0.000000 1.000000,-1.000000-1.000000</inkml:trace>
</inkml:ink>
</file>

<file path=ppt/ink/ink144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30"/>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33720.000000 39909.000000,'1428.000000'-28.000000,"-1.000000"0.000000,1.000000-1.000000,0.000000 1.000000,-1.000000 0.000000,1.000000 0.000000,0.000000 0.000000,-1.000000 0.000000,1.000000 0.000000,-1.000000 0.000000,1.000000 0.000000,0.000000 0.000000,-1.000000 0.000000,1.000000 0.000000,-1.000000 0.000000,1.000000 0.000000,0.000000 0.000000,-1.000000-1.000000,1.000000 1.000000,0.000000 0.000000,-1.000000 0.000000,1.000000 0.000000,-1.000000 0.000000,1.000000 0.000000,0.000000 0.000000,-1.000000 0.000000,1.000000 0.000000,-1.000000 0.000000,1.000000 0.000000,0.000000 0.000000,-1.000000 0.000000,1.000000 0.000000,0.000000-1.000000,-1.000000 1.000000,1.000000 0.000000,-1.000000 0.000000,1.000000 0.000000,0.000000 0.000000,-1.000000 0.000000,1.000000 0.000000</inkml:trace>
</inkml:ink>
</file>

<file path=ppt/ink/ink144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31"/>
    </inkml:context>
    <inkml:brush xml:id="br0">
      <inkml:brushProperty name="width" value="0.0344572812318802" units="cm"/>
      <inkml:brushProperty name="height" value="0.0344572812318802" units="cm"/>
      <inkml:brushProperty name="color" value="#000000"/>
      <inkml:brushProperty name="ignorePressure" value="0"/>
    </inkml:brush>
  </inkml:definitions>
  <inkml:trace contextRef="#ctx0" brushRef="#br0">89779.000000 35534.000000 425,'-29.000000'-17.000000'33,"20.000000"5.000000"5 ,18.000000 5.000000 3,20.000000 4.000000 4,9.000000 4.000000-2,-3.000000 3.000000-8,-2.000000 2.000000-8,-3.000000 3.000000-9,-1.000000 0.000000-4,0.000000 1.000000-2,0.000000 0.000000-2,0.000000-1.000000-2,1.000000 0.000000-2,3.000000-3.000000 0,2.000000-3.000000-2,3.000000-1.000000-1,0.000000 0.000000-1,1.000000 5.000000-1,0.000000 5.000000 0,0.000000 5.000000-2,-1.000000 1.000000 0,1.000000-2.000000 1,0.000000-2.000000 0,-1.000000-4.000000 0,2.000000 1.000000 1,3.000000 3.000000-1,1.000000 1.000000 0,4.000000 3.000000 1,0.000000 2.000000-1,0.000000-1.000000 0,1.000000 1.000000 0,-1.000000-1.000000-1,1.000000 0.000000 1,-1.000000 1.000000 0,0.000000-1.000000 1,1.000000 0.000000 0,-3.000000 1.000000 0,-5.000000-1.000000 0,-5.000000 0.000000 0,-4.000000 1.000000 0,-3.000000-1.000000 0,0.000000 0.000000 1,0.000000 1.000000 0,0.000000-1.000000 1,-1.000000 1.000000 0,-3.000000-1.000000 0,-2.000000 0.000000 0,-2.000000 1.000000 1,-2.000000-1.000000 0,0.000000 0.000000-1,1.000000 1.000000 1,-1.000000-1.000000 0,0.000000 2.000000-1,1.000000 2.000000 0,-1.000000 2.000000-2,0.000000 3.000000-1,1.000000 1.000000 0,-1.000000 0.000000 1,0.000000 0.000000 1,1.000000 0.000000 0,0.000000-1.000000 0,3.000000-3.000000 0,3.000000-2.000000-1,2.000000-2.000000-1,-1.000000-1.000000 1,-1.000000 3.000000 0,-3.000000 3.000000 1,-3.000000 2.000000-1,0.000000-1.000000 2,-1.000000-1.000000-1,0.000000-3.000000 0,1.000000-3.000000 0,-2.000000 0.000000 1,-2.000000-1.000000-1,-3.000000 0.000000 1,-2.000000 1.000000 0,-1.000000-1.000000-1,-1.000000 0.000000 0,1.000000 1.000000-2,0.000000-1.000000-1,-1.000000 2.000000 0,1.000000 2.000000 0,0.000000 2.000000 0,-1.000000 3.000000 1,1.000000 1.000000 0,0.000000 0.000000 0,-1.000000 0.000000 0,1.000000 0.000000 1,-2.000000 1.000000 0,-1.000000 3.000000 0,-4.000000 2.000000-1,-2.000000 3.000000-1,-1.000000 2.000000 0,0.000000 2.000000 0,0.000000 3.000000 1,0.000000 2.000000 0,0.000000 1.000000 1,0.000000 1.000000 0,0.000000-1.000000 1,0.000000 0.000000 0,0.000000 0.000000 1,0.000000-4.000000-1,0.000000-1.000000-1,0.000000-3.000000 0,-1.000000-2.000000 0,-2.000000 1.000000 0,-4.000000 0.000000 0,-1.000000 0.000000 1,-2.000000-2.000000-1,1.000000-2.000000 0,-1.000000-2.000000 0,0.000000-3.000000-1,-1.000000 0.000000 0,-2.000000 3.000000 2,-3.000000 2.000000 1,-2.000000 3.000000 2,-1.000000-2.000000-1,0.000000-5.000000 1,-1.000000-4.000000-2,1.000000-5.000000 1,-2.000000-3.000000-1,-2.000000 0.000000 1,-2.000000 1.000000 0,-3.000000-1.000000 1,-1.000000 2.000000 0,0.000000 2.000000-1,0.000000 2.000000 0,0.000000 3.000000-2,-1.000000-2.000000 2,-3.000000-4.000000 0,-2.000000-5.000000 2,-3.000000-5.000000 1,0.000000-1.000000 0,-1.000000 3.000000 0,0.000000 1.000000 0,1.000000 3.000000-1,-2.000000 1.000000 0,-3.000000-4.000000-2,-1.000000-1.000000 0,-4.000000-4.000000-2,-1.000000-1.000000 0,-3.000000-3.000000-2,-3.000000-2.000000 0,-2.000000-3.000000-1,-3.000000-1.000000-2,-5.000000 0.000000-3,-6.000000 0.000000-3,-4.000000 0.000000-2,0.000000 0.000000-7,5.000000 0.000000-8,5.000000 0.000000-10,4.000000 0.000000-8,8.000000-1.000000-10,10.000000-3.000000-8,9.000000-2.000000-10,10.000000-3.000000-8</inkml:trace>
</inkml:ink>
</file>

<file path=ppt/ink/ink144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33"/>
    </inkml:context>
    <inkml:brush xml:id="br0">
      <inkml:brushProperty name="width" value="0.0339678004384041" units="cm"/>
      <inkml:brushProperty name="height" value="0.0339678004384041" units="cm"/>
      <inkml:brushProperty name="color" value="#000000"/>
      <inkml:brushProperty name="ignorePressure" value="0"/>
    </inkml:brush>
  </inkml:definitions>
  <inkml:trace contextRef="#ctx0" brushRef="#br0">32597.000000 44090.000000 431,'-16.000000'-15.000000'61,"3.000000"11.000000"-9 ,6.000000 8.000000-11,5.000000 11.000000-9,2.000000 9.000000-7,0.000000 10.000000-5,0.000000 10.000000-3,0.000000 9.000000-4,-1.000000 6.000000-3,-3.000000 3.000000-2,-2.000000 2.000000-1,-3.000000 2.000000-2,0.000000 3.000000-1,-1.000000 3.000000 1,0.000000 2.000000 0,1.000000 2.000000 0,-1.000000 1.000000 0,0.000000 1.000000-1,1.000000-1.000000 0,-1.000000 0.000000 0,0.000000 0.000000-1,1.000000-3.000000 0,-1.000000-3.000000 0,0.000000-2.000000-1,1.000000-3.000000 0,-1.000000-1.000000 1,0.000000-4.000000 0,1.000000-1.000000 0,-1.000000-2.000000 0,0.000000 0.000000 0,1.000000 0.000000-1,-1.000000 0.000000 1,1.000000 0.000000-1,3.000000 0.000000 1,3.000000 0.000000 0,2.000000 0.000000 1,1.000000-1.000000 0,0.000000-3.000000 0,0.000000-2.000000-1,0.000000-2.000000-1,0.000000-2.000000 1,0.000000 1.000000-1,0.000000-1.000000 1,0.000000 1.000000 0,0.000000-2.000000 0,0.000000-2.000000 0,0.000000-3.000000 0,0.000000-2.000000 1,0.000000-1.000000 0,0.000000-1.000000 0,0.000000 1.000000 0,0.000000 0.000000 0,0.000000-1.000000 0,0.000000 1.000000-1,0.000000 0.000000 0,0.000000 0.000000-1,1.000000-2.000000 0,2.000000-2.000000-1,3.000000-2.000000 1,3.000000-3.000000 0,1.000000-1.000000 0,-1.000000 0.000000 0,1.000000 0.000000-1,0.000000 0.000000 1,0.000000 1.000000 0,4.000000 3.000000 2,2.000000 2.000000 1,2.000000 3.000000 1,2.000000 0.000000 0,3.000000 1.000000 1,3.000000 0.000000 0,1.000000 0.000000 0,1.000000-2.000000-1,-2.000000-2.000000 0,-3.000000-2.000000 0,-3.000000-3.000000-1,0.000000-1.000000 0,-1.000000 0.000000 0,0.000000 0.000000 0,1.000000 0.000000 1,0.000000 0.000000-1,3.000000 0.000000-1,3.000000 0.000000-2,1.000000 0.000000-1,2.000000-2.000000-1,0.000000-5.000000 1,1.000000-5.000000 1,-1.000000-5.000000 0,1.000000-1.000000 0,2.000000 2.000000 0,4.000000 3.000000 0,1.000000 2.000000 0,4.000000 0.000000 0,5.000000-2.000000-1,5.000000-3.000000 0,5.000000-2.000000 0,7.000000-3.000000-3,9.000000-2.000000-2,10.000000-2.000000-3,10.000000-3.000000-4,8.000000-3.000000-6,4.000000-5.000000-10,5.000000-6.000000-11,4.000000-3.000000-10,-9.000000-3.000000 0,-24.000000 4.000000 9,-24.000000 1.000000 9,-25.000000 3.000000 10,-10.000000 2.000000-3,2.000000-1.000000-13,2.000000 0.000000-14,3.000000 1.000000-13</inkml:trace>
</inkml:ink>
</file>

<file path=ppt/ink/ink144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35"/>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32752.000000 44671.000000,'1439.000000'-35.000000,"-1.000000"0.000000,0.000000 0.000000,0.000000 0.000000,1.000000 0.000000,-1.000000 1.000000,0.000000-1.000000,0.000000 0.000000,1.000000 0.000000,-1.000000 0.000000,0.000000 0.000000,0.000000 1.000000,1.000000-1.000000,-1.000000 0.000000,0.000000 0.000000,1.000000 0.000000,-1.000000 0.000000,0.000000 0.000000,0.000000 1.000000,1.000000-1.000000,-1.000000 0.000000,0.000000 0.000000,0.000000 0.000000,1.000000 0.000000,-1.000000 1.000000,0.000000-1.000000,0.000000 0.000000,1.000000 0.000000,-1.000000 0.000000,0.000000 0.000000,0.000000 0.000000,1.000000 1.000000,-1.000000-1.000000,0.000000 0.000000,0.000000 0.000000,1.000000 0.000000,-1.000000 0.000000,0.000000 1.000000,1.000000-1.000000,-1.000000 0.000000</inkml:trace>
</inkml:ink>
</file>

<file path=ppt/ink/ink144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38"/>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34069.000000 48155.000000,'1421.000000'-12.000000,"-1.000000"1.000000,1.000000-1.000000,0.000000 1.000000,0.000000-1.000000,0.000000 0.000000,0.000000 1.000000,-1.000000-1.000000,1.000000 0.000000,0.000000 1.000000,0.000000-1.000000,0.000000 1.000000,0.000000-1.000000,-1.000000 0.000000,1.000000 1.000000,0.000000-1.000000,0.000000 1.000000,0.000000-1.000000,0.000000 0.000000,-1.000000 1.000000,1.000000-1.000000,0.000000 0.000000,0.000000 1.000000,0.000000-1.000000,0.000000 1.000000,-1.000000-1.000000,1.000000 0.000000,0.000000 1.000000,0.000000-1.000000,0.000000 1.000000,0.000000-1.000000,0.000000 0.000000,-1.000000 1.000000,1.000000-1.000000,0.000000 0.000000,0.000000 1.000000,0.000000-1.000000,0.000000 1.000000,-1.000000-1.000000,1.000000 0.000000</inkml:trace>
</inkml:ink>
</file>

<file path=ppt/ink/ink144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39"/>
    </inkml:context>
    <inkml:brush xml:id="br0">
      <inkml:brushProperty name="width" value="0.0356836132705212" units="cm"/>
      <inkml:brushProperty name="height" value="0.0356836132705212" units="cm"/>
      <inkml:brushProperty name="color" value="#000000"/>
      <inkml:brushProperty name="ignorePressure" value="0"/>
    </inkml:brush>
  </inkml:definitions>
  <inkml:trace contextRef="#ctx0" brushRef="#br0">89663.000000 43432.000000 411,'-36.000000'0.000000'1,"5.000000"0.000000"4 ,4.000000 0.000000 2,5.000000 0.000000 4,11.000000 0.000000 7,17.000000 0.000000 10,17.000000 0.000000 11,17.000000 0.000000 11,7.000000 0.000000 1,-2.000000 0.000000-9,-2.000000 0.000000-7,-4.000000 0.000000-8,0.000000 0.000000-6,0.000000 0.000000-2,0.000000 0.000000-3,-1.000000 0.000000-2,0.000000 0.000000-2,-3.000000 0.000000 0,-2.000000 0.000000-2,-3.000000 0.000000 0,0.000000 0.000000-1,3.000000 0.000000-1,2.000000 0.000000 0,2.000000 0.000000 0,2.000000 0.000000-2,0.000000 0.000000-2,0.000000 0.000000-2,-1.000000 0.000000-1,1.000000 1.000000-3,0.000000 3.000000 0,-1.000000 2.000000-1,1.000000 2.000000-1,0.000000 2.000000-1,0.000000-1.000000 1,-1.000000 1.000000 0,1.000000 0.000000 1,-2.000000 0.000000-1,-1.000000-1.000000 1,-4.000000 1.000000 1,-2.000000 0.000000-1,1.000000 0.000000 1,1.000000 4.000000 0,3.000000 1.000000 1,3.000000 4.000000 0,-1.000000 0.000000 1,-1.000000 0.000000-1,-4.000000 1.000000 1,-2.000000-1.000000-1,0.000000 0.000000 1,-1.000000 1.000000 0,0.000000-1.000000 0,0.000000 0.000000 1,-2.000000 3.000000 0,-1.000000 5.000000 0,-3.000000 4.000000 1,-3.000000 6.000000 0,1.000000 0.000000 1,2.000000-2.000000 0,2.000000-2.000000 0,3.000000-3.000000 0,0.000000 2.000000 0,-3.000000 4.000000 1,-2.000000 5.000000-1,-2.000000 5.000000 0,0.000000 4.000000 0,2.000000 2.000000 1,2.000000 2.000000 0,3.000000 3.000000 0,0.000000 0.000000 0,-3.000000-3.000000-2,-2.000000-2.000000 0,-2.000000-2.000000-2,-2.000000-2.000000-1,0.000000 1.000000 0,1.000000-1.000000 0,-1.000000 0.000000 0,0.000000 1.000000 0,1.000000-1.000000 2,-1.000000 1.000000 0,0.000000-1.000000 1,-2.000000-1.000000 0,-5.000000-2.000000 0,-4.000000-3.000000 0,-6.000000-2.000000-1,-1.000000-2.000000 0,3.000000-3.000000 0,2.000000-3.000000 0,2.000000-1.000000 1,1.000000-1.000000 0,-3.000000 3.000000 0,-2.000000 2.000000 0,-3.000000 2.000000 1,-1.000000 2.000000-1,0.000000 0.000000 0,0.000000-1.000000 0,0.000000 1.000000 0,0.000000 0.000000 1,0.000000 0.000000-1,0.000000-1.000000 1,0.000000 1.000000 0,0.000000 1.000000-1,0.000000 2.000000 0,0.000000 3.000000-2,0.000000 2.000000-1,0.000000 0.000000 0,0.000000-2.000000-1,0.000000-3.000000 1,0.000000-2.000000 0,-1.000000-1.000000 0,-3.000000 0.000000 0,-2.000000 0.000000 0,-3.000000-1.000000 0,0.000000 1.000000 0,-1.000000 0.000000 0,0.000000-1.000000 1,1.000000 1.000000 0,-1.000000-1.000000 0,0.000000-3.000000 0,1.000000-3.000000 2,-1.000000-1.000000-1,-1.000000-2.000000 1,-2.000000 0.000000 0,-3.000000 0.000000 0,-2.000000 0.000000 0,-1.000000-1.000000 0,-1.000000-3.000000 0,1.000000-2.000000-1,0.000000-2.000000 1,-1.000000-2.000000 0,1.000000 0.000000-1,-1.000000 1.000000 1,1.000000-1.000000 0,0.000000 0.000000-1,-1.000000 1.000000-1,1.000000-1.000000-1,0.000000 0.000000-2,-3.000000 2.000000-1,-5.000000 2.000000 1,-4.000000 2.000000 0,-5.000000 3.000000 1,-2.000000 0.000000 0,3.000000-3.000000 0,2.000000-2.000000 1,3.000000-2.000000-1,2.000000-2.000000 2,3.000000 1.000000-1,2.000000-1.000000 1,2.000000 0.000000 0,1.000000 1.000000 0,-3.000000-1.000000 0,-3.000000 0.000000 1,-2.000000 1.000000 0,-2.000000-1.000000-1,-2.000000 1.000000 1,-4.000000-1.000000 1,-1.000000 0.000000 0,-1.000000 1.000000 0,3.000000-1.000000 2,3.000000 0.000000 1,1.000000 1.000000 1,1.000000-1.000000 1,-2.000000 0.000000 0,-4.000000 1.000000 0,-1.000000-1.000000-1,-3.000000 0.000000 0,-2.000000 1.000000 0,-3.000000-1.000000-1,-2.000000 1.000000-1,1.000000-2.000000-3,5.000000-3.000000-4,4.000000-1.000000-5,6.000000-3.000000-4,2.000000-3.000000-5,0.000000-2.000000-2,0.000000-2.000000-3,0.000000-3.000000-3</inkml:trace>
</inkml:ink>
</file>

<file path=ppt/ink/ink145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41"/>
    </inkml:context>
    <inkml:brush xml:id="br0">
      <inkml:brushProperty name="width" value="0.0366211943328381" units="cm"/>
      <inkml:brushProperty name="height" value="0.0366211943328381" units="cm"/>
      <inkml:brushProperty name="color" value="#000000"/>
      <inkml:brushProperty name="ignorePressure" value="0"/>
    </inkml:brush>
  </inkml:definitions>
  <inkml:trace contextRef="#ctx0" brushRef="#br0">33217.000000 53033.000000 400,'-2.000000'-37.000000'56,"-6.000000"1.000000"-7 ,-4.000000 4.000000-6,-5.000000 2.000000-8,-5.000000 4.000000-6,-4.000000 8.000000-4,-6.000000 7.000000-5,-4.000000 7.000000-5,-6.000000 8.000000-2,-8.000000 7.000000-1,-7.000000 7.000000 0,-7.000000 8.000000 0,-7.000000 7.000000-2,-8.000000 11.000000-2,-7.000000 9.000000 0,-7.000000 10.000000-3,-5.000000 10.000000 0,-2.000000 9.000000 0,-3.000000 10.000000 1,-2.000000 10.000000 1,4.000000 3.000000 0,13.000000-2.000000 1,12.000000-3.000000-1,11.000000-2.000000 1,11.000000-1.000000 0,7.000000 0.000000 0,7.000000-1.000000-2,7.000000 1.000000 1,8.000000 0.000000-2,7.000000 0.000000 0,7.000000 0.000000 0,7.000000-1.000000 0,4.000000-1.000000-1,0.000000-6.000000 0,0.000000-4.000000 0,0.000000-5.000000-1,1.000000-3.000000 0,3.000000 1.000000-2,2.000000-1.000000 0,3.000000 1.000000-2,1.000000-1.000000 1,4.000000 0.000000 1,1.000000 1.000000 2,4.000000-1.000000 1,1.000000 1.000000 1,3.000000-1.000000 1,3.000000 1.000000 2,1.000000-1.000000 0,2.000000-2.000000 0,0.000000-5.000000 0,1.000000-5.000000-1,-1.000000-4.000000 0,3.000000-4.000000-1,8.000000-3.000000 1,7.000000-2.000000-1,8.000000-2.000000 1,4.000000-4.000000 0,3.000000-5.000000-1,2.000000-5.000000-1,2.000000-4.000000-1,2.000000-4.000000 0,0.000000-3.000000 0,0.000000-2.000000-2,-1.000000-2.000000 0,4.000000-3.000000-1,4.000000-3.000000 0,4.000000-1.000000-3,6.000000-3.000000 0,2.000000-3.000000-3,0.000000-2.000000-3,0.000000-2.000000-5,1.000000-3.000000-3,5.000000-3.000000-4,12.000000-6.000000-2,12.000000-4.000000-2,13.000000-5.000000-2,-3.000000-2.000000-5,-17.000000 0.000000-5,-17.000000-1.000000-5,-17.000000 1.000000-6,-13.000000-1.000000-3,-10.000000 1.000000-4,-9.000000 0.000000-3,-10.000000-1.000000-3</inkml:trace>
</inkml:ink>
</file>

<file path=ppt/ink/ink145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44"/>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32869.000000 53227.000000,'1409.000000'-38.000000,"0.000000"0.000000,0.000000 0.000000,0.000000 1.000000,1.000000-1.000000,-1.000000 0.000000,0.000000 0.000000,0.000000 1.000000,1.000000-1.000000,-1.000000 0.000000,0.000000 0.000000,0.000000 1.000000,0.000000-1.000000,1.000000 0.000000,-1.000000 0.000000,0.000000 1.000000,0.000000-1.000000,1.000000 0.000000,-1.000000 0.000000,0.000000 1.000000,0.000000-1.000000,0.000000 0.000000,1.000000 0.000000,-1.000000 1.000000,0.000000-1.000000,0.000000 0.000000,1.000000 0.000000,-1.000000 1.000000,0.000000-1.000000,0.000000 0.000000,0.000000 0.000000,1.000000 1.000000,-1.000000-1.000000,0.000000 0.000000,0.000000 0.000000,1.000000 1.000000,-1.000000-1.000000,0.000000 0.000000,0.000000 1.000000,0.000000-1.000000</inkml:trace>
</inkml:ink>
</file>

<file path=ppt/ink/ink145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6:47"/>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33875.000000 56634.000000,'1379.000000'-18.000000,"1.000000"1.000000,-1.000000-1.000000,0.000000 1.000000,0.000000-1.000000,0.000000 1.000000,1.000000 0.000000,-1.000000-1.000000,0.000000 1.000000,0.000000-1.000000,1.000000 1.000000,-1.000000-1.000000,0.000000 1.000000,0.000000 0.000000,0.000000-1.000000,1.000000 1.000000,-1.000000-1.000000,0.000000 1.000000,0.000000 0.000000,1.000000-1.000000,-1.000000 1.000000,0.000000-1.000000,0.000000 1.000000,0.000000-1.000000,1.000000 1.000000,-1.000000 0.000000,0.000000-1.000000,0.000000 1.000000,0.000000-1.000000,1.000000 1.000000,-1.000000-1.000000,0.000000 1.000000,0.000000 0.000000,1.000000-1.000000,-1.000000 1.000000,0.000000-1.000000,0.000000 1.000000,0.000000 0.000000,1.000000-1.000000,-1.000000 1.000000</inkml:trace>
</inkml:ink>
</file>

<file path=ppt/ink/ink145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48"/>
    </inkml:context>
    <inkml:brush xml:id="br0">
      <inkml:brushProperty name="width" value="0.0371488705277443" units="cm"/>
      <inkml:brushProperty name="height" value="0.0371488705277443" units="cm"/>
      <inkml:brushProperty name="color" value="#000000"/>
      <inkml:brushProperty name="ignorePressure" value="0"/>
    </inkml:brush>
  </inkml:definitions>
  <inkml:trace contextRef="#ctx0" brushRef="#br0">88579.000000 51910.000000 394,'-17.000000'-53.000000'4,"5.000000"10.000000"2 ,5.000000 9.000000 3,5.000000 9.000000 3,3.000000 7.000000 3,2.000000 3.000000 1,4.000000 1.000000 1,1.000000 3.000000 1,4.000000 3.000000 3,5.000000 2.000000 3,5.000000 2.000000 2,4.000000 3.000000 4,3.000000 1.000000-2,0.000000 0.000000-3,1.000000 0.000000-3,-1.000000 0.000000-5,1.000000 0.000000-1,2.000000 0.000000-2,4.000000 0.000000-1,1.000000 0.000000-1,3.000000 0.000000-1,2.000000 0.000000 0,3.000000 0.000000 0,2.000000 0.000000-1,5.000000 0.000000 0,8.000000 0.000000-2,6.000000 0.000000-2,8.000000 0.000000-2,5.000000 1.000000-1,2.000000 3.000000-1,2.000000 2.000000-2,3.000000 2.000000 0,-1.000000 3.000000-2,-6.000000 3.000000 2,-3.000000 1.000000 0,-6.000000 3.000000 0,-4.000000 3.000000 1,-2.000000 2.000000-1,-2.000000 2.000000 1,-3.000000 3.000000-1,-2.000000 0.000000 1,-2.000000-3.000000-1,-3.000000-2.000000-1,-3.000000-2.000000 0,0.000000 1.000000 0,-1.000000 4.000000 0,0.000000 6.000000 0,1.000000 4.000000 0,-2.000000 3.000000 0,-2.000000 0.000000 1,-3.000000-1.000000 0,-2.000000 1.000000 1,-1.000000 1.000000 1,0.000000 2.000000 0,-1.000000 3.000000 1,1.000000 2.000000 0,-2.000000 2.000000 1,-1.000000-1.000000 0,-4.000000 0.000000 0,-2.000000 1.000000 0,0.000000-1.000000 0,-1.000000 1.000000-1,0.000000-1.000000 1,0.000000 0.000000-1,0.000000 0.000000 0,0.000000-4.000000-1,0.000000-1.000000 0,0.000000-3.000000-1,0.000000-2.000000 0,0.000000 1.000000 0,0.000000 0.000000 0,0.000000-1.000000-1,-1.000000 1.000000 1,-3.000000 0.000000-2,-2.000000 0.000000 0,-2.000000-1.000000-1,-3.000000 1.000000 0,-2.000000 0.000000-1,-3.000000 0.000000 0,-2.000000-1.000000 0,-2.000000 2.000000 0,1.000000 2.000000 0,0.000000 3.000000 2,-1.000000 2.000000 1,1.000000 2.000000 0,0.000000-1.000000 1,-1.000000 1.000000-1,1.000000-1.000000 2,-1.000000 0.000000-1,-3.000000 1.000000 0,-3.000000-1.000000 0,-1.000000 1.000000 0,-4.000000-1.000000 0,-1.000000 0.000000 0,-3.000000 1.000000 0,-3.000000-1.000000 1,-2.000000 1.000000 0,-2.000000-1.000000 0,-3.000000 0.000000-1,-2.000000 1.000000-1,0.000000-1.000000 0,2.000000 1.000000 1,3.000000-1.000000 0,2.000000 0.000000-1,0.000000-1.000000 1,-2.000000-2.000000 1,-3.000000-2.000000-1,-2.000000-3.000000 1,-3.000000-3.000000-1,-2.000000-2.000000 1,-2.000000-2.000000 0,-3.000000-3.000000 0,-1.000000-1.000000 0,0.000000 0.000000-1,0.000000 0.000000 1,0.000000 0.000000-1,-1.000000 0.000000 1,-3.000000 0.000000-1,-2.000000 0.000000 1,-2.000000 0.000000 1,-1.000000 0.000000-1,3.000000 0.000000 0,2.000000 0.000000 1,3.000000 0.000000 0,1.000000-2.000000-1,0.000000-5.000000 0,0.000000-5.000000 0,0.000000-5.000000-1,0.000000-1.000000 0,0.000000 2.000000 1,0.000000 3.000000 0,0.000000 2.000000 1,0.000000 1.000000 0,0.000000 1.000000-1,0.000000-1.000000-1,0.000000 0.000000 0,0.000000 0.000000-1,0.000000-4.000000 1,0.000000-1.000000 0,-1.000000-4.000000 0,3.000000 1.000000 0,1.000000 3.000000 1,3.000000 1.000000 0,3.000000 4.000000 1,-2.000000 1.000000 0,-5.000000 3.000000 1,-4.000000 3.000000 0,-5.000000 1.000000 1,-2.000000 0.000000 0,3.000000-5.000000 0,2.000000-5.000000-1,3.000000-5.000000 0,1.000000-3.000000 0,0.000000 1.000000 1,0.000000 0.000000 0,0.000000-1.000000 1,-1.000000 2.000000-1,-3.000000 3.000000 0,-2.000000 1.000000-2,-3.000000 4.000000-1,0.000000-1.000000-1,-1.000000-3.000000 0,0.000000-1.000000-3,0.000000-3.000000 0,-2.000000-2.000000-1,-5.000000 1.000000 1,-4.000000 0.000000 0,-6.000000-1.000000 1,-3.000000 1.000000-1,-3.000000 0.000000-1,-2.000000-1.000000 0,-3.000000 1.000000 0,1.000000-1.000000-2,2.000000-3.000000 0,2.000000-3.000000-2,3.000000-2.000000 0,-4.000000-2.000000-3,-10.000000-2.000000-4,-9.000000-3.000000-6,-10.000000-3.000000-3,-4.000000-1.000000-6,3.000000 1.000000-5,2.000000-1.000000-5,3.000000 0.000000-5,10.000000 2.000000-5,16.000000 2.000000-6,17.000000 2.000000-6,17.000000 3.000000-6</inkml:trace>
</inkml:ink>
</file>

<file path=ppt/ink/ink145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55"/>
    </inkml:context>
    <inkml:brush xml:id="br0">
      <inkml:brushProperty name="width" value="0.0313593074679375" units="cm"/>
      <inkml:brushProperty name="height" value="0.0313593074679375" units="cm"/>
      <inkml:brushProperty name="color" value="#000000"/>
      <inkml:brushProperty name="ignorePressure" value="0"/>
    </inkml:brush>
  </inkml:definitions>
  <inkml:trace contextRef="#ctx0" brushRef="#br0">48819.000000 59653.000000 467,'-19.000000'-13.000000'86,"-1.000000"12.000000"-13 ,1.000000 12.000000-13,0.000000 12.000000-13,-2.000000 8.000000-10,-2.000000 5.000000-7,-2.000000 6.000000-7,-3.000000 4.000000-6,-4.000000 2.000000-6,-4.000000 0.000000-4,-5.000000 1.000000-2,-5.000000-1.000000-4,-2.000000 1.000000-2,-1.000000-1.000000 0,1.000000 0.000000-1,-1.000000 1.000000-2,1.000000-5.000000 2,0.000000-6.000000 0,-1.000000-8.000000 1,1.000000-7.000000 2,3.000000-3.000000 1,8.000000-1.000000 1,6.000000 0.000000 3,8.000000 1.000000 1,8.000000-1.000000 0,6.000000 0.000000-1,8.000000 1.000000 0,7.000000-1.000000-2,8.000000 2.000000 1,11.000000 2.000000 0,9.000000 2.000000 0,9.000000 3.000000 2,7.000000 2.000000-1,2.000000 3.000000 1,2.000000 2.000000-1,3.000000 2.000000-1,0.000000 1.000000 1,-3.000000-3.000000-1,-2.000000-2.000000-1,-2.000000-3.000000 1,-3.000000-2.000000-1,-2.000000-3.000000 0,-3.000000-2.000000 1,-2.000000-2.000000 0,-3.000000-3.000000 0,-6.000000-2.000000 1,-4.000000-3.000000-1,-6.000000-2.000000 2</inkml:trace>
</inkml:ink>
</file>

<file path=ppt/ink/ink145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6:56"/>
    </inkml:context>
    <inkml:brush xml:id="br0">
      <inkml:brushProperty name="width" value="0.0291276331990957" units="cm"/>
      <inkml:brushProperty name="height" value="0.0291276331990957" units="cm"/>
      <inkml:brushProperty name="color" value="#000000"/>
      <inkml:brushProperty name="ignorePressure" value="0"/>
    </inkml:brush>
  </inkml:definitions>
  <inkml:trace contextRef="#ctx0" brushRef="#br0">50716.000000 59847.000000 503,'0.000000'37.000000'138,"0.000000"-2.000000"-35 ,0.000000-2.000000-35,0.000000-3.000000-36,0.000000-1.000000-19,0.000000 0.000000-2,0.000000 1.000000-4,0.000000-1.000000-4,0.000000 0.000000 0,0.000000 0.000000 0,0.000000 0.000000 1,0.000000 0.000000 1,0.000000 0.000000 0,0.000000 0.000000 0,0.000000 0.000000 1,0.000000 0.000000-1,0.000000 0.000000 1,0.000000 0.000000-1,0.000000 0.000000 1,0.000000 0.000000 0,0.000000 0.000000-1,0.000000 0.000000 1,0.000000 0.000000-1,0.000000 0.000000 1,0.000000-1.000000-1,0.000000-3.000000 0,0.000000-2.000000 1,0.000000-2.000000-1,0.000000-1.000000 1,0.000000 3.000000-1,0.000000 3.000000-1,0.000000 2.000000 1</inkml:trace>
</inkml:ink>
</file>

<file path=ppt/ink/ink145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6"/>
    </inkml:context>
    <inkml:brush xml:id="br0">
      <inkml:brushProperty name="width" value="0.0274157170206308" units="cm"/>
      <inkml:brushProperty name="height" value="0.0274157170206308" units="cm"/>
      <inkml:brushProperty name="color" value="#000000"/>
      <inkml:brushProperty name="ignorePressure" value="0"/>
    </inkml:brush>
  </inkml:definitions>
  <inkml:trace contextRef="#ctx0" brushRef="#br0">52834.000000 59912.000000 534,'-23.000000'-14.000000'20,"16.000000"5.000000"14 ,14.000000 4.000000 14,16.000000 3.000000 16,8.000000 3.000000 1,1.000000 1.000000-11,3.000000 3.000000-11,1.000000 2.000000-11,1.000000 3.000000-7,-3.000000 6.000000-3,-1.000000 5.000000-2,-2.000000 6.000000-2,-3.000000 6.000000-5,-4.000000 5.000000-6,-3.000000 6.000000-7,-5.000000 6.000000-5,-6.000000 6.000000-7,-12.000000 7.000000-4,-11.000000 8.000000-7,-11.000000 8.000000-5,-7.000000-2.000000-1,-2.000000-9.000000 2,-1.000000-9.000000 2,-3.000000-9.000000 2,2.000000-9.000000 4,3.000000-8.000000 5,4.000000-7.000000 4,4.000000-7.000000 5,10.000000-8.000000 7,16.000000-7.000000 9,18.000000-8.000000 8,16.000000-7.000000 8,10.000000-3.000000 2,2.000000 2.000000-7,1.000000 2.000000-5,3.000000 1.000000-6,1.000000 2.000000-8,2.000000-1.000000-8,2.000000 1.000000-10,2.000000-1.000000-8,-4.000000 2.000000-11,-9.000000 1.000000-14,-10.000000 2.000000-12,-9.000000 3.000000-14</inkml:trace>
</inkml:ink>
</file>

<file path=ppt/ink/ink145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6"/>
    </inkml:context>
    <inkml:brush xml:id="br0">
      <inkml:brushProperty name="width" value="0.0296668503433466" units="cm"/>
      <inkml:brushProperty name="height" value="0.0296668503433466" units="cm"/>
      <inkml:brushProperty name="color" value="#000000"/>
      <inkml:brushProperty name="ignorePressure" value="0"/>
    </inkml:brush>
  </inkml:definitions>
  <inkml:trace contextRef="#ctx0" brushRef="#br0">52236.000000 59643.000000 494,'-26.000000'2.000000'46,"7.000000"7.000000"-3 ,8.000000 5.000000-3,7.000000 5.000000-4,5.000000 7.000000-3,2.000000 4.000000-4,2.000000 7.000000-5,1.000000 5.000000-3,1.000000 8.000000-3,-2.000000 12.000000-1,-3.000000 11.000000 0,-1.000000 11.000000-2,-1.000000 6.000000 1,0.000000 3.000000-1,0.000000 1.000000-1,0.000000 2.000000 1,0.000000 0.000000-1,0.000000-5.000000 0,0.000000-3.000000-1,0.000000-4.000000 1,0.000000-7.000000-1,0.000000-12.000000-1,0.000000-11.000000 1,0.000000-11.000000-1,3.000000-19.000000-11,6.000000-26.000000-21,5.000000-26.000000-22,5.000000-26.000000-22,2.000000-8.000000-10,-4.000000 9.000000 2,-4.000000 9.000000 0,-4.000000 9.000000 1</inkml:trace>
</inkml:ink>
</file>

<file path=ppt/ink/ink145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7"/>
    </inkml:context>
    <inkml:brush xml:id="br0">
      <inkml:brushProperty name="width" value="0.0268552415072918" units="cm"/>
      <inkml:brushProperty name="height" value="0.0268552415072918" units="cm"/>
      <inkml:brushProperty name="color" value="#000000"/>
      <inkml:brushProperty name="ignorePressure" value="0"/>
    </inkml:brush>
  </inkml:definitions>
  <inkml:trace contextRef="#ctx0" brushRef="#br0">52505.000000 59553.000000 546,'18.000000'-13.000000'80,"5.000000"4.000000"-16 ,6.000000 3.000000-18,6.000000 4.000000-17,5.000000 2.000000-10,6.000000 0.000000-3,5.000000 0.000000-3,6.000000 0.000000-2,8.000000 0.000000-5,12.000000 0.000000-3,11.000000 0.000000-5,11.000000 0.000000-4,6.000000 0.000000-2,3.000000 0.000000 1,1.000000 0.000000 1,2.000000 0.000000 0,-5.000000 0.000000 0,-10.000000 0.000000-5,-12.000000 0.000000-4,-11.000000 0.000000-3,-12.000000 0.000000-1,-10.000000 0.000000 2,-12.000000 0.000000 3,-11.000000 0.000000 1,-8.000000 2.000000 2,-6.000000 4.000000 1,-6.000000 3.000000 0,-5.000000 4.000000 1,-4.000000 2.000000 3,-2.000000 0.000000 5,-2.000000 0.000000 6,-1.000000 0.000000 6,-3.000000 1.000000 5,-1.000000 1.000000 3,-2.000000 3.000000 4,-2.000000 1.000000 3,1.000000 3.000000 1,4.000000 1.000000-3,3.000000 2.000000-2,4.000000 2.000000-3,1.000000 2.000000-2,-2.000000 2.000000-1,-1.000000 1.000000-2,-3.000000 2.000000-1,1.000000 5.000000-1,1.000000 4.000000-2,2.000000 7.000000-2,2.000000 5.000000-1,1.000000 5.000000-1,0.000000 6.000000-1,0.000000 6.000000 0,0.000000 6.000000 0,0.000000-1.000000-1,0.000000-5.000000 0,0.000000-6.000000 1,0.000000-5.000000-1,0.000000-6.000000 1,0.000000-2.000000-1,0.000000-5.000000 0,0.000000-3.000000 0,0.000000-4.000000 0,0.000000-4.000000 0,0.000000-4.000000 0,0.000000-3.000000-1,0.000000-4.000000-1,0.000000-4.000000-2,0.000000-3.000000-4,0.000000-4.000000-3,-2.000000-3.000000-12,-3.000000-2.000000-20,-5.000000-2.000000-20,-3.000000-1.000000-21,-1.000000-4.000000-3,2.000000-3.000000 12,2.000000-4.000000 13,2.000000-3.000000 12</inkml:trace>
</inkml:ink>
</file>

<file path=ppt/ink/ink145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7"/>
    </inkml:context>
    <inkml:brush xml:id="br0">
      <inkml:brushProperty name="width" value="0.0298547931015491" units="cm"/>
      <inkml:brushProperty name="height" value="0.0298547931015491" units="cm"/>
      <inkml:brushProperty name="color" value="#000000"/>
      <inkml:brushProperty name="ignorePressure" value="0"/>
    </inkml:brush>
  </inkml:definitions>
  <inkml:trace contextRef="#ctx0" brushRef="#br0">52416.000000 61077.000000 491,'-22.000000'-1.000000'23,"17.000000"-2.000000"12 ,18.000000-1.000000 13,15.000000-3.000000 13,12.000000 1.000000 3,3.000000 1.000000-8,3.000000 2.000000-8,5.000000 2.000000-8,4.000000 2.000000-6,6.000000 2.000000-4,5.000000 2.000000-4,6.000000 1.000000-5,6.000000 2.000000-5,8.000000-1.000000-9,8.000000 0.000000-9,6.000000 1.000000-7,-2.000000-2.000000-10,-16.000000-1.000000-12,-15.000000-2.000000-12,-15.000000-2.000000-11,-9.000000 0.000000-7,-4.000000 2.000000-2,-3.000000 1.000000-4,-4.000000 3.000000-2</inkml:trace>
</inkml:ink>
</file>

<file path=ppt/ink/ink146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9"/>
    </inkml:context>
    <inkml:brush xml:id="br0">
      <inkml:brushProperty name="width" value="0.0276985578238964" units="cm"/>
      <inkml:brushProperty name="height" value="0.0276985578238964" units="cm"/>
      <inkml:brushProperty name="color" value="#000000"/>
      <inkml:brushProperty name="ignorePressure" value="0"/>
    </inkml:brush>
  </inkml:definitions>
  <inkml:trace contextRef="#ctx0" brushRef="#br0">55553.000000 59672.000000 529,'-11.000000'-12.000000'28,"7.000000"6.000000"9 ,8.000000 5.000000 6,7.000000 6.000000 9,7.000000 2.000000-1,5.000000 0.000000-10,6.000000 1.000000-9,6.000000-1.000000-9,3.000000 3.000000-6,2.000000 3.000000-2,2.000000 4.000000-3,2.000000 3.000000-3,-1.000000 4.000000-1,-4.000000 4.000000-3,-3.000000 4.000000-2,-4.000000 4.000000-2,-7.000000 3.000000-1,-9.000000 4.000000 0,-10.000000 4.000000 0,-9.000000 3.000000 0,-10.000000 4.000000-1,-15.000000 4.000000-1,-12.000000 4.000000-1,-13.000000 3.000000-2,-8.000000-1.000000 0,-1.000000-8.000000 0,-3.000000-8.000000 0,-1.000000-7.000000-1,3.000000-7.000000 0,6.000000-8.000000-2,9.000000-7.000000-2,7.000000-8.000000-1,7.000000-7.000000-1,8.000000-8.000000 0,7.000000-7.000000-1,8.000000-8.000000-1,9.000000-2.000000 2,12.000000 1.000000 2,10.000000 2.000000 2,12.000000 2.000000 2,7.000000 2.000000 2,4.000000 2.000000 1,4.000000 2.000000 1,3.000000 2.000000 1,4.000000 0.000000 1,4.000000 1.000000 0,4.000000-1.000000 0,3.000000 1.000000 0,1.000000 1.000000 1,-5.000000 4.000000-1,-3.000000 4.000000 0,-4.000000 4.000000-1,-4.000000 4.000000 0,-6.000000 6.000000 2,-6.000000 5.000000 0,-5.000000 6.000000 0,-7.000000 4.000000 2,-7.000000 2.000000 3,-8.000000 1.000000 1,-8.000000 3.000000 2,-9.000000 1.000000 0,-14.000000 2.000000 0,-12.000000 2.000000-2,-14.000000 2.000000-1,-8.000000-1.000000 3,-4.000000-4.000000 6,-4.000000-3.000000 8,-3.000000-4.000000 6,-1.000000-5.000000 3,1.000000-6.000000-2,3.000000-5.000000-2,1.000000-6.000000-1,7.000000-5.000000-20,11.000000-6.000000-40,11.000000-5.000000-37,11.000000-7.000000-40</inkml:trace>
</inkml:ink>
</file>

<file path=ppt/ink/ink146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9"/>
    </inkml:context>
    <inkml:brush xml:id="br0">
      <inkml:brushProperty name="width" value="0.0174160655587912" units="cm"/>
      <inkml:brushProperty name="height" value="0.0174160655587912" units="cm"/>
      <inkml:brushProperty name="color" value="#000000"/>
      <inkml:brushProperty name="ignorePressure" value="0"/>
    </inkml:brush>
  </inkml:definitions>
  <inkml:trace contextRef="#ctx0" brushRef="#br0">57675.000000 60420.000000 842,'-27.000000'-1.000000'63,"5.000000"-2.000000"-16 ,7.000000-2.000000-17,4.000000-1.000000-16,8.000000-3.000000-10,6.000000-1.000000-5,9.000000-2.000000-3,6.000000-2.000000-4</inkml:trace>
</inkml:ink>
</file>

<file path=ppt/ink/ink146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09"/>
    </inkml:context>
    <inkml:brush xml:id="br0">
      <inkml:brushProperty name="width" value="0.0161151308566332" units="cm"/>
      <inkml:brushProperty name="height" value="0.0161151308566332" units="cm"/>
      <inkml:brushProperty name="color" value="#000000"/>
      <inkml:brushProperty name="ignorePressure" value="0"/>
    </inkml:brush>
  </inkml:definitions>
  <inkml:trace contextRef="#ctx0" brushRef="#br0">58333.000000 60360.000000 910,'-25.000000'1.000000'3,"12.000000"2.000000"9 ,11.000000 1.000000 7,12.000000 3.000000 7,5.000000-1.000000-3,0.000000-1.000000-16,-1.000000-2.000000-16,1.000000-2.000000-16,0.000000 0.000000-9,0.000000 1.000000-2,0.000000 3.000000-3,0.000000 2.000000-2</inkml:trace>
</inkml:ink>
</file>

<file path=ppt/ink/ink146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14"/>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59950.000000 60050.000000 999,'-25.000000'23.000000'-5,"0.000000"-3.000000"-11 ,0.000000-3.000000-11,0.000000-2.000000-10,3.000000-3.000000-2,6.000000 1.000000 8,7.000000-1.000000 8,6.000000 1.000000 8,1.000000-1.000000 5,-3.000000 1.000000 1,-3.000000-1.000000 2,-2.000000 1.000000 0</inkml:trace>
</inkml:ink>
</file>

<file path=ppt/ink/ink146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15"/>
    </inkml:context>
    <inkml:brush xml:id="br0">
      <inkml:brushProperty name="width" value="0.0333333350718021" units="cm"/>
      <inkml:brushProperty name="height" value="0.0333333350718021" units="cm"/>
      <inkml:brushProperty name="color" value="#000000"/>
      <inkml:brushProperty name="ignorePressure" value="0"/>
    </inkml:brush>
  </inkml:definitions>
  <inkml:trace contextRef="#ctx0" brushRef="#br0">59250.000000 60250.000000 333,'114.000000'45.000000'167,"38.000000"35.000000"-1 ,35.000000 34.000000 1,37.000000 34.000000 0</inkml:trace>
</inkml:ink>
</file>

<file path=ppt/ink/ink146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27"/>
    </inkml:context>
    <inkml:brush xml:id="br0">
      <inkml:brushProperty name="width" value="0.0325421392917633" units="cm"/>
      <inkml:brushProperty name="height" value="0.0325421392917633" units="cm"/>
      <inkml:brushProperty name="color" value="#000000"/>
      <inkml:brushProperty name="ignorePressure" value="0"/>
    </inkml:brush>
  </inkml:definitions>
  <inkml:trace contextRef="#ctx0" brushRef="#br0">44139.000000 59820.000000 450,'-8.000000'-45.000000'22,"2.000000"10.000000"0 ,2.000000 10.000000 1,2.000000 10.000000-1,1.000000 8.000000 9,-5.000000 9.000000 17,-3.000000 6.000000 18,-5.000000 9.000000 17,-5.000000 5.000000-1,-9.000000 5.000000-19,-9.000000 6.000000-20,-8.000000 5.000000-19,-5.000000 2.000000-12,2.000000 0.000000-5,1.000000-1.000000-6,1.000000 2.000000-4,3.000000-3.000000-4,4.000000-4.000000-2,3.000000-3.000000-3,4.000000-5.000000-2,7.000000-2.000000-1,8.000000-2.000000 3,9.000000-4.000000 3,8.000000-2.000000 2,9.000000-1.000000 2,5.000000-2.000000 3,7.000000-1.000000 3,5.000000-2.000000 2,4.000000 1.000000 3,1.000000 1.000000 0,-1.000000 1.000000 3,0.000000 1.000000 1,0.000000 2.000000-1,2.000000-1.000000-5,1.000000 0.000000-5,1.000000 0.000000-4,2.000000 0.000000-7,-2.000000 2.000000-11,2.000000 1.000000-11,-1.000000 2.000000-10,-4.000000-2.000000-9,-5.000000-4.000000-7,-7.000000-3.000000-8,-6.000000-4.000000-7</inkml:trace>
</inkml:ink>
</file>

<file path=ppt/ink/ink146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27"/>
    </inkml:context>
    <inkml:brush xml:id="br0">
      <inkml:brushProperty name="width" value="0.0357580631971359" units="cm"/>
      <inkml:brushProperty name="height" value="0.0357580631971359" units="cm"/>
      <inkml:brushProperty name="color" value="#000000"/>
      <inkml:brushProperty name="ignorePressure" value="0"/>
    </inkml:brush>
  </inkml:definitions>
  <inkml:trace contextRef="#ctx0" brushRef="#br0">44780.000000 59879.000000 410,'-1.000000'-26.000000'55,"-1.000000"5.000000"0 ,-1.000000 7.000000 0,-2.000000 5.000000-1,-2.000000 8.000000-6,-5.000000 5.000000-10,-6.000000 7.000000-13,-4.000000 6.000000-10,-5.000000 4.000000-7,-1.000000 2.000000-1,-4.000000 4.000000-3,-2.000000 2.000000-1,1.000000-1.000000 0,2.000000-1.000000 2,2.000000-4.000000 2,2.000000-1.000000 2,4.000000-4.000000 2,4.000000-1.000000 0,3.000000-4.000000 0,5.000000-1.000000 0,2.000000-2.000000 1,5.000000 0.000000-1,3.000000 0.000000 0,4.000000 0.000000 1,6.000000 0.000000-1,5.000000-1.000000 2,7.000000 1.000000 0,6.000000 0.000000 1,4.000000 1.000000 0,3.000000 1.000000 0,2.000000 1.000000-2,3.000000 1.000000-1,1.000000 1.000000-5,2.000000-2.000000-6,1.000000-1.000000-8,1.000000-2.000000-7,-1.000000 0.000000-17,-5.000000 1.000000-27,-6.000000-2.000000-27,-4.000000 2.000000-26</inkml:trace>
</inkml:ink>
</file>

<file path=ppt/ink/ink146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34"/>
    </inkml:context>
    <inkml:brush xml:id="br0">
      <inkml:brushProperty name="width" value="0.025764724239707" units="cm"/>
      <inkml:brushProperty name="height" value="0.025764724239707" units="cm"/>
      <inkml:brushProperty name="color" value="#000000"/>
      <inkml:brushProperty name="ignorePressure" value="0"/>
    </inkml:brush>
  </inkml:definitions>
  <inkml:trace contextRef="#ctx0" brushRef="#br0">61120.000000 59900.000000 569,'-9.000000'-4.000000'15,"2.000000"15.000000"16 ,4.000000 13.000000 15,2.000000 15.000000 16,0.000000 10.000000 2,-1.000000 9.000000-11,-1.000000 9.000000-12,-2.000000 9.000000-12,0.000000 4.000000-7,-2.000000 0.000000-4,-1.000000-1.000000-2,-1.000000 2.000000-4,-1.000000-7.000000-3,0.000000-9.000000-2,-1.000000-10.000000-3,2.000000-10.000000-2,0.000000-11.000000-9,2.000000-13.000000-14,4.000000-12.000000-13,2.000000-12.000000-15,2.000000-9.000000-5,2.000000-1.000000 3,4.000000-4.000000 3,2.000000-2.000000 4,0.000000 0.000000 2,-1.000000 1.000000 2,-1.000000 1.000000 2,-1.000000 1.000000 2</inkml:trace>
</inkml:ink>
</file>

<file path=ppt/ink/ink146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34"/>
    </inkml:context>
    <inkml:brush xml:id="br0">
      <inkml:brushProperty name="width" value="0.0230478495359421" units="cm"/>
      <inkml:brushProperty name="height" value="0.0230478495359421" units="cm"/>
      <inkml:brushProperty name="color" value="#000000"/>
      <inkml:brushProperty name="ignorePressure" value="0"/>
    </inkml:brush>
  </inkml:definitions>
  <inkml:trace contextRef="#ctx0" brushRef="#br0">61679.000000 59959.000000 636,'20.000000'1.000000'4,"-2.000000"1.000000"0 ,-1.000000 1.000000-2,-1.000000 2.000000-1,-2.000000 1.000000 4,1.000000 2.000000 9,1.000000 4.000000 9,-1.000000 1.000000 8,0.000000 3.000000 5,2.000000 1.000000-4,1.000000 1.000000-1,1.000000 1.000000-2,0.000000 4.000000-3,-3.000000 4.000000-3,-2.000000 6.000000-2,-3.000000 5.000000-3,-2.000000 1.000000-3,-5.000000 1.000000-3,-3.000000 0.000000-4,-4.000000 0.000000-3,-5.000000 1.000000-2,-5.000000-1.000000 1,-4.000000 0.000000 1,-6.000000 0.000000 1,-3.000000-2.000000-2,-3.000000-4.000000-3,-2.000000-3.000000-2,-2.000000-4.000000-3,-2.000000-4.000000-4,0.000000-4.000000-4,-1.000000-3.000000-3,1.000000-4.000000-5,4.000000-4.000000 2,5.000000-2.000000 6,7.000000-2.000000 5,5.000000-2.000000 7,10.000000-4.000000 4,11.000000-1.000000 3,11.000000-4.000000 4,11.000000-1.000000 3,8.000000-2.000000 0,4.000000 2.000000 0,3.000000 1.000000-2,5.000000 2.000000-1,0.000000 0.000000-3,-1.000000-1.000000-7,-1.000000 2.000000-6,-1.000000-1.000000-5,-3.000000 0.000000-8,-1.000000 2.000000-8,-4.000000 1.000000-8,-1.000000 1.000000-8,-5.000000 1.000000-6,-5.000000 0.000000-3,-4.000000 0.000000-3,-5.000000 0.000000-2</inkml:trace>
</inkml:ink>
</file>

<file path=ppt/ink/ink146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35"/>
    </inkml:context>
    <inkml:brush xml:id="br0">
      <inkml:brushProperty name="width" value="0.0277290102094412" units="cm"/>
      <inkml:brushProperty name="height" value="0.0277290102094412" units="cm"/>
      <inkml:brushProperty name="color" value="#000000"/>
      <inkml:brushProperty name="ignorePressure" value="0"/>
    </inkml:brush>
  </inkml:definitions>
  <inkml:trace contextRef="#ctx0" brushRef="#br0">63500.000000 59840.000000 528,'-25.000000'1.000000'29,"10.000000"5.000000"4 ,9.000000 3.000000 5,12.000000 5.000000 6,6.000000 2.000000-1,5.000000 2.000000-3,6.000000 4.000000-5,4.000000 2.000000-3,5.000000 1.000000-5,1.000000 0.000000-4,4.000000 0.000000-3,1.000000 0.000000-5,3.000000 0.000000-2,1.000000 0.000000-2,1.000000 0.000000-1,2.000000 0.000000-2,-2.000000-1.000000-1,-1.000000-1.000000 0,-4.000000-1.000000 0,-1.000000-1.000000 0,-5.000000-3.000000-1,-5.000000-1.000000-4,-4.000000-4.000000-3,-5.000000-1.000000-4,-6.000000-2.000000-1,-5.000000 2.000000 1,-4.000000 1.000000 2,-6.000000 2.000000 2,-5.000000 1.000000 1,-9.000000 2.000000 0,-6.000000 4.000000 1,-8.000000 1.000000 0,-5.000000 3.000000 2,-1.000000 1.000000-1,-1.000000 1.000000 1,-1.000000 2.000000 0,-1.000000-2.000000 1,2.000000-1.000000 0,1.000000-4.000000 1,2.000000-1.000000 1,1.000000-4.000000-3,5.000000-1.000000-4,3.000000-4.000000-6,4.000000-1.000000-5,6.000000-4.000000-10,8.000000-1.000000-15,6.000000-4.000000-15,9.000000-1.000000-14,3.000000-3.000000-5,2.000000-1.000000 6,1.000000-1.000000 5,2.000000-2.000000 7</inkml:trace>
</inkml:ink>
</file>

<file path=ppt/ink/ink147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36"/>
    </inkml:context>
    <inkml:brush xml:id="br0">
      <inkml:brushProperty name="width" value="0.0278809890151024" units="cm"/>
      <inkml:brushProperty name="height" value="0.0278809890151024" units="cm"/>
      <inkml:brushProperty name="color" value="#000000"/>
      <inkml:brushProperty name="ignorePressure" value="0"/>
    </inkml:brush>
  </inkml:definitions>
  <inkml:trace contextRef="#ctx0" brushRef="#br0">66679.000000 59959.000000 526,'-13.000000'-5.000000'10,"11.000000"8.000000"18 ,14.000000 9.000000 18,12.000000 9.000000 16,7.000000 4.000000 4,2.000000 2.000000-13,4.000000 1.000000-12,1.000000 2.000000-13,3.000000-1.000000-7,1.000000 1.000000-4,1.000000 1.000000-2,2.000000-1.000000-4,-2.000000-2.000000-2,-1.000000-1.000000-3,-4.000000-4.000000-2,-1.000000-1.000000-2,-6.000000-4.000000-1,-5.000000-4.000000-1,-7.000000-3.000000 0,-5.000000-4.000000-1,-10.000000-1.000000 2,-11.000000 5.000000 3,-11.000000 3.000000 3,-11.000000 5.000000 3,-8.000000 2.000000 1,-1.000000 2.000000-3,-4.000000 4.000000-1,-1.000000 2.000000-2,-2.000000-1.000000-3,2.000000-1.000000-4,1.000000-4.000000-2,1.000000-1.000000-3,5.000000-5.000000-3,5.000000-4.000000-3,7.000000-6.000000-4,6.000000-5.000000-4,8.000000-3.000000-6,10.000000-5.000000-12,9.000000-3.000000-10,11.000000-5.000000-12,4.000000-1.000000-2,-3.000000 1.000000 5,-2.000000-2.000000 6,-2.000000 2.000000 5</inkml:trace>
</inkml:ink>
</file>

<file path=ppt/ink/ink147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7:36"/>
    </inkml:context>
    <inkml:brush xml:id="br0">
      <inkml:brushProperty name="width" value="0.0291649755090475" units="cm"/>
      <inkml:brushProperty name="height" value="0.0291649755090475" units="cm"/>
      <inkml:brushProperty name="color" value="#000000"/>
      <inkml:brushProperty name="ignorePressure" value="0"/>
    </inkml:brush>
  </inkml:definitions>
  <inkml:trace contextRef="#ctx0" brushRef="#br0">67820.000000 59640.000000 502,'30.000000'29.000000'69,"-1.000000"-1.000000"-14 ,1.000000-1.000000-13,0.000000-1.000000-14,1.000000-2.000000-8,1.000000-1.000000-4,1.000000-1.000000-5,2.000000-1.000000-4,-1.000000-1.000000-3,-1.000000-1.000000 1,-1.000000 2.000000-1,-1.000000-1.000000 1,-3.000000-1.000000-2,-4.000000-1.000000-2,-3.000000-1.000000-1,-5.000000-1.000000-3,-2.000000-2.000000 0,-2.000000-1.000000 1,-4.000000-1.000000 1,-2.000000-1.000000 1,-2.000000 0.000000 2,-5.000000 3.000000 3,-3.000000 2.000000 2,-4.000000 3.000000 2,-5.000000 2.000000 4,-5.000000 5.000000 3,-4.000000 3.000000 4,-6.000000 4.000000 3,-4.000000 5.000000 2,-5.000000 5.000000-2,-6.000000 4.000000-1,-5.000000 6.000000-2,-2.000000 0.000000-2,-2.000000-1.000000-4,-1.000000-4.000000-4,-1.000000-1.000000-3,1.000000-6.000000-5,6.000000-7.000000-4,4.000000-8.000000-4,5.000000-8.000000-5,9.000000-6.000000-15,11.000000-8.000000-26,11.000000-8.000000-24,11.000000-8.000000-26</inkml:trace>
</inkml:ink>
</file>

<file path=ppt/ink/ink147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07"/>
    </inkml:context>
    <inkml:brush xml:id="br0">
      <inkml:brushProperty name="width" value="0.0237638037651777" units="cm"/>
      <inkml:brushProperty name="height" value="0.0237638037651777" units="cm"/>
      <inkml:brushProperty name="color" value="#000000"/>
      <inkml:brushProperty name="ignorePressure" value="0"/>
    </inkml:brush>
  </inkml:definitions>
  <inkml:trace contextRef="#ctx0" brushRef="#br0">97318.000000 14567.000000 617,'-21.000000'-33.000000'-1,"4.000000"7.000000"3 ,4.000000 5.000000 2,5.000000 6.000000 3,2.000000 3.000000 1,0.000000 0.000000 0,0.000000 0.000000 0,0.000000 1.000000 0,1.000000-1.000000 2,1.000000 0.000000 3,2.000000 0.000000 4,1.000000 0.000000 2,0.000000 4.000000 1,-4.000000 7.000000-4,-2.000000 8.000000-3,-3.000000 7.000000-3,-3.000000 6.000000-1,-1.000000 4.000000 0,-2.000000 5.000000 0,-1.000000 5.000000 1,-1.000000 5.000000-1,-2.000000 8.000000 0,-2.000000 7.000000-1,-1.000000 7.000000-1,-1.000000 8.000000 0,1.000000 8.000000 0,-1.000000 7.000000-1,0.000000 7.000000-1,2.000000 4.000000 1,3.000000 3.000000 0,2.000000 0.000000-1,4.000000 2.000000 1,2.000000-2.000000 0,1.000000-6.000000 0,2.000000-6.000000 2,2.000000-6.000000 0,1.000000-4.000000 1,4.000000-3.000000-1,2.000000-4.000000 1,4.000000-2.000000 0,2.000000-1.000000-1,3.000000 2.000000-1,4.000000 1.000000 0,2.000000 1.000000-2,1.000000-1.000000-1,-1.000000-5.000000-1,-2.000000-3.000000 0,-2.000000-6.000000-2,0.000000-3.000000 0,0.000000-3.000000-1,0.000000-3.000000 0,0.000000-3.000000-1,0.000000-1.000000-1,0.000000 2.000000-1,-1.000000 1.000000-1,1.000000 2.000000-1,1.000000 0.000000-2,1.000000 1.000000-4,2.000000-1.000000-3,1.000000 1.000000-3,1.000000-4.000000-4,2.000000-5.000000-3,2.000000-7.000000-4,1.000000-5.000000-3,0.000000-6.000000 1,1.000000-6.000000 2,0.000000-6.000000 3,0.000000-6.000000 2,-2.000000-4.000000 0,-3.000000-1.000000-6,-3.000000-2.000000-6,-2.000000-1.000000-6</inkml:trace>
</inkml:ink>
</file>

<file path=ppt/ink/ink147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8-19T18:18:09"/>
    </inkml:context>
    <inkml:brush xml:id="br0">
      <inkml:brushProperty name="width" value="0.055555559694767" units="cm"/>
      <inkml:brushProperty name="height" value="0.055555559694767" units="cm"/>
      <inkml:brushProperty name="color" value="#000000"/>
      <inkml:brushProperty name="ignorePressure" value="0"/>
    </inkml:brush>
  </inkml:definitions>
  <inkml:trace contextRef="#ctx0" brushRef="#br0">97223.000000 14567.000000,'417.000000'-2.000000,"0.000000"-1.000000,1.000000 1.000000,-1.000000-1.000000,0.000000 1.000000,0.000000 0.000000,0.000000-1.000000,0.000000 1.000000,0.000000 0.000000,0.000000-1.000000,0.000000 1.000000,0.000000-1.000000,0.000000 1.000000,0.000000 0.000000,0.000000-1.000000,0.000000 1.000000,0.000000 0.000000,1.000000-1.000000,-1.000000 1.000000,0.000000-1.000000,0.000000 1.000000,0.000000 0.000000,0.000000-1.000000,0.000000 1.000000,0.000000 0.000000,0.000000-1.000000,0.000000 1.000000,0.000000-1.000000,0.000000 1.000000,0.000000 0.000000,0.000000-1.000000,0.000000 1.000000,0.000000 0.000000,1.000000-1.000000,-1.000000 1.000000,0.000000-1.000000,0.000000 1.000000,0.000000 0.000000,0.000000-1.000000,0.000000 1.000000</inkml:trace>
</inkml:ink>
</file>

<file path=ppt/ink/ink147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12"/>
    </inkml:context>
    <inkml:brush xml:id="br0">
      <inkml:brushProperty name="width" value="0.0296353623270988" units="cm"/>
      <inkml:brushProperty name="height" value="0.0296353623270988" units="cm"/>
      <inkml:brushProperty name="color" value="#000000"/>
      <inkml:brushProperty name="ignorePressure" value="0"/>
    </inkml:brush>
  </inkml:definitions>
  <inkml:trace contextRef="#ctx0" brushRef="#br0">97342.000000 14804.000000 494,'-11.000000'-21.000000'-12,"1.000000"4.000000"12 ,2.000000 4.000000 13,1.000000 5.000000 13,1.000000 1.000000 6,1.000000-1.000000-2,-1.000000-2.000000-2,0.000000-1.000000-1,-1.000000 0.000000-2,-1.000000 2.000000-3,-2.000000 0.000000-4,-1.000000 3.000000-4,-1.000000 3.000000-2,-3.000000 6.000000-2,0.000000 6.000000-2,-2.000000 5.000000-1,-1.000000 5.000000-2,0.000000 1.000000-1,0.000000 1.000000 0,1.000000 2.000000-1,0.000000 1.000000-1,1.000000 0.000000 0,2.000000 0.000000-1,1.000000-1.000000-1,1.000000 1.000000 0,1.000000 0.000000 1,-1.000000 0.000000 0,0.000000-1.000000 1,0.000000 3.000000 0,0.000000 2.000000-1,0.000000 3.000000 0,0.000000 3.000000 0,1.000000 1.000000-1,2.000000-2.000000 1,0.000000-1.000000 0,3.000000-2.000000 1,0.000000 1.000000-1,0.000000 1.000000 0,0.000000 1.000000-1,0.000000 2.000000 0,0.000000-1.000000 1,0.000000-3.000000-1,0.000000-3.000000 2,0.000000-2.000000 1,1.000000-3.000000-1,1.000000 1.000000 0,2.000000 0.000000-1,1.000000 0.000000 0,1.000000-1.000000 0,-3.000000-2.000000-1,0.000000-1.000000 1,-2.000000-1.000000-1,-1.000000-1.000000 0,3.000000 2.000000-1,0.000000 2.000000 1,3.000000 1.000000 0,-1.000000 0.000000 0,-1.000000-2.000000 0,-2.000000-1.000000 2,-1.000000-1.000000-1,0.000000 0.000000 1,1.000000 3.000000 1,2.000000 4.000000 0,1.000000 2.000000 0,0.000000 2.000000 1,-1.000000 2.000000-1,-2.000000 1.000000 0,-1.000000 2.000000-1,0.000000 0.000000 0,1.000000-2.000000 0,2.000000-1.000000-1,1.000000-1.000000 1,1.000000-1.000000-1,0.000000 2.000000 0,0.000000 1.000000 0,0.000000 2.000000 0,0.000000-1.000000 0,0.000000-5.000000-1,0.000000-5.000000 1,0.000000-4.000000-2,0.000000 1.000000 1,0.000000 5.000000 0,0.000000 7.000000 1,0.000000 6.000000 0,0.000000 1.000000 0,0.000000-3.000000 0,0.000000-3.000000 1,0.000000-3.000000-1,0.000000-2.000000 0,0.000000-2.000000 0,0.000000-1.000000-1,0.000000-1.000000 0,1.000000-1.000000 1,1.000000-1.000000 0,2.000000 1.000000 0,1.000000 0.000000 1,1.000000-1.000000-1,0.000000 1.000000 0,0.000000 0.000000 0,0.000000 0.000000 0,0.000000-1.000000-1,0.000000 1.000000 1,0.000000 0.000000 0,0.000000 0.000000 0,0.000000 0.000000 1,-1.000000 2.000000 0,1.000000 1.000000 0,0.000000 2.000000 0,0.000000 0.000000 0,0.000000-1.000000 0,0.000000-2.000000-1,0.000000-2.000000 0,1.000000 0.000000 0,1.000000 0.000000 0,1.000000-1.000000 1,3.000000 1.000000-1,-1.000000-1.000000 1,-2.000000-1.000000-1,0.000000-2.000000-1,-3.000000-2.000000 0,1.000000-1.000000-1,1.000000-1.000000 1,2.000000-2.000000 0,1.000000-2.000000 0,1.000000 0.000000 0,0.000000 0.000000 1,-1.000000 0.000000-1,1.000000 0.000000 1,-1.000000 0.000000 0,-1.000000 0.000000-1,-2.000000 0.000000 1,-1.000000-1.000000 0,0.000000 1.000000 0,1.000000 0.000000 1,1.000000 0.000000-1,2.000000 0.000000 2,1.000000 0.000000-1,-3.000000 0.000000-1,-1.000000-1.000000 0,-1.000000 1.000000 0,0.000000 0.000000-1,1.000000 0.000000-1,2.000000 0.000000 1,1.000000 0.000000-2,1.000000-1.000000 1,-1.000000-1.000000 0,1.000000-2.000000 0,0.000000-2.000000 1,1.000000 2.000000 0,1.000000 2.000000 0,1.000000 4.000000-1,2.000000 2.000000 0,1.000000 0.000000 0,0.000000-2.000000 1,0.000000-4.000000 1,0.000000-3.000000 1,-1.000000 0.000000 0,1.000000 1.000000 0,0.000000 2.000000 2,0.000000 1.000000-1,1.000000 0.000000 1,3.000000-1.000000-2,4.000000-2.000000-1,2.000000-1.000000-1,2.000000-2.000000 0,2.000000 1.000000-1,1.000000 0.000000 1,2.000000 0.000000 0,1.000000 1.000000-1,-1.000000 1.000000 2,1.000000 2.000000 0,0.000000 1.000000 0,-1.000000 0.000000 1,1.000000-1.000000-1,-1.000000-2.000000 0,1.000000-2.000000 1,-1.000000 1.000000-2,-2.000000 1.000000 1,-1.000000 2.000000-1,-1.000000 1.000000 0,-1.000000 1.000000 0,2.000000 0.000000 0,1.000000 0.000000 0,2.000000-1.000000 2,0.000000 1.000000-1,-2.000000 0.000000 0,-1.000000 0.000000 0,-1.000000 0.000000 0,-1.000000-1.000000 1,2.000000-1.000000 0,1.000000-2.000000 1,2.000000-1.000000 0,1.000000-2.000000 0,2.000000 1.000000 0,2.000000 0.000000-1,0.000000 0.000000-1,3.000000-1.000000 0,3.000000-1.000000 0,3.000000-2.000000 1,3.000000-1.000000 1,1.000000-1.000000-1,-2.000000 0.000000 0,-1.000000 0.000000-1,-2.000000 0.000000 0,-1.000000 1.000000-1,-2.000000 1.000000 1,-1.000000 2.000000-1,-2.000000 1.000000 0,-2.000000 0.000000 0,-3.000000-1.000000 0,-3.000000-2.000000 1,-3.000000-1.000000-1,0.000000-1.000000 0,1.000000 0.000000 1,1.000000 0.000000 0,2.000000 0.000000 0,0.000000 0.000000 0,1.000000 0.000000 0,0.000000 0.000000 0,-1.000000 0.000000 1,2.000000 0.000000 0,3.000000 0.000000-1,3.000000 0.000000 1,3.000000 0.000000 0,1.000000 0.000000-1,-2.000000 0.000000 1,-1.000000 0.000000 0,-2.000000 0.000000 0,0.000000 0.000000 0,-1.000000 0.000000 0,1.000000 0.000000-1,-1.000000 0.000000 0,0.000000 0.000000-1,-2.000000 0.000000 0,-1.000000 0.000000 0,-1.000000 0.000000-1,-3.000000 0.000000 0,0.000000 0.000000 0,-2.000000 0.000000 1,-2.000000 0.000000 0,1.000000-1.000000 1,0.000000-1.000000-1,3.000000-2.000000 0,1.000000-1.000000 1,1.000000 0.000000-1,2.000000 1.000000 0,1.000000 2.000000 0,2.000000 1.000000 0,2.000000 1.000000 0,3.000000 0.000000 0,3.000000 0.000000 0,3.000000 0.000000 0,0.000000 0.000000 0,0.000000 0.000000 0,-3.000000 0.000000 0,-1.000000 0.000000 1,0.000000 0.000000-2,-1.000000 0.000000 0,1.000000 0.000000-1,-1.000000 0.000000-1,-1.000000 0.000000 0,-3.000000 0.000000 1,-3.000000 0.000000 0,-3.000000 0.000000 2,0.000000 0.000000 0,4.000000 0.000000 1,2.000000 0.000000 2,3.000000 0.000000 0,2.000000 0.000000-1,4.000000 0.000000 0,3.000000 0.000000-2,3.000000 0.000000-1,3.000000 0.000000 0,3.000000 0.000000-1,2.000000 0.000000 1,4.000000 0.000000 0,0.000000 0.000000 1,-3.000000 0.000000-1,-4.000000 0.000000 1,-2.000000 0.000000 0,-2.000000 0.000000 1,1.000000 0.000000 0,-1.000000 0.000000 1,0.000000 0.000000 1,2.000000-1.000000-2,3.000000-1.000000 0,3.000000-2.000000-3,2.000000-1.000000-1,3.000000-1.000000-1,2.000000 0.000000 2,1.000000 0.000000 1,1.000000 1.000000 2,1.000000-1.000000 0,-3.000000 3.000000-1,0.000000 0.000000-2,-2.000000 3.000000 0,-2.000000 0.000000-1,-1.000000 0.000000 0,-1.000000 0.000000-1,-2.000000 0.000000 1,2.000000 0.000000 0,6.000000 0.000000 1,6.000000 0.000000 0,6.000000 0.000000 1,2.000000 0.000000 1,-4.000000 0.000000-1,-2.000000 0.000000 0,-4.000000 0.000000 0,-1.000000 0.000000 0,-2.000000 0.000000 1,-2.000000 0.000000 0,-1.000000 0.000000 1,1.000000 0.000000 0,2.000000 0.000000-1,4.000000 0.000000 1,3.000000 0.000000-2,1.000000 0.000000 1,0.000000 3.000000 1,0.000000 0.000000 1,0.000000 3.000000 1,-2.000000-1.000000 0,-5.000000-2.000000-1,-4.000000 0.000000 0,-5.000000-3.000000 0,0.000000 0.000000 0,3.000000 0.000000-1,2.000000 0.000000 1,4.000000 0.000000-1,3.000000 0.000000-1,5.000000 0.000000-1,5.000000 0.000000-2,3.000000 0.000000-1,0.000000 0.000000-1,-6.000000 0.000000 1,-6.000000 0.000000 1,-6.000000 0.000000 0,-2.000000 1.000000 1,-1.000000 1.000000 0,0.000000 2.000000 0,0.000000 1.000000 1,3.000000 0.000000 0,3.000000-1.000000 1,6.000000-2.000000 0,4.000000-1.000000 0,0.000000-1.000000 2,-2.000000 0.000000 1,-4.000000 0.000000 2,-2.000000 0.000000 3,-4.000000 0.000000 0,-5.000000 0.000000-2,-4.000000 0.000000 0,-4.000000 0.000000-1,0.000000-1.000000-1,6.000000-1.000000-2,6.000000-2.000000-2,6.000000-1.000000-1,4.000000 0.000000 0,-1.000000 1.000000 1,0.000000 2.000000 1,0.000000 1.000000 0,-4.000000 1.000000 1,-7.000000 0.000000-1,-8.000000 0.000000-1,-6.000000 0.000000-1,-4.000000 0.000000 0,4.000000 0.000000 0,3.000000 0.000000-1,3.000000 0.000000 1,3.000000 0.000000 1,2.000000 0.000000 0,4.000000 0.000000 1,3.000000 0.000000 1,-1.000000 0.000000 0,-2.000000 0.000000 0,-3.000000 0.000000-1,-4.000000 0.000000 0,-1.000000 0.000000-1,-2.000000 0.000000 0,-1.000000 0.000000-2,-2.000000 0.000000-1,0.000000 0.000000 0,1.000000 0.000000 0,2.000000 0.000000 0,2.000000 0.000000 2,1.000000 0.000000-1,1.000000 0.000000-1,2.000000 0.000000 1,2.000000 0.000000-2,0.000000 0.000000 1,0.000000-3.000000 1,0.000000 0.000000 0,0.000000-2.000000 0,-2.000000-1.000000 1,-7.000000 3.000000 0,-6.000000 0.000000 0,-5.000000 3.000000 0,-4.000000-1.000000 0,1.000000-1.000000 1,-1.000000-2.000000 1,1.000000-1.000000 0,1.000000 0.000000 0,2.000000 1.000000 1,4.000000 2.000000 2,3.000000 1.000000-1,2.000000 0.000000 2,2.000000-1.000000-1,1.000000-2.000000 0,1.000000-1.000000 0,-1.000000-1.000000 0,-4.000000 0.000000 0,-5.000000 0.000000-1,-4.000000 0.000000-1,-3.000000 0.000000 0,-2.000000 0.000000-1,-2.000000 1.000000-2,0.000000-1.000000 0,-2.000000 0.000000 0,-2.000000 0.000000-1,-1.000000 0.000000 1,-2.000000 0.000000-1,0.000000 0.000000 1,2.000000 0.000000 1,1.000000 0.000000 0,2.000000 0.000000 0,1.000000 1.000000 1,-1.000000 1.000000-1,1.000000 2.000000 0,-1.000000 1.000000 0,1.000000 1.000000-1,-1.000000 0.000000 1,1.000000 0.000000 0,-1.000000 0.000000-1,0.000000 0.000000 1,-4.000000 0.000000 0,-3.000000 0.000000-1,-3.000000 0.000000 1,-1.000000 0.000000-1,-1.000000 0.000000 0,1.000000 0.000000 0,0.000000 0.000000-1,-2.000000 0.000000 1,0.000000 0.000000 0,-2.000000 0.000000 0,-2.000000 0.000000 0,-1.000000 0.000000 1,-1.000000 0.000000-1,-2.000000 0.000000 1,-2.000000 0.000000 0,1.000000 0.000000 0,1.000000 0.000000 0,1.000000 0.000000 0,2.000000 0.000000-1,2.000000 0.000000 0,1.000000 0.000000 0,1.000000 0.000000-1,2.000000 0.000000-1,1.000000 0.000000 0,0.000000-3.000000-1,-1.000000 0.000000 1,1.000000-3.000000 0,0.000000 1.000000 1,-1.000000 2.000000 0,1.000000 0.000000 0,0.000000 3.000000 2,-1.000000 0.000000 0,1.000000 0.000000-1,-1.000000 0.000000-1,1.000000 0.000000 0,-1.000000 0.000000 0,-1.000000 0.000000 1,-3.000000 0.000000 1,0.000000 0.000000 0,-2.000000 0.000000 1,-2.000000 0.000000-1,-1.000000 0.000000 0,-1.000000 0.000000 0,-2.000000 0.000000-1,-1.000000 0.000000 0,-2.000000 0.000000 0,-2.000000 0.000000 0,0.000000 0.000000 1,0.000000 3.000000-1,0.000000 0.000000 1,0.000000 2.000000 0,0.000000 1.000000 0,0.000000-3.000000-1,-1.000000 0.000000 0,1.000000-3.000000 0,0.000000 0.000000-1,0.000000 0.000000 1,0.000000 0.000000-1,0.000000 0.000000-1,0.000000 0.000000 1,-1.000000 0.000000 0,1.000000 0.000000 1,0.000000 0.000000 0,2.000000 0.000000 0,2.000000 0.000000-1,3.000000 0.000000 0,3.000000 0.000000-1,1.000000 0.000000 0,-4.000000 0.000000 0,-3.000000 0.000000 1,-2.000000 0.000000 0,-3.000000 0.000000 0,1.000000 0.000000-1,0.000000 0.000000 1,0.000000 0.000000-1,0.000000 0.000000 0,0.000000 0.000000 1,0.000000 0.000000 0,-1.000000 0.000000 1,1.000000 0.000000-1,0.000000 0.000000 0,0.000000 0.000000-1,0.000000 0.000000 0</inkml:trace>
</inkml:ink>
</file>

<file path=ppt/ink/ink147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18"/>
    </inkml:context>
    <inkml:brush xml:id="br0">
      <inkml:brushProperty name="width" value="0.0146666681393981" units="cm"/>
      <inkml:brushProperty name="height" value="0.0146666681393981" units="cm"/>
      <inkml:brushProperty name="color" value="#000000"/>
      <inkml:brushProperty name="ignorePressure" value="0"/>
    </inkml:brush>
  </inkml:definitions>
  <inkml:trace contextRef="#ctx0" brushRef="#br0">114050.000000 14700.000000 999,'-46.000000'-24.000000'-74,"10.000000"4.000000"17 ,10.000000 3.000000 17,9.000000 3.000000 17,4.000000 3.000000 11,1.000000 3.000000 2,-1.000000 3.000000 3,1.000000 4.000000 2,-1.000000-1.000000 2,1.000000-3.000000 1,-1.000000-3.000000 0,1.000000-2.000000 0</inkml:trace>
</inkml:ink>
</file>

<file path=ppt/ink/ink147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19"/>
    </inkml:context>
    <inkml:brush xml:id="br0">
      <inkml:brushProperty name="width" value="0.0296573545783758" units="cm"/>
      <inkml:brushProperty name="height" value="0.0296573545783758" units="cm"/>
      <inkml:brushProperty name="color" value="#000000"/>
      <inkml:brushProperty name="ignorePressure" value="0"/>
    </inkml:brush>
  </inkml:definitions>
  <inkml:trace contextRef="#ctx0" brushRef="#br0">113700.000000 14600.000000 494,'-47.000000'0.000000'0,"6.000000"0.000000"-1 ,7.000000 0.000000-1,6.000000 0.000000-1,3.000000-2.000000 2,0.000000-3.000000 1,0.000000-3.000000 3,0.000000-2.000000 2,1.000000-5.000000 4,4.000000-2.000000 6,3.000000-3.000000 5,3.000000-3.000000 5,4.000000-1.000000 6,7.000000 4.000000 2,6.000000 3.000000 4,7.000000 3.000000 3,5.000000 6.000000-1,7.000000 9.000000-4,6.000000 10.000000-5,7.000000 10.000000-5,0.000000 0.000000-4,-2.000000-5.000000-5,-3.000000-7.000000-4,-3.000000-5.000000-5,-1.000000-4.000000-2,4.000000 0.000000-1,3.000000 0.000000 0,3.000000 0.000000-1,1.000000 1.000000 0,1.000000 4.000000-1,-1.000000 3.000000-1,1.000000 3.000000 0,-1.000000-1.000000-1,1.000000-2.000000-1,-1.000000-3.000000 1,1.000000-3.000000-1,-1.000000-1.000000 0,1.000000 4.000000-1,-1.000000 3.000000 0,1.000000 3.000000-1,-1.000000 1.000000 0,1.000000 1.000000 0,-1.000000-1.000000 1,1.000000 1.000000 0,-3.000000-1.000000-1,-2.000000 1.000000 1,-3.000000-1.000000-1,-3.000000 1.000000 0,-1.000000 1.000000 0,4.000000 3.000000 0,3.000000 3.000000 1,3.000000 4.000000 1,1.000000-1.000000 0,1.000000-3.000000 0,-1.000000-3.000000 1,1.000000-2.000000-1,-3.000000-1.000000 1,-2.000000 3.000000-2,-3.000000 3.000000 0,-3.000000 4.000000 0,-4.000000 1.000000-1,-3.000000 0.000000 1,-3.000000 0.000000 0,-2.000000 0.000000 1,-1.000000 0.000000 0,3.000000 0.000000-1,3.000000 0.000000 0,4.000000 0.000000 0,-1.000000 1.000000-1,-3.000000 4.000000 1,-3.000000 3.000000-1,-2.000000 3.000000 1,-5.000000 1.000000 0,-2.000000 1.000000 0,-3.000000-1.000000 1,-3.000000 1.000000 1,-1.000000-1.000000 0,4.000000 1.000000 0,3.000000-1.000000 0,3.000000 1.000000 0,-1.000000-3.000000 1,-2.000000-2.000000 0,-3.000000-3.000000 0,-3.000000-3.000000 0,-2.000000-1.000000 0,0.000000 4.000000 0,0.000000 3.000000-1,0.000000 3.000000-1,0.000000-1.000000 0,0.000000-2.000000 1,0.000000-3.000000-1,0.000000-3.000000 1,1.000000-2.000000 0,4.000000 0.000000 0,3.000000 0.000000-1,3.000000 0.000000 1,-1.000000 0.000000 0,-2.000000 0.000000-1,-3.000000 0.000000 1,-3.000000 0.000000-1,-2.000000 1.000000 1,0.000000 4.000000-1,0.000000 3.000000 2,0.000000 3.000000-1,0.000000-1.000000 0,0.000000-2.000000 1,0.000000-3.000000 0,0.000000-3.000000 1,0.000000-1.000000 0,0.000000 4.000000 0,0.000000 3.000000 1,0.000000 3.000000 0,0.000000-1.000000 0,0.000000-2.000000-1,0.000000-3.000000-1,0.000000-3.000000-2,0.000000-2.000000 0,0.000000 0.000000 0,0.000000 0.000000 0,0.000000 0.000000-1,-2.000000 0.000000 1,-3.000000 0.000000 0,-3.000000 0.000000 1,-2.000000 0.000000 0,-3.000000 0.000000 1,1.000000 0.000000-1,-1.000000 0.000000 2,1.000000 0.000000-1,-1.000000 1.000000 1,1.000000 4.000000 0,-1.000000 3.000000 1,1.000000 3.000000 0,-1.000000-1.000000-1,1.000000-2.000000 0,-1.000000-3.000000 0,1.000000-3.000000-1,-4.000000-1.000000 0,-6.000000 4.000000 1,-6.000000 3.000000 1,-6.000000 3.000000 1,-2.000000 1.000000 0,3.000000 1.000000-1,3.000000-1.000000 0,4.000000 1.000000-1,1.000000-4.000000-1,0.000000-6.000000 0,0.000000-6.000000 0,0.000000-6.000000 0,1.000000-2.000000-1,4.000000 3.000000 2,3.000000 3.000000 0,3.000000 4.000000 1,-1.000000-1.000000 1,-2.000000-3.000000 0,-3.000000-3.000000 2,-3.000000-2.000000 0,-2.000000-1.000000 1,0.000000 3.000000 2,0.000000 3.000000 3,0.000000 4.000000 1,-2.000000-1.000000 0,-3.000000-3.000000-3,-3.000000-3.000000-3,-2.000000-2.000000-2,-3.000000-3.000000-2,1.000000 1.000000-3,-1.000000-1.000000-1,1.000000 1.000000-2,-1.000000-1.000000-2,1.000000 1.000000 2,-1.000000-1.000000-1,1.000000 1.000000 1,-3.000000-1.000000-7,-2.000000 1.000000-11,-3.000000-1.000000-12,-3.000000 1.000000-13,1.000000-1.000000-8,6.000000 1.000000-8,7.000000-1.000000-7,6.000000 1.000000-6</inkml:trace>
</inkml:ink>
</file>

<file path=ppt/ink/ink147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3"/>
    </inkml:context>
    <inkml:brush xml:id="br0">
      <inkml:brushProperty name="width" value="0.0237783007323742" units="cm"/>
      <inkml:brushProperty name="height" value="0.0237783007323742" units="cm"/>
      <inkml:brushProperty name="color" value="#000000"/>
      <inkml:brushProperty name="ignorePressure" value="0"/>
    </inkml:brush>
  </inkml:definitions>
  <inkml:trace contextRef="#ctx0" brushRef="#br0">98079.000000 15460.000000 616,'-18.000000'1.000000'53,"2.000000"5.000000"-9 ,2.000000 3.000000-10,3.000000 4.000000-9,2.000000 4.000000-5,2.000000 2.000000-2,4.000000 2.000000-2,2.000000 2.000000-2,0.000000 5.000000-2,-1.000000 4.000000-1,-1.000000 6.000000-3,-2.000000 5.000000-1,1.000000 3.000000-1,-2.000000 5.000000-3,2.000000 3.000000-2,-1.000000 4.000000-2,0.000000 1.000000 0,0.000000-2.000000 2,-1.000000-4.000000 0,2.000000-2.000000 2,-1.000000-2.000000 0,2.000000-5.000000-1,1.000000-3.000000 0,1.000000-4.000000-1,2.000000-4.000000 0,1.000000-1.000000 0,1.000000-4.000000 0,2.000000-1.000000 1,-1.000000-2.000000 1,-1.000000 0.000000-1,-1.000000 0.000000 0,-1.000000 0.000000 0,-1.000000-2.000000 0,2.000000-1.000000 0,1.000000-4.000000 0,2.000000-1.000000 1,0.000000-2.000000-1,-1.000000-1.000000-1,1.000000 1.000000 0,0.000000 0.000000 0,0.000000 0.000000-1,1.000000-2.000000 0,-1.000000-1.000000 0,0.000000-2.000000 0,0.000000 1.000000-1,2.000000-2.000000 1,1.000000 2.000000 0,1.000000-1.000000 0,2.000000 0.000000 0,-2.000000 0.000000 1,2.000000-1.000000 1,-2.000000 2.000000 1,3.000000-2.000000 1,1.000000-1.000000 0,4.000000-1.000000-1,1.000000-1.000000 1,3.000000-1.000000-1,-2.000000 2.000000 0,2.000000 1.000000 0,-1.000000 2.000000-1,1.000000-1.000000 1,3.000000-1.000000 0,2.000000-1.000000 1,3.000000-2.000000 0,1.000000 1.000000 0,-1.000000-1.000000 0,1.000000 0.000000 0,0.000000 0.000000 0,0.000000 0.000000-1,1.000000-1.000000 0,-1.000000 2.000000-2,0.000000-1.000000-1,-1.000000-1.000000 0,-1.000000-1.000000 0,-1.000000-1.000000 0,-1.000000-2.000000-1,-1.000000 0.000000 1,0.000000 0.000000 0,0.000000 0.000000-1,0.000000 0.000000 1,0.000000 1.000000 0,0.000000 1.000000 0,0.000000 1.000000 1,0.000000 2.000000-1,0.000000-1.000000 0,0.000000-1.000000 0,0.000000-1.000000 0,0.000000-1.000000 0,1.000000 0.000000 1,3.000000 3.000000 0,2.000000 2.000000 0,2.000000 3.000000 0,4.000000 0.000000 0,4.000000-1.000000-1,3.000000-1.000000 0,5.000000-1.000000-1,-1.000000-2.000000-1,-4.000000-1.000000 1,-3.000000-1.000000 0,-5.000000-2.000000 0,-1.000000 1.000000 1,-2.000000 1.000000-1,-1.000000 1.000000 0,-1.000000 2.000000 1,-3.000000-1.000000-1,-2.000000-1.000000 1,-2.000000-1.000000 0,-2.000000-2.000000 1,-2.000000 1.000000-1,2.000000 1.000000 0,1.000000 1.000000-1,2.000000 2.000000 0,0.000000-1.000000-1,0.000000-1.000000-3,0.000000-1.000000-2,0.000000-1.000000-2,-2.000000-1.000000-3,-1.000000 0.000000-2,-4.000000 0.000000-3,-2.000000 0.000000-4</inkml:trace>
</inkml:ink>
</file>

<file path=ppt/ink/ink147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4"/>
    </inkml:context>
    <inkml:brush xml:id="br0">
      <inkml:brushProperty name="width" value="0.0216010343283415" units="cm"/>
      <inkml:brushProperty name="height" value="0.0216010343283415" units="cm"/>
      <inkml:brushProperty name="color" value="#000000"/>
      <inkml:brushProperty name="ignorePressure" value="0"/>
    </inkml:brush>
  </inkml:definitions>
  <inkml:trace contextRef="#ctx0" brushRef="#br0">98020.000000 15380.000000 678,'11.000000'-9.000000'71,"5.000000"2.000000"-15 ,3.000000 4.000000-15,4.000000 2.000000-16,5.000000 1.000000-8,5.000000 2.000000-1,4.000000 1.000000 0,5.000000 1.000000-1,5.000000 1.000000-1,2.000000-2.000000-1,2.000000-1.000000-1,2.000000-1.000000-1,1.000000-1.000000-3,-5.000000 0.000000-3,-3.000000 0.000000-4,-4.000000 0.000000-2,-3.000000 0.000000-3,2.000000 2.000000-1,-2.000000 1.000000 1,1.000000 1.000000-2,0.000000 1.000000 1,-2.000000-2.000000 2,-1.000000-1.000000 1,-2.000000-1.000000 1,2.000000-1.000000 0,1.000000 0.000000-1,4.000000 0.000000-3,1.000000 0.000000-2,3.000000 0.000000-1,-2.000000 0.000000 1,2.000000 0.000000 1,-1.000000 0.000000 1,0.000000 0.000000 1,0.000000 0.000000 1,-1.000000 0.000000 0,2.000000 0.000000 1,-3.000000 0.000000 1,-1.000000 2.000000 0,-4.000000 1.000000 1,-1.000000 2.000000 1,-4.000000-1.000000 1,-1.000000-1.000000 1,-4.000000-1.000000 0,-2.000000-2.000000 1,1.000000 1.000000 0,1.000000 1.000000-1,4.000000 1.000000-1,2.000000 2.000000-2,1.000000 0.000000 0,0.000000-1.000000-1,-1.000000 1.000000-1,1.000000 1.000000-1,0.000000-1.000000 0,-2.000000 0.000000 1,-1.000000-1.000000 0,-1.000000 1.000000 1,-2.000000 1.000000 0,-1.000000 1.000000 0,-1.000000 1.000000 1,-2.000000 2.000000 0,0.000000-1.000000 1,0.000000-1.000000 0,0.000000-1.000000 0,0.000000-1.000000 0,-1.000000-1.000000 1,-2.000000 2.000000 0,-4.000000 1.000000 0,-1.000000 2.000000 0,-2.000000 0.000000 0,0.000000 0.000000 0,-1.000000-1.000000-1,2.000000 2.000000 0,-2.000000-2.000000 0,-1.000000 1.000000-1,-1.000000 0.000000-1,-1.000000 0.000000 0,-1.000000 1.000000-1,-1.000000-1.000000 0,2.000000 0.000000-1,-1.000000 0.000000 0,0.000000 0.000000 0,-1.000000 2.000000 0,1.000000 1.000000 2,1.000000 2.000000-1,-1.000000 0.000000 1,0.000000 2.000000 0,-1.000000 1.000000 0,1.000000 2.000000-1,1.000000 1.000000 1,-2.000000 2.000000 0,2.000000 4.000000 0,-2.000000 2.000000 2,1.000000 0.000000-1,-2.000000-1.000000 1,-1.000000-1.000000-1,-1.000000-1.000000 0,-2.000000-1.000000 1,2.000000 2.000000-1,-1.000000 1.000000 1,-1.000000 1.000000 0,1.000000 2.000000 0,-2.000000-2.000000 0,-1.000000 2.000000 0,-2.000000-2.000000-1,0.000000 1.000000 1,0.000000-2.000000-1,0.000000-1.000000 0,0.000000-1.000000 1,0.000000-1.000000-1,0.000000 2.000000 1,0.000000 1.000000-1,0.000000 2.000000 1,0.000000 0.000000 0,0.000000 2.000000-1,0.000000 1.000000 1,0.000000 1.000000 0,0.000000 3.000000 1,0.000000 1.000000-1,0.000000 4.000000 2,0.000000 2.000000-1,0.000000 0.000000 1,0.000000 1.000000-1,0.000000 1.000000 0,0.000000-1.000000 0,0.000000 0.000000-1,-2.000000 0.000000 1,-1.000000-1.000000 1,-2.000000 2.000000 0,1.000000-2.000000 1,1.000000-1.000000-2,1.000000-1.000000-1,2.000000-1.000000 0,0.000000-3.000000-2,0.000000-1.000000 1,0.000000-4.000000 0,0.000000-2.000000 0,0.000000 0.000000 1,0.000000 1.000000 0,0.000000 1.000000 2,0.000000 2.000000 0,0.000000-2.000000 1,0.000000-1.000000-1,0.000000-4.000000 0,0.000000-2.000000-1,0.000000-1.000000 1,0.000000-2.000000-2,0.000000-1.000000 1,0.000000-1.000000-1,-1.000000-2.000000-1,-1.000000-1.000000 0,-1.000000-1.000000 0,-1.000000-1.000000-1,-1.000000-5.000000-9,0.000000-5.000000-20,-1.000000-7.000000-19,1.000000-6.000000-20,1.000000-3.000000-3,-2.000000 0.000000 12,2.000000 1.000000 11,-1.000000-1.000000 12</inkml:trace>
</inkml:ink>
</file>

<file path=ppt/ink/ink147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4"/>
    </inkml:context>
    <inkml:brush xml:id="br0">
      <inkml:brushProperty name="width" value="0.0240895692259073" units="cm"/>
      <inkml:brushProperty name="height" value="0.0240895692259073" units="cm"/>
      <inkml:brushProperty name="color" value="#000000"/>
      <inkml:brushProperty name="ignorePressure" value="0"/>
    </inkml:brush>
  </inkml:definitions>
  <inkml:trace contextRef="#ctx0" brushRef="#br0">99779.000000 17060.000000 608,'39.000000'19.000000'74,"-3.000000"-1.000000"-18 ,-2.000000-1.000000-17,-2.000000-1.000000-17,-1.000000-1.000000-9,3.000000 2.000000-1,2.000000 1.000000 0,3.000000 2.000000-2,0.000000 0.000000-1,-1.000000 2.000000 0,-1.000000 1.000000-2,-1.000000 1.000000 0,-2.000000 1.000000-1,-1.000000 0.000000 1,-1.000000 0.000000 0,-2.000000 0.000000 0,-1.000000 0.000000 0,-5.000000 0.000000-1,-3.000000 0.000000 0,-5.000000 0.000000-1,-1.000000 0.000000-1,1.000000 0.000000 1,-1.000000 0.000000 1,-1.000000 0.000000 0,1.000000 0.000000 0,-2.000000-2.000000-1,-1.000000-1.000000 1,-2.000000-1.000000-1,0.000000-2.000000 0,-2.000000-1.000000-1,-1.000000-1.000000 0,-1.000000-1.000000-1,-1.000000-2.000000 0,-1.000000-1.000000 0,1.000000-1.000000 0,0.000000-1.000000-1</inkml:trace>
</inkml:ink>
</file>

<file path=ppt/ink/ink148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5"/>
    </inkml:context>
    <inkml:brush xml:id="br0">
      <inkml:brushProperty name="width" value="0.0249236058443785" units="cm"/>
      <inkml:brushProperty name="height" value="0.0249236058443785" units="cm"/>
      <inkml:brushProperty name="color" value="#000000"/>
      <inkml:brushProperty name="ignorePressure" value="0"/>
    </inkml:brush>
  </inkml:definitions>
  <inkml:trace contextRef="#ctx0" brushRef="#br0">98620.000000 15939.000000 588,'20.000000'10.000000'46,"2.000000"-2.000000"0 ,1.000000-1.000000-1,2.000000-2.000000-1,3.000000 1.000000-3,9.000000 1.000000-8,6.000000 1.000000-7,9.000000 2.000000-6,4.000000-1.000000-4,3.000000-1.000000 0,2.000000-1.000000 2,3.000000-1.000000 1,-2.000000-2.000000-2,-5.000000-1.000000-5,-4.000000-1.000000-4,-6.000000-2.000000-4,-6.000000 0.000000-4,-9.000000 0.000000-3,-9.000000 0.000000-3,-9.000000 0.000000-4,-10.000000 0.000000-11,-15.000000 0.000000-18,-13.000000 0.000000-18,-14.000000 0.000000-18,-4.000000 2.000000-3,9.000000 1.000000 13,6.000000 4.000000 11,9.000000 2.000000 13</inkml:trace>
</inkml:ink>
</file>

<file path=ppt/ink/ink148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5"/>
    </inkml:context>
    <inkml:brush xml:id="br0">
      <inkml:brushProperty name="width" value="0.0238730348646641" units="cm"/>
      <inkml:brushProperty name="height" value="0.0238730348646641" units="cm"/>
      <inkml:brushProperty name="color" value="#000000"/>
      <inkml:brushProperty name="ignorePressure" value="0"/>
    </inkml:brush>
  </inkml:definitions>
  <inkml:trace contextRef="#ctx0" brushRef="#br0">98620.000000 16339.000000 614,'50.000000'0.000000'115,"2.000000"0.000000"-25 ,1.000000 0.000000-24,1.000000 0.000000-24,3.000000 0.000000-16,2.000000 0.000000-6,2.000000 0.000000-6,3.000000 0.000000-6,-1.000000 0.000000-5,-4.000000 0.000000-2,-3.000000 0.000000-2,-4.000000 0.000000-3,-7.000000 0.000000-7,-8.000000 0.000000-11,-9.000000 0.000000-11,-9.000000 0.000000-11,-7.000000 1.000000-7,-6.000000 1.000000 0,-7.000000 1.000000-2,-6.000000 2.000000-1,-3.000000 0.000000 3,1.000000 0.000000 10,-1.000000-1.000000 8,0.000000 1.000000 8</inkml:trace>
</inkml:ink>
</file>

<file path=ppt/ink/ink148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5"/>
    </inkml:context>
    <inkml:brush xml:id="br0">
      <inkml:brushProperty name="width" value="0.020925298333168" units="cm"/>
      <inkml:brushProperty name="height" value="0.020925298333168" units="cm"/>
      <inkml:brushProperty name="color" value="#000000"/>
      <inkml:brushProperty name="ignorePressure" value="0"/>
    </inkml:brush>
  </inkml:definitions>
  <inkml:trace contextRef="#ctx0" brushRef="#br0">98620.000000 16639.000000 700,'30.000000'0.000000'-5,"2.000000"-2.000000"14 ,1.000000-1.000000 15,2.000000-1.000000 15,3.000000-1.000000 6,6.000000 2.000000-2,7.000000 1.000000-1,5.000000 1.000000-2,6.000000 1.000000-6,1.000000 0.000000-14,4.000000 0.000000-12,2.000000 0.000000-12,-5.000000 0.000000-6,-11.000000 0.000000 2,-11.000000 0.000000 0,-12.000000 0.000000 1,-6.000000 1.000000-9,-5.000000 1.000000-20,-3.000000 1.000000-18,-4.000000 2.000000-20</inkml:trace>
</inkml:ink>
</file>

<file path=ppt/ink/ink148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29"/>
    </inkml:context>
    <inkml:brush xml:id="br0">
      <inkml:brushProperty name="width" value="0.0284502692520618" units="cm"/>
      <inkml:brushProperty name="height" value="0.0284502692520618" units="cm"/>
      <inkml:brushProperty name="color" value="#000000"/>
      <inkml:brushProperty name="ignorePressure" value="0"/>
    </inkml:brush>
  </inkml:definitions>
  <inkml:trace contextRef="#ctx0" brushRef="#br0">102100.000000 15680.000000 515,'-19.000000'6.000000'69,"2.000000"13.000000"-8 ,4.000000 12.000000-6,1.000000 13.000000-7,1.000000 11.000000-7,-5.000000 10.000000-4,-3.000000 10.000000-6,-4.000000 10.000000-4,-4.000000 8.000000-5,-4.000000 9.000000-2,-3.000000 6.000000-3,-5.000000 9.000000-2,0.000000 2.000000-3,1.000000-1.000000-1,1.000000-1.000000-4,1.000000-1.000000-1,3.000000-8.000000-3,4.000000-12.000000-1,3.000000-12.000000-2,4.000000-12.000000-1,5.000000-14.000000-2,5.000000-14.000000-1,4.000000-13.000000-2,5.000000-14.000000-1,6.000000-12.000000-9,5.000000-10.000000-14,4.000000-11.000000-15,5.000000-9.000000-15,4.000000-7.000000-4,-1.000000-5.000000 6,0.000000-6.000000 7,0.000000-4.000000 6,-2.000000 0.000000 5,-1.000000 6.000000 4,-4.000000 7.000000 4,-1.000000 6.000000 3</inkml:trace>
</inkml:ink>
</file>

<file path=ppt/ink/ink148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0"/>
    </inkml:context>
    <inkml:brush xml:id="br0">
      <inkml:brushProperty name="width" value="0.0334777534008026" units="cm"/>
      <inkml:brushProperty name="height" value="0.0334777534008026" units="cm"/>
      <inkml:brushProperty name="color" value="#000000"/>
      <inkml:brushProperty name="ignorePressure" value="0"/>
    </inkml:brush>
  </inkml:definitions>
  <inkml:trace contextRef="#ctx0" brushRef="#br0">101979.000000 16100.000000 438,'0.000000'-37.000000'0,"0.000000"6.000000"3 ,0.000000 7.000000 1,0.000000 5.000000 2,1.000000 6.000000 4,1.000000 1.000000 6,1.000000 4.000000 6,1.000000 2.000000 7,1.000000 2.000000 2,1.000000 5.000000 0,-1.000000 3.000000-2,0.000000 5.000000 0,1.000000 4.000000-2,3.000000 9.000000-3,2.000000 6.000000-3,3.000000 9.000000-2,0.000000 5.000000-1,1.000000 6.000000 1,1.000000 4.000000-1,-1.000000 6.000000 2,0.000000 5.000000-2,2.000000 6.000000-2,1.000000 7.000000-2,1.000000 6.000000-3,0.000000 2.000000-1,-3.000000 1.000000-2,-2.000000 0.000000 0,-3.000000 0.000000-2,0.000000-3.000000 0,-2.000000-9.000000 1,2.000000-6.000000-1,-2.000000-9.000000 1,1.000000-8.000000 0,-2.000000-12.000000 0,-1.000000-11.000000-2,-1.000000-11.000000 1,0.000000-13.000000-1,3.000000-11.000000 1,2.000000-14.000000 0,3.000000-12.000000 0,3.000000-11.000000 1,5.000000-12.000000-2,6.000000-11.000000 0,5.000000-12.000000-2,3.000000-7.000000-3,5.000000-5.000000-5,3.000000-6.000000-6,5.000000-4.000000-6,1.000000-3.000000-3,2.000000 2.000000 0,1.000000 1.000000-1,1.000000 2.000000 1,-1.000000 3.000000-1,-6.000000 8.000000 0,-4.000000 8.000000-1,-5.000000 8.000000 0,-7.000000 9.000000 0,-8.000000 12.000000 1,-6.000000 14.000000 1,-9.000000 12.000000 2,-5.000000 9.000000 0,-5.000000 6.000000-3,-6.000000 7.000000-2,-4.000000 6.000000-2,-2.000000 3.000000-4,3.000000 0.000000-6,2.000000-1.000000-6,2.000000 1.000000-6</inkml:trace>
</inkml:ink>
</file>

<file path=ppt/ink/ink148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0"/>
    </inkml:context>
    <inkml:brush xml:id="br0">
      <inkml:brushProperty name="width" value="0.0314372293651104" units="cm"/>
      <inkml:brushProperty name="height" value="0.0314372293651104" units="cm"/>
      <inkml:brushProperty name="color" value="#000000"/>
      <inkml:brushProperty name="ignorePressure" value="0"/>
    </inkml:brush>
  </inkml:definitions>
  <inkml:trace contextRef="#ctx0" brushRef="#br0">103179.000000 16980.000000 466,'-6.000000'8.000000'88,"5.000000"-4.000000"-18 ,7.000000-3.000000-17,5.000000-5.000000-18,6.000000-2.000000-11,4.000000-5.000000-6,3.000000-3.000000-5,4.000000-5.000000-6,4.000000-2.000000-4,2.000000-3.000000-1,2.000000-2.000000-2,3.000000-3.000000-2,-2.000000-1.000000-2,-5.000000-2.000000 0,-4.000000-1.000000-2,-6.000000-1.000000-1,-3.000000-1.000000 1,-5.000000 2.000000 1,-3.000000 1.000000 2,-5.000000 2.000000 1,-5.000000 1.000000 2,-9.000000 5.000000 0,-9.000000 3.000000 2,-9.000000 4.000000 0,-5.000000 4.000000 0,-5.000000 4.000000 0,-3.000000 3.000000 0,-5.000000 5.000000-1,-1.000000 7.000000 1,1.000000 13.000000 1,-1.000000 12.000000 0,0.000000 13.000000 0,1.000000 9.000000 2,5.000000 6.000000 3,3.000000 7.000000 3,5.000000 6.000000 2,4.000000 3.000000 2,6.000000 0.000000 1,7.000000 0.000000 1,5.000000 0.000000 1,7.000000-5.000000 1,4.000000-10.000000 1,6.000000-10.000000 1,5.000000-10.000000 2,5.000000-9.000000-3,8.000000-7.000000-4,8.000000-8.000000-6,7.000000-7.000000-5,8.000000-8.000000-11,8.000000-5.000000-17,6.000000-7.000000-18,9.000000-5.000000-18,1.000000-6.000000-5,-1.000000-2.000000 4,-4.000000-2.000000 5,-1.000000-2.000000 5,-8.000000-1.000000 4,-9.000000 5.000000 2,-9.000000 3.000000 2,-12.000000 4.000000 2</inkml:trace>
</inkml:ink>
</file>

<file path=ppt/ink/ink148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1"/>
    </inkml:context>
    <inkml:brush xml:id="br0">
      <inkml:brushProperty name="width" value="0.0353089869022369" units="cm"/>
      <inkml:brushProperty name="height" value="0.0353089869022369" units="cm"/>
      <inkml:brushProperty name="color" value="#000000"/>
      <inkml:brushProperty name="ignorePressure" value="0"/>
    </inkml:brush>
  </inkml:definitions>
  <inkml:trace contextRef="#ctx0" brushRef="#br0">103960.000000 16760.000000 415,'-18.000000'3.000000'84,"5.000000"6.000000"-12 ,6.000000 7.000000-12,5.000000 6.000000-12,2.000000 4.000000-9,2.000000 5.000000-6,1.000000 3.000000-5,1.000000 4.000000-5,1.000000 4.000000-5,0.000000 4.000000-1,1.000000 3.000000-4,-1.000000 5.000000-2,-1.000000-1.000000-1,-1.000000-4.000000 0,-1.000000-3.000000 1,-1.000000-5.000000 0,1.000000-7.000000-5,6.000000-15.000000-9,4.000000-13.000000-9,6.000000-15.000000-9,3.000000-12.000000-5,5.000000-13.000000-1,3.000000-12.000000-1,5.000000-12.000000-1,1.000000-7.000000 1,-1.000000 2.000000 3,1.000000 1.000000 2,1.000000 2.000000 3,-3.000000 3.000000 3,-1.000000 6.000000 4,-4.000000 7.000000 2,-1.000000 5.000000 4,-5.000000 11.000000 3,-4.000000 12.000000 4,-6.000000 12.000000 4,-5.000000 13.000000 3,-2.000000 12.000000 5,-2.000000 13.000000 2,-1.000000 12.000000 3,-2.000000 12.000000 4,0.000000 6.000000 3,0.000000-5.000000 2,0.000000-3.000000 3,0.000000-5.000000 3,2.000000-4.000000-1,4.000000-6.000000-3,3.000000-7.000000-4,5.000000-6.000000-2,1.000000-5.000000-3,2.000000-6.000000-3,1.000000-4.000000-1,1.000000-5.000000-1,3.000000-7.000000-3,2.000000-5.000000-3,2.000000-7.000000-2,2.000000-5.000000-3,2.000000-9.000000-1,1.000000-8.000000-3,-1.000000-9.000000-1,0.000000-8.000000-1,-2.000000-9.000000-7,-2.000000-5.000000-11,-2.000000-7.000000-12,-2.000000-5.000000-12,-4.000000 0.000000-2,-1.000000 11.000000 5,-4.000000 11.000000 5,-1.000000 8.000000 7,-3.000000 10.000000-3,-1.000000 5.000000-11,-1.000000 7.000000-12,-1.000000 6.000000-10</inkml:trace>
</inkml:ink>
</file>

<file path=ppt/ink/ink148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2"/>
    </inkml:context>
    <inkml:brush xml:id="br0">
      <inkml:brushProperty name="width" value="0.0313801877200603" units="cm"/>
      <inkml:brushProperty name="height" value="0.0313801877200603" units="cm"/>
      <inkml:brushProperty name="color" value="#000000"/>
      <inkml:brushProperty name="ignorePressure" value="0"/>
    </inkml:brush>
  </inkml:definitions>
  <inkml:trace contextRef="#ctx0" brushRef="#br0">107100.000000 16980.000000 467,'-11.000000'-57.000000'77,"1.000000"6.000000"-19 ,1.000000 7.000000-18,-1.000000 5.000000-20,-2.000000 4.000000-10,-4.000000 0.000000-1,-3.000000 1.000000-2,-5.000000-1.000000-1,-2.000000 3.000000-1,-5.000000 6.000000-1,-3.000000 7.000000-1,-4.000000 6.000000 0,-3.000000 8.000000-1,-1.000000 12.000000 0,-1.000000 11.000000 0,-2.000000 12.000000 0,2.000000 11.000000 1,1.000000 13.000000 1,4.000000 12.000000 3,1.000000 13.000000 0,6.000000 4.000000 3,5.000000-2.000000 2,7.000000-2.000000 2,5.000000-3.000000 3,8.000000-6.000000 2,8.000000-9.000000 1,6.000000-11.000000 1,9.000000-11.000000 2,4.000000-7.000000-2,5.000000-9.000000-4,3.000000-6.000000-6,5.000000-9.000000-4,2.000000-7.000000-3,5.000000-9.000000-1,3.000000-9.000000-2,4.000000-9.000000-1,4.000000-6.000000-3,1.000000-5.000000-4,4.000000-6.000000-5,2.000000-4.000000-3,0.000000-7.000000-4,-1.000000-7.000000-4,-1.000000-8.000000-5,-2.000000-7.000000-3,-2.000000-6.000000-2,-5.000000-1.000000-1,-6.000000-4.000000 0,-4.000000-1.000000-1,-7.000000-1.000000 0,-7.000000 3.000000 1,-8.000000 2.000000 0,-7.000000 2.000000 0,-4.000000 4.000000 2,0.000000 4.000000 3,0.000000 3.000000 3,0.000000 5.000000 3,0.000000 2.000000 4,-1.000000 2.000000 4,1.000000 4.000000 5,0.000000 1.000000 3,0.000000 7.000000 3,-2.000000 11.000000 2,-1.000000 9.000000-1,-1.000000 10.000000 2,-2.000000 7.000000 4,-1.000000 6.000000 9,-1.000000 4.000000 7,-2.000000 6.000000 9,1.000000 4.000000 3,1.000000 6.000000 0,1.000000 4.000000-1,1.000000 5.000000-1,0.000000 6.000000-2,-2.000000 5.000000-3,-4.000000 4.000000-2,-1.000000 6.000000-4,-2.000000 2.000000 0,2.000000 2.000000 1,1.000000 1.000000 2,1.000000 1.000000 2,0.000000 7.000000 3,-3.000000 8.000000 6,-2.000000 11.000000 5,-3.000000 11.000000 6,-2.000000 7.000000-2,-3.000000 8.000000-9,-2.000000 8.000000-8,-2.000000 7.000000-8,-2.000000 2.000000-6,0.000000-5.000000-1,0.000000-6.000000-1,0.000000-4.000000-2,2.000000-13.000000-2,6.000000-18.000000-3,4.000000-19.000000-5,6.000000-18.000000-2,3.000000-14.000000-10,5.000000-7.000000-15,3.000000-8.000000-15,5.000000-7.000000-15,0.000000-5.000000-3,-1.000000-1.000000 9,-1.000000-1.000000 11,-2.000000-2.000000 9,1.000000 0.000000 3,1.000000 1.000000-4,1.000000-2.000000-3,2.000000 2.000000-4</inkml:trace>
</inkml:ink>
</file>

<file path=ppt/ink/ink148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3"/>
    </inkml:context>
    <inkml:brush xml:id="br0">
      <inkml:brushProperty name="width" value="0.0252359546720982" units="cm"/>
      <inkml:brushProperty name="height" value="0.0252359546720982" units="cm"/>
      <inkml:brushProperty name="color" value="#000000"/>
      <inkml:brushProperty name="ignorePressure" value="0"/>
    </inkml:brush>
  </inkml:definitions>
  <inkml:trace contextRef="#ctx0" brushRef="#br0">107779.000000 16300.000000 581,'11.000000'-9.000000'54,"1.000000"3.000000"8 ,1.000000 2.000000 9,1.000000 3.000000 8,3.000000 2.000000-8,4.000000 5.000000-21,3.000000 3.000000-23,5.000000 5.000000-23,1.000000 1.000000-16,2.000000-1.000000-13,1.000000 1.000000-11,2.000000 0.000000-13,-4.000000 0.000000-3,-8.000000-2.000000 6,-6.000000-1.000000 6,-9.000000-2.000000 7,-3.000000 0.000000 1,0.000000-2.000000-2,1.000000-1.000000-3,-1.000000-1.000000-3</inkml:trace>
</inkml:ink>
</file>

<file path=ppt/ink/ink148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3"/>
    </inkml:context>
    <inkml:brush xml:id="br0">
      <inkml:brushProperty name="width" value="0.0284822210669518" units="cm"/>
      <inkml:brushProperty name="height" value="0.0284822210669518" units="cm"/>
      <inkml:brushProperty name="color" value="#000000"/>
      <inkml:brushProperty name="ignorePressure" value="0"/>
    </inkml:brush>
  </inkml:definitions>
  <inkml:trace contextRef="#ctx0" brushRef="#br0">107839.000000 16719.000000 514,'-9.000000'11.000000'49,"1.000000"-2.000000"-8 ,1.000000 2.000000-5,2.000000-1.000000-7,0.000000 2.000000 0,0.000000 5.000000 6,-1.000000 6.000000 6,1.000000 4.000000 6,0.000000 6.000000-1,-2.000000 5.000000-5,-1.000000 4.000000-6,-1.000000 6.000000-7,-1.000000 2.000000-8,0.000000 0.000000-11,-1.000000 0.000000-13,2.000000 0.000000-11,-1.000000-2.000000-6,2.000000-4.000000-2,1.000000-3.000000-1,1.000000-5.000000-2,2.000000-4.000000-8,1.000000-6.000000-16,1.000000-7.000000-15,1.000000-5.000000-16</inkml:trace>
</inkml:ink>
</file>

<file path=ppt/ink/ink149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3"/>
    </inkml:context>
    <inkml:brush xml:id="br0">
      <inkml:brushProperty name="width" value="0.0278113465756178" units="cm"/>
      <inkml:brushProperty name="height" value="0.0278113465756178" units="cm"/>
      <inkml:brushProperty name="color" value="#000000"/>
      <inkml:brushProperty name="ignorePressure" value="0"/>
    </inkml:brush>
  </inkml:definitions>
  <inkml:trace contextRef="#ctx0" brushRef="#br0">108579.000000 16619.000000 527,'-38.000000'-8.000000'49,"4.000000"4.000000"0 ,3.000000 3.000000 1,5.000000 5.000000 1,1.000000 3.000000-4,0.000000 6.000000-7,0.000000 4.000000-8,0.000000 5.000000-8,1.000000 5.000000-6,5.000000 4.000000-4,3.000000 3.000000-6,4.000000 5.000000-5,4.000000 0.000000-3,1.000000-1.000000-1,4.000000-1.000000-1,2.000000-1.000000-2,4.000000-3.000000-1,9.000000-2.000000-3,6.000000-2.000000-2,9.000000-3.000000-2,3.000000-1.000000-1,2.000000-2.000000 2,1.000000-1.000000 3,2.000000-1.000000 2,-1.000000-2.000000 2,-1.000000-1.000000 6,-1.000000-1.000000 4,-2.000000-1.000000 4,-3.000000-1.000000 3,-6.000000 0.000000 2,-7.000000 0.000000 2,-5.000000-1.000000 0,-8.000000 3.000000 1,-7.000000 4.000000 1,-8.000000 3.000000-2,-7.000000 5.000000 1,-6.000000-1.000000-4,-4.000000-2.000000-9,-3.000000-2.000000-7,-5.000000-2.000000-9,3.000000-5.000000-3,5.000000-4.000000 2,7.000000-6.000000 2,6.000000-5.000000 2,3.000000-2.000000-12,2.000000-2.000000-24,1.000000-1.000000-25,2.000000-1.000000-24</inkml:trace>
</inkml:ink>
</file>

<file path=ppt/ink/ink149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3"/>
    </inkml:context>
    <inkml:brush xml:id="br0">
      <inkml:brushProperty name="width" value="0.029458224773407" units="cm"/>
      <inkml:brushProperty name="height" value="0.029458224773407" units="cm"/>
      <inkml:brushProperty name="color" value="#000000"/>
      <inkml:brushProperty name="ignorePressure" value="0"/>
    </inkml:brush>
  </inkml:definitions>
  <inkml:trace contextRef="#ctx0" brushRef="#br0">109520.000000 16839.000000 497,'-28.000000'-28.000000'78,"6.000000"4.000000"-12 ,4.000000 3.000000-14,5.000000 5.000000-13,2.000000 1.000000-6,-2.000000 2.000000-2,-4.000000 1.000000-1,-2.000000 2.000000-2,-2.000000 1.000000-2,-3.000000 3.000000-4,-2.000000 2.000000-4,-3.000000 3.000000-5,0.000000 5.000000-2,-1.000000 9.000000-2,0.000000 9.000000-1,0.000000 9.000000-2,0.000000 7.000000-1,2.000000 6.000000 1,1.000000 7.000000 0,2.000000 5.000000 1,2.000000 5.000000-2,6.000000 1.000000-2,4.000000 1.000000-2,5.000000 1.000000-3,8.000000-2.000000-2,8.000000-9.000000-2,9.000000-6.000000-2,8.000000-9.000000-3,9.000000-6.000000-1,5.000000-9.000000-2,7.000000-6.000000 0,6.000000-9.000000-2,3.000000-6.000000-5,2.000000-9.000000-7,1.000000-6.000000-9,1.000000-8.000000-7,-3.000000-3.000000-6,-12.000000 3.000000-3,-8.000000 2.000000-4,-11.000000 3.000000-3</inkml:trace>
</inkml:ink>
</file>

<file path=ppt/ink/ink149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4"/>
    </inkml:context>
    <inkml:brush xml:id="br0">
      <inkml:brushProperty name="width" value="0.0292764008045197" units="cm"/>
      <inkml:brushProperty name="height" value="0.0292764008045197" units="cm"/>
      <inkml:brushProperty name="color" value="#000000"/>
      <inkml:brushProperty name="ignorePressure" value="0"/>
    </inkml:brush>
  </inkml:definitions>
  <inkml:trace contextRef="#ctx0" brushRef="#br0">110000.000000 16700.000000 500,'-18.000000'13.000000'127,"6.000000"6.000000"-27 ,4.000000 7.000000-26,6.000000 5.000000-27,0.000000 7.000000-15,-1.000000 4.000000-6,-4.000000 6.000000-5,-2.000000 4.000000-6,1.000000 4.000000-2,2.000000-2.000000-2,2.000000 2.000000-2,3.000000-2.000000 0,1.000000-2.000000-3,0.000000-8.000000-1,0.000000-8.000000-2,0.000000-7.000000-2,2.000000-8.000000-2,6.000000-5.000000-4,4.000000-7.000000-4,6.000000-5.000000-4,3.000000-9.000000-3,5.000000-8.000000-4,3.000000-9.000000-2,5.000000-8.000000-4,2.000000-8.000000-2,3.000000-4.000000-1,2.000000-6.000000-1,2.000000-4.000000-1,2.000000-4.000000 0,-2.000000 1.000000 2,-1.000000 1.000000 2,-1.000000-1.000000 1,-5.000000 4.000000 5,-8.000000 9.000000 5,-6.000000 9.000000 8,-8.000000 9.000000 5,-8.000000 9.000000 9,-5.000000 12.000000 9,-7.000000 11.000000 9,-6.000000 11.000000 10,-4.000000 10.000000 6,-3.000000 7.000000 1,-2.000000 8.000000 1,-2.000000 8.000000 2,0.000000 3.000000-3,6.000000 0.000000-6,4.000000-1.000000-8,6.000000 1.000000-6,3.000000-1.000000-10,5.000000-5.000000-13,3.000000-3.000000-12,5.000000-4.000000-13,1.000000-7.000000-3,-1.000000-8.000000 7,1.000000-9.000000 6,1.000000-8.000000 6,-1.000000-5.000000-7,2.000000 0.000000-22,1.000000-1.000000-22,2.000000 1.000000-21</inkml:trace>
</inkml:ink>
</file>

<file path=ppt/ink/ink149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4"/>
    </inkml:context>
    <inkml:brush xml:id="br0">
      <inkml:brushProperty name="width" value="0.0284876301884651" units="cm"/>
      <inkml:brushProperty name="height" value="0.0284876301884651" units="cm"/>
      <inkml:brushProperty name="color" value="#000000"/>
      <inkml:brushProperty name="ignorePressure" value="0"/>
    </inkml:brush>
  </inkml:definitions>
  <inkml:trace contextRef="#ctx0" brushRef="#br0">111020.000000 16660.000000 514,'-19.000000'-9.000000'95,"3.000000"2.000000"-15 ,2.000000 4.000000-14,3.000000 1.000000-14,1.000000 4.000000-9,0.000000 1.000000-4,-1.000000 4.000000-4,2.000000 2.000000-3,-2.000000 4.000000-7,2.000000 6.000000-11,-2.000000 7.000000-9,1.000000 6.000000-11,1.000000 2.000000-7,1.000000-1.000000-4,1.000000-1.000000-5,2.000000-1.000000-3,1.000000-1.000000-2,3.000000-1.000000 2,2.000000 1.000000 1,3.000000 1.000000 1,3.000000-3.000000 3,6.000000-1.000000 1,4.000000-4.000000 3,6.000000-1.000000 2,2.000000-4.000000 4,0.000000-1.000000 6,0.000000-4.000000 6,0.000000-1.000000 6,-1.000000-2.000000 4,-1.000000 2.000000 1,-1.000000 1.000000 1,-1.000000 2.000000 2,-4.000000-1.000000 0,-5.000000 2.000000 2,-4.000000-2.000000 0,-6.000000 1.000000 2,-4.000000 1.000000-1,-6.000000 1.000000-2,-4.000000 1.000000-1,-5.000000 1.000000-2,-4.000000 1.000000-4,-1.000000-2.000000-4,-1.000000-1.000000-5,-1.000000-1.000000-6,0.000000-3.000000-5,5.000000-4.000000-9,3.000000-3.000000-9,4.000000-5.000000-7</inkml:trace>
</inkml:ink>
</file>

<file path=ppt/ink/ink149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4"/>
    </inkml:context>
    <inkml:brush xml:id="br0">
      <inkml:brushProperty name="width" value="0.0282622929662466" units="cm"/>
      <inkml:brushProperty name="height" value="0.0282622929662466" units="cm"/>
      <inkml:brushProperty name="color" value="#000000"/>
      <inkml:brushProperty name="ignorePressure" value="0"/>
    </inkml:brush>
  </inkml:definitions>
  <inkml:trace contextRef="#ctx0" brushRef="#br0">111779.000000 16560.000000 518,'-18.000000'-10.000000'7,"2.000000"2.000000"13 ,2.000000 1.000000 14,3.000000 2.000000 14,-1.000000 0.000000 4,-1.000000 2.000000-1,-4.000000 1.000000-3,-1.000000 1.000000-2,-4.000000 3.000000-5,-2.000000 2.000000-7,-2.000000 2.000000-6,-2.000000 2.000000-8,-2.000000 4.000000-6,2.000000 4.000000-4,1.000000 3.000000-6,2.000000 5.000000-4,3.000000 2.000000-6,6.000000 3.000000-4,7.000000 2.000000-6,6.000000 3.000000-5,5.000000 0.000000-1,6.000000-1.000000 3,4.000000-1.000000 2,5.000000-1.000000 3,5.000000-2.000000 3,4.000000-1.000000 2,3.000000-1.000000 3,5.000000-2.000000 2,0.000000 0.000000 2,-1.000000 0.000000 1,-1.000000 0.000000 2,-2.000000 0.000000 1,-2.000000-1.000000 1,-6.000000-3.000000 2,-4.000000-2.000000 3,-5.000000-2.000000 1,-5.000000-1.000000 3,-4.000000 5.000000 2,-3.000000 3.000000 4,-4.000000 4.000000 2,-6.000000 2.000000 2,-7.000000-2.000000-2,-8.000000-1.000000-1,-8.000000-1.000000-1,-3.000000-3.000000-7,1.000000-4.000000-11,-1.000000-3.000000-10,0.000000-5.000000-12,2.000000-2.000000-15,5.000000-5.000000-20,6.000000-3.000000-18,5.000000-4.000000-19</inkml:trace>
</inkml:ink>
</file>

<file path=ppt/ink/ink149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4"/>
    </inkml:context>
    <inkml:brush xml:id="br0">
      <inkml:brushProperty name="width" value="0.0201302450150251" units="cm"/>
      <inkml:brushProperty name="height" value="0.0201302450150251" units="cm"/>
      <inkml:brushProperty name="color" value="#000000"/>
      <inkml:brushProperty name="ignorePressure" value="0"/>
    </inkml:brush>
  </inkml:definitions>
  <inkml:trace contextRef="#ctx0" brushRef="#br0">112460.000000 16339.000000 728,'19.000000'10.000000'140,"-1.000000"-2.000000"-50 ,-1.000000-1.000000-49,-2.000000-2.000000-48,-1.000000 1.000000-31,-3.000000-2.000000-11,-2.000000 2.000000-10,-2.000000-2.000000-11</inkml:trace>
</inkml:ink>
</file>

<file path=ppt/ink/ink149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5"/>
    </inkml:context>
    <inkml:brush xml:id="br0">
      <inkml:brushProperty name="width" value="0.0289033241569996" units="cm"/>
      <inkml:brushProperty name="height" value="0.0289033241569996" units="cm"/>
      <inkml:brushProperty name="color" value="#000000"/>
      <inkml:brushProperty name="ignorePressure" value="0"/>
    </inkml:brush>
  </inkml:definitions>
  <inkml:trace contextRef="#ctx0" brushRef="#br0">112320.000000 16760.000000 507,'-10.000000'30.000000'69,"2.000000"-1.000000"-6 ,1.000000 2.000000-6,1.000000-1.000000-6,2.000000 3.000000-4,-2.000000 6.000000-4,2.000000 7.000000-4,-1.000000 6.000000-5,-2.000000 1.000000-4,-2.000000-1.000000-6,-2.000000-4.000000-6,-3.000000-1.000000-5,0.000000-4.000000-8,-1.000000-1.000000-10,0.000000-4.000000-10,0.000000-1.000000-8</inkml:trace>
</inkml:ink>
</file>

<file path=ppt/ink/ink149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5"/>
    </inkml:context>
    <inkml:brush xml:id="br0">
      <inkml:brushProperty name="width" value="0.0290009547024965" units="cm"/>
      <inkml:brushProperty name="height" value="0.0290009547024965" units="cm"/>
      <inkml:brushProperty name="color" value="#000000"/>
      <inkml:brushProperty name="ignorePressure" value="0"/>
    </inkml:brush>
  </inkml:definitions>
  <inkml:trace contextRef="#ctx0" brushRef="#br0">112660.000000 16839.000000 505,'-10.000000'20.000000'46,"0.000000"1.000000"-10 ,-1.000000-1.000000-10,2.000000-1.000000-11,-1.000000 5.000000-2,2.000000 5.000000 9,1.000000 7.000000 7,1.000000 6.000000 9,2.000000 4.000000 1,1.000000 2.000000-4,1.000000 4.000000-5,1.000000 2.000000-3,3.000000-3.000000-4,4.000000-7.000000-2,3.000000-8.000000-3,5.000000-7.000000-3,2.000000-7.000000-1,5.000000-4.000000-1,3.000000-6.000000 1,5.000000-5.000000-1,1.000000-5.000000-5,2.000000-9.000000-12,1.000000-6.000000-12,1.000000-8.000000-10,0.000000-7.000000-6,-2.000000-4.000000 2,-4.000000-6.000000 1,-1.000000-5.000000 2,-4.000000-2.000000 2,-4.000000-2.000000 0,-3.000000-1.000000 2,-4.000000-1.000000 1,-5.000000 0.000000 2,-5.000000 3.000000 5,-4.000000 2.000000 4,-5.000000 2.000000 5,-7.000000 5.000000 1,-5.000000 5.000000 1,-7.000000 4.000000 1,-6.000000 6.000000-1,-4.000000 4.000000-1,-3.000000 6.000000-6,-2.000000 4.000000-5,-2.000000 6.000000-4,1.000000 3.000000-4,6.000000 3.000000 1,7.000000 2.000000-1,5.000000 3.000000-1,6.000000 1.000000 1,4.000000 0.000000 2,3.000000 0.000000 1,4.000000-1.000000 2</inkml:trace>
</inkml:ink>
</file>

<file path=ppt/ink/ink149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4-08-19T18:18:35"/>
    </inkml:context>
    <inkml:brush xml:id="br0">
      <inkml:brushProperty name="width" value="0.0287018809467554" units="cm"/>
      <inkml:brushProperty name="height" value="0.0287018809467554" units="cm"/>
      <inkml:brushProperty name="color" value="#000000"/>
      <inkml:brushProperty name="ignorePressure" value="0"/>
    </inkml:brush>
  </inkml:definitions>
  <inkml:trace contextRef="#ctx0" brushRef="#br0">113220.000000 16780.000000 511,'36.000000'-18.000000'39,"-7.000000"6.000000"-7 ,-8.000000 4.000000-8,-7.000000 5.000000-8,-6.000000 6.000000-2,-1.000000 5.000000 3,-4.000000 4.000000 3,-2.000000 6.000000 4,-1.000000 4.000000 3,0.000000 6.000000 0,0.000000 4.000000 2,0.000000 6.000000 1,-1.000000 3.000000-1,-5.000000 3.000000-3,-3.000000 2.000000-3,-4.000000 3.000000-3,-2.000000-1.000000-2,-1.000000-1.000000-4,1.000000-4.000000-1,1.000000-1.000000-4,-1.000000-6.000000-4,2.000000-7.000000-7,1.000000-8.000000-7,2.000000-7.000000-7,4.000000-12.000000-9,12.000000-14.000000-9,8.000000-16.000000-10,11.000000-14.000000-10,5.000000-8.000000 1,1.000000 2.000000 9,-1.000000 1.000000 10,0.000000 1.000000 10,1.000000 3.000000 8,3.000000 2.000000 4,2.000000 2.000000 5,3.000000 3.000000 4,-1.000000 2.000000 6,-1.000000 5.000000 4,-4.000000 3.000000 4,-2.000000 4.000000 6,-3.000000 6.000000 3,-5.000000 7.000000 2,-6.000000 8.000000 3,-4.000000 8.000000 2,-4.000000 6.000000 1,-1.000000 9.000000 2,-1.000000 6.000000 2,-1.000000 9.000000 1,-2.000000 4.000000-2,-1.000000 3.000000-3,-1.000000 2.000000-5,-1.000000 3.000000-3,-2.000000-1.000000-4,-1.000000-1.000000-2,-1.000000-4.000000-2,-1.000000-1.000000-1,-2.000000-5.000000-19,1.000000-4.000000-34,0.000000-6.000000-33,0.000000-4.000000-35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zh-CN" altLang="en-US" dirty="0"/>
          </a:p>
        </p:txBody>
      </p:sp>
      <p:sp>
        <p:nvSpPr>
          <p:cNvPr id="4" name="日期占位符 3"/>
          <p:cNvSpPr/>
          <p:nvPr>
            <p:ph type="dt" sz="half" idx="10"/>
          </p:nvPr>
        </p:nvSpPr>
        <p:spPr/>
        <p:txBody>
          <a:bodyPr/>
          <a:lstStyle/>
          <a:p>
            <a:fld id="{90106F6D-FB2C-4A93-B18F-24E90D5C3B62}"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dirty="0" smtClean="0"/>
              <a:t>单击此处编辑母版标题样式</a:t>
            </a:r>
            <a:endParaRPr lang="zh-CN" altLang="en-US" dirty="0"/>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90106F6D-FB2C-4A93-B18F-24E90D5C3B62}"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lgn="l">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lgn="l">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90106F6D-FB2C-4A93-B18F-24E90D5C3B62}"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dirty="0" smtClean="0"/>
              <a:t>单击此处编辑母版标题样式</a:t>
            </a:r>
            <a:endParaRPr lang="zh-CN" altLang="en-US" dirty="0"/>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90106F6D-FB2C-4A93-B18F-24E90D5C3B62}" type="datetime1">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6"/>
            <a:ext cx="10515600" cy="970222"/>
          </a:xfrm>
        </p:spPr>
        <p:txBody>
          <a:bodyPr/>
          <a:lstStyle>
            <a:lvl1pPr algn="l">
              <a:defRPr/>
            </a:lvl1pPr>
          </a:lstStyle>
          <a:p>
            <a:r>
              <a:rPr lang="zh-CN" altLang="en-US" dirty="0" smtClean="0"/>
              <a:t>单击此处编辑母版标题样式</a:t>
            </a:r>
            <a:endParaRPr lang="zh-CN" altLang="en-US" dirty="0"/>
          </a:p>
        </p:txBody>
      </p:sp>
      <p:sp>
        <p:nvSpPr>
          <p:cNvPr id="3" name="文本占位符 2"/>
          <p:cNvSpPr/>
          <p:nvPr>
            <p:ph type="body" idx="1"/>
          </p:nvPr>
        </p:nvSpPr>
        <p:spPr>
          <a:xfrm>
            <a:off x="1259724" y="1567346"/>
            <a:ext cx="4701840" cy="710095"/>
          </a:xfrm>
        </p:spPr>
        <p:txBody>
          <a:bodyPr anchor="ctr" anchorCtr="0">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内容占位符 3"/>
          <p:cNvSpPr/>
          <p:nvPr>
            <p:ph sz="half" idx="2"/>
          </p:nvPr>
        </p:nvSpPr>
        <p:spPr>
          <a:xfrm>
            <a:off x="1259724" y="2338388"/>
            <a:ext cx="4701840" cy="3785964"/>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p:nvPr>
            <p:ph type="body" sz="quarter" idx="3"/>
          </p:nvPr>
        </p:nvSpPr>
        <p:spPr>
          <a:xfrm>
            <a:off x="6289616" y="1567346"/>
            <a:ext cx="4701841" cy="710095"/>
          </a:xfrm>
        </p:spPr>
        <p:txBody>
          <a:bodyPr vert="horz" lIns="91440" tIns="45720" rIns="91440" bIns="45720" rtlCol="0" anchor="ctr" anchorCtr="0">
            <a:normAutofit/>
          </a:bodyPr>
          <a:lstStyle>
            <a:lvl1pPr marL="228600" indent="-228600">
              <a:buNone/>
              <a:defRPr lang="zh-CN" altLang="en-US" b="0" smtClean="0"/>
            </a:lvl1pPr>
          </a:lstStyle>
          <a:p>
            <a:pPr marL="0" lvl="0" indent="0"/>
            <a:r>
              <a:rPr lang="zh-CN" altLang="en-US" smtClean="0"/>
              <a:t>单击此处编辑母版文本样式</a:t>
            </a:r>
            <a:endParaRPr lang="zh-CN" altLang="en-US" smtClean="0"/>
          </a:p>
        </p:txBody>
      </p:sp>
      <p:sp>
        <p:nvSpPr>
          <p:cNvPr id="6" name="内容占位符 5"/>
          <p:cNvSpPr/>
          <p:nvPr>
            <p:ph sz="quarter" idx="4"/>
          </p:nvPr>
        </p:nvSpPr>
        <p:spPr>
          <a:xfrm>
            <a:off x="6289616" y="2357460"/>
            <a:ext cx="4701841" cy="3766892"/>
          </a:xfrm>
        </p:spPr>
        <p:txBody>
          <a:bodyPr>
            <a:normAutofit/>
          </a:bodyPr>
          <a:lstStyle>
            <a:lvl1pPr>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0D4851DC-CD24-4E20-AC43-84D4817493CE}" type="datetime1">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75F1D1A5-9DB9-47CE-AB47-B90B00FE3C9F}"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dirty="0" smtClean="0"/>
              <a:t>单击此处编辑母版标题样式</a:t>
            </a:r>
            <a:endParaRPr lang="zh-CN" altLang="en-US" dirty="0"/>
          </a:p>
        </p:txBody>
      </p:sp>
      <p:sp>
        <p:nvSpPr>
          <p:cNvPr id="3" name="日期占位符 2"/>
          <p:cNvSpPr/>
          <p:nvPr>
            <p:ph type="dt" sz="half" idx="10"/>
          </p:nvPr>
        </p:nvSpPr>
        <p:spPr/>
        <p:txBody>
          <a:bodyPr/>
          <a:lstStyle/>
          <a:p>
            <a:fld id="{90106F6D-FB2C-4A93-B18F-24E90D5C3B62}" type="datetime1">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90106F6D-FB2C-4A93-B18F-24E90D5C3B62}" type="datetime1">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4165349"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EB018836-6699-441E-9BAB-C61FC75AFD51}"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p:nvPr>
            <p:ph type="ftr" sz="quarter" idx="11"/>
          </p:nvPr>
        </p:nvSpPr>
        <p:spPr/>
        <p:txBody>
          <a:bodyPr/>
          <a:lstStyle/>
          <a:p>
            <a:endParaRPr lang="zh-CN" altLang="en-US">
              <a:solidFill>
                <a:prstClr val="black">
                  <a:tint val="75000"/>
                </a:prstClr>
              </a:solidFill>
            </a:endParaRPr>
          </a:p>
        </p:txBody>
      </p:sp>
      <p:sp>
        <p:nvSpPr>
          <p:cNvPr id="7" name="灯片编号占位符 6"/>
          <p:cNvSpPr/>
          <p:nvPr>
            <p:ph type="sldNum" sz="quarter" idx="12"/>
          </p:nvPr>
        </p:nvSpPr>
        <p:spPr/>
        <p:txBody>
          <a:bodyPr/>
          <a:lstStyle/>
          <a:p>
            <a:fld id="{3040BF0B-87F8-415C-BAC5-F65F41346B0A}"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dirty="0" smtClean="0"/>
              <a:t>单击此处编辑母版标题样式</a:t>
            </a:r>
            <a:endParaRPr lang="zh-CN" altLang="en-US" dirty="0"/>
          </a:p>
        </p:txBody>
      </p:sp>
      <p:sp>
        <p:nvSpPr>
          <p:cNvPr id="3" name="竖排文字占位符 2"/>
          <p:cNvSpPr/>
          <p:nvPr>
            <p:ph type="body" orient="vert" idx="1"/>
          </p:nvPr>
        </p:nvSpPr>
        <p:spPr>
          <a:xfrm>
            <a:off x="838200" y="365125"/>
            <a:ext cx="7734300" cy="5811838"/>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p:nvPr>
            <p:ph type="dt" sz="half" idx="10"/>
          </p:nvPr>
        </p:nvSpPr>
        <p:spPr/>
        <p:txBody>
          <a:bodyPr/>
          <a:lstStyle/>
          <a:p>
            <a:fld id="{90106F6D-FB2C-4A93-B18F-24E90D5C3B62}"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日期占位符 15"/>
          <p:cNvSpPr/>
          <p:nvPr>
            <p:ph type="dt" sz="half" idx="10"/>
          </p:nvPr>
        </p:nvSpPr>
        <p:spPr/>
        <p:txBody>
          <a:bodyPr/>
          <a:lstStyle/>
          <a:p>
            <a:fld id="{760FBDFE-C587-4B4C-A407-44438C67B59E}" type="datetime1">
              <a:rPr lang="zh-CN" altLang="en-US" smtClean="0"/>
            </a:fld>
            <a:endParaRPr lang="zh-CN" altLang="en-US"/>
          </a:p>
        </p:txBody>
      </p:sp>
      <p:sp>
        <p:nvSpPr>
          <p:cNvPr id="17" name="页脚占位符 16"/>
          <p:cNvSpPr/>
          <p:nvPr>
            <p:ph type="ftr" sz="quarter" idx="11"/>
          </p:nvPr>
        </p:nvSpPr>
        <p:spPr/>
        <p:txBody>
          <a:bodyPr/>
          <a:lstStyle/>
          <a:p>
            <a:endParaRPr lang="zh-CN" altLang="en-US" dirty="0"/>
          </a:p>
        </p:txBody>
      </p:sp>
      <p:sp>
        <p:nvSpPr>
          <p:cNvPr id="18" name="灯片编号占位符 17"/>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p:nvPr>
            <p:ph idx="1"/>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charset="0"/>
              <a:buChar char="•"/>
              <a:tabLst>
                <a:tab pos="1609725" algn="l"/>
              </a:tabLst>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p:nvPr>
            <p:ph type="dt" sz="half" idx="10"/>
          </p:nvPr>
        </p:nvSpPr>
        <p:spPr/>
        <p:txBody>
          <a:bodyPr/>
          <a:lstStyle/>
          <a:p>
            <a:fld id="{760FBDFE-C587-4B4C-A407-44438C67B59E}"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日期占位符 3"/>
          <p:cNvSpPr/>
          <p:nvPr>
            <p:ph type="dt" sz="half" idx="10"/>
          </p:nvPr>
        </p:nvSpPr>
        <p:spPr/>
        <p:txBody>
          <a:bodyPr/>
          <a:lstStyle/>
          <a:p>
            <a:fld id="{760FBDFE-C587-4B4C-A407-44438C67B59E}"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a:sym typeface="+mn-ea"/>
              </a:rPr>
              <a:t>单击此处编辑母版标题样式</a:t>
            </a:r>
            <a:endParaRPr>
              <a:sym typeface="+mn-ea"/>
            </a:endParaRPr>
          </a:p>
        </p:txBody>
      </p:sp>
      <p:sp>
        <p:nvSpPr>
          <p:cNvPr id="3" name="内容占位符 2"/>
          <p:cNvSpPr/>
          <p:nvPr>
            <p:ph sz="half" idx="1"/>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charset="0"/>
              <a:buChar char="•"/>
              <a:tabLst>
                <a:tab pos="1609725" algn="l"/>
              </a:tabLst>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p:nvPr>
            <p:ph sz="half" idx="2"/>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微软雅黑" pitchFamily="34" charset="-122"/>
                <a:ea typeface="微软雅黑" pitchFamily="34" charset="-122"/>
              </a:defRPr>
            </a:lvl1pPr>
            <a:lvl2pPr eaLnBrk="1" fontAlgn="auto" latinLnBrk="0" hangingPunct="1">
              <a:defRPr sz="1600">
                <a:solidFill>
                  <a:schemeClr val="tx1"/>
                </a:solidFill>
                <a:latin typeface="微软雅黑" pitchFamily="34" charset="-122"/>
                <a:ea typeface="微软雅黑" pitchFamily="34" charset="-122"/>
              </a:defRPr>
            </a:lvl2pPr>
            <a:lvl3pPr eaLnBrk="1" fontAlgn="auto" latinLnBrk="0" hangingPunct="1">
              <a:defRPr sz="1600">
                <a:solidFill>
                  <a:schemeClr val="tx1"/>
                </a:solidFill>
                <a:latin typeface="微软雅黑" pitchFamily="34" charset="-122"/>
                <a:ea typeface="微软雅黑" pitchFamily="34" charset="-122"/>
              </a:defRPr>
            </a:lvl3pPr>
            <a:lvl4pPr eaLnBrk="1" fontAlgn="auto" latinLnBrk="0" hangingPunct="1">
              <a:defRPr sz="1600">
                <a:solidFill>
                  <a:schemeClr val="tx1"/>
                </a:solidFill>
                <a:latin typeface="微软雅黑" pitchFamily="34" charset="-122"/>
                <a:ea typeface="微软雅黑" pitchFamily="34" charset="-122"/>
              </a:defRPr>
            </a:lvl4pPr>
            <a:lvl5pPr eaLnBrk="1" fontAlgn="auto" latinLnBrk="0" hangingPunct="1">
              <a:defRPr sz="1600">
                <a:solidFill>
                  <a:schemeClr val="tx1"/>
                </a:solidFill>
                <a:latin typeface="微软雅黑" pitchFamily="34" charset="-122"/>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p:nvPr>
            <p:ph type="dt" sz="half" idx="10"/>
          </p:nvPr>
        </p:nvSpPr>
        <p:spPr/>
        <p:txBody>
          <a:bodyPr/>
          <a:lstStyle/>
          <a:p>
            <a:fld id="{760FBDFE-C587-4B4C-A407-44438C67B59E}" type="datetime1">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p:nvPr>
            <p:ph type="body" idx="1"/>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itchFamily="34" charset="-122"/>
                <a:ea typeface="微软雅黑"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charset="0"/>
              <a:buChar char="•"/>
              <a:tabLst>
                <a:tab pos="1609725" algn="l"/>
              </a:tabLst>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p:nvPr>
            <p:ph type="body" sz="quarter" idx="3"/>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charset="0"/>
              <a:buNone/>
              <a:defRPr kumimoji="0" lang="zh-CN" altLang="en-US" sz="2000" b="0" i="0" u="none" strike="noStrike" kern="1200" cap="none" spc="200" normalizeH="0" baseline="0" noProof="1" dirty="0">
                <a:solidFill>
                  <a:schemeClr val="tx1"/>
                </a:solidFill>
                <a:uFillTx/>
                <a:latin typeface="微软雅黑" pitchFamily="34" charset="-122"/>
                <a:ea typeface="微软雅黑"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p:nvPr>
            <p:ph sz="quarter" idx="4"/>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charset="0"/>
              <a:buChar char="•"/>
              <a:tabLst>
                <a:tab pos="1609725" algn="l"/>
              </a:tabLst>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p:nvPr>
            <p:ph type="dt" sz="half" idx="10"/>
          </p:nvPr>
        </p:nvSpPr>
        <p:spPr/>
        <p:txBody>
          <a:bodyPr/>
          <a:lstStyle/>
          <a:p>
            <a:fld id="{760FBDFE-C587-4B4C-A407-44438C67B59E}" type="datetime1">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p:nvPr>
            <p:ph type="dt" sz="half" idx="10"/>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760FBDFE-C587-4B4C-A407-44438C67B59E}" type="datetime1">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p:nvPr>
            <p:ph type="title"/>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p:nvPr>
            <p:ph type="pic" idx="1"/>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charset="0"/>
              <a:buNone/>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p:nvPr>
            <p:ph type="body" sz="half" idx="2"/>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charset="0"/>
              <a:buChar char="•"/>
              <a:defRPr kumimoji="0" lang="zh-CN" altLang="en-US" sz="1600" b="0" i="0" u="none" strike="noStrike" kern="1200" cap="none" spc="150" normalizeH="0" baseline="0" noProof="1" dirty="0">
                <a:solidFill>
                  <a:schemeClr val="tx1"/>
                </a:solidFill>
                <a:uFillTx/>
                <a:latin typeface="微软雅黑" pitchFamily="34" charset="-122"/>
                <a:ea typeface="微软雅黑"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p:nvPr>
            <p:ph type="dt" sz="half" idx="10"/>
          </p:nvPr>
        </p:nvSpPr>
        <p:spPr/>
        <p:txBody>
          <a:bodyPr/>
          <a:lstStyle/>
          <a:p>
            <a:fld id="{9EFD9D74-47D9-4702-A33C-335B63B48DBF}" type="datetime1">
              <a:rPr lang="zh-CN" altLang="en-US" smtClean="0"/>
            </a:fld>
            <a:endParaRPr lang="zh-CN" altLang="en-US" dirty="0"/>
          </a:p>
        </p:txBody>
      </p:sp>
      <p:sp>
        <p:nvSpPr>
          <p:cNvPr id="6" name="页脚占位符 5"/>
          <p:cNvSpPr/>
          <p:nvPr>
            <p:ph type="ftr" sz="quarter" idx="11"/>
          </p:nvPr>
        </p:nvSpPr>
        <p:spPr/>
        <p:txBody>
          <a:bodyPr/>
          <a:lstStyle/>
          <a:p>
            <a:endParaRPr lang="zh-CN" altLang="en-US" dirty="0"/>
          </a:p>
        </p:txBody>
      </p:sp>
      <p:sp>
        <p:nvSpPr>
          <p:cNvPr id="7" name="灯片编号占位符 6"/>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p:nvPr>
            <p:ph type="title" orient="ver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itchFamily="34" charset="-122"/>
                <a:ea typeface="微软雅黑"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p:nvPr>
            <p:ph type="body" orient="vert" idx="1"/>
          </p:nvPr>
        </p:nvSpPr>
        <p:spPr>
          <a:xfrm>
            <a:off x="669925" y="952500"/>
            <a:ext cx="9828101" cy="5388907"/>
          </a:xfrm>
        </p:spPr>
        <p:txBody>
          <a:bodyPr vert="eaVert"/>
          <a:lstStyle>
            <a:lvl1pPr indent="0" eaLnBrk="1" fontAlgn="auto" latinLnBrk="0" hangingPunct="1">
              <a:defRPr>
                <a:solidFill>
                  <a:schemeClr val="tx1"/>
                </a:solidFill>
                <a:latin typeface="微软雅黑" pitchFamily="34" charset="-122"/>
                <a:ea typeface="微软雅黑" pitchFamily="34" charset="-122"/>
              </a:defRPr>
            </a:lvl1pPr>
            <a:lvl2pPr indent="0" eaLnBrk="1" fontAlgn="auto" latinLnBrk="0" hangingPunct="1">
              <a:defRPr>
                <a:solidFill>
                  <a:schemeClr val="tx1"/>
                </a:solidFill>
                <a:latin typeface="微软雅黑" pitchFamily="34" charset="-122"/>
                <a:ea typeface="微软雅黑" pitchFamily="34" charset="-122"/>
              </a:defRPr>
            </a:lvl2pPr>
            <a:lvl3pPr indent="0" eaLnBrk="1" fontAlgn="auto" latinLnBrk="0" hangingPunct="1">
              <a:defRPr>
                <a:solidFill>
                  <a:schemeClr val="tx1"/>
                </a:solidFill>
                <a:latin typeface="微软雅黑" pitchFamily="34" charset="-122"/>
                <a:ea typeface="微软雅黑" pitchFamily="34" charset="-122"/>
              </a:defRPr>
            </a:lvl3pPr>
            <a:lvl4pPr indent="0" eaLnBrk="1" fontAlgn="auto" latinLnBrk="0" hangingPunct="1">
              <a:defRPr>
                <a:solidFill>
                  <a:schemeClr val="tx1"/>
                </a:solidFill>
                <a:latin typeface="微软雅黑" pitchFamily="34" charset="-122"/>
                <a:ea typeface="微软雅黑" pitchFamily="34" charset="-122"/>
              </a:defRPr>
            </a:lvl4pPr>
            <a:lvl5pPr indent="0" eaLnBrk="1" fontAlgn="auto" latinLnBrk="0" hangingPunct="1">
              <a:defRPr>
                <a:solidFill>
                  <a:schemeClr val="tx1"/>
                </a:solidFill>
                <a:latin typeface="微软雅黑" pitchFamily="34" charset="-122"/>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p:nvPr>
            <p:ph type="dt" sz="half" idx="10"/>
          </p:nvPr>
        </p:nvSpPr>
        <p:spPr/>
        <p:txBody>
          <a:bodyPr/>
          <a:lstStyle/>
          <a:p>
            <a:fld id="{760FBDFE-C587-4B4C-A407-44438C67B59E}" type="datetime1">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p:nvPr>
            <p:ph type="dt" sz="half" idx="10"/>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p:nvPr>
            <p:ph sz="quarter" idx="13"/>
          </p:nvPr>
        </p:nvSpPr>
        <p:spPr>
          <a:xfrm>
            <a:off x="669930" y="952508"/>
            <a:ext cx="10852237" cy="538890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p:nvPr>
            <p:ph type="dt" sz="half" idx="10"/>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p:nvPr>
            <p:ph type="title"/>
            <p:custDataLst>
              <p:tags r:id="rId2"/>
            </p:custDataLst>
          </p:nvPr>
        </p:nvSpPr>
        <p:spPr/>
        <p:txBody>
          <a:bodyPr/>
          <a:lstStyle>
            <a:lvl1pPr>
              <a:defRPr baseline="0">
                <a:solidFill>
                  <a:schemeClr val="tx1"/>
                </a:solidFill>
                <a:latin typeface="Arial" charset="0"/>
                <a:ea typeface="微软雅黑" pitchFamily="34" charset="-122"/>
              </a:defRPr>
            </a:lvl1pPr>
          </a:lstStyle>
          <a:p>
            <a:r>
              <a:rPr lang="zh-CN" altLang="en-US" dirty="0"/>
              <a:t>单击此处编辑母版标题样式</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1281600" y="1249200"/>
            <a:ext cx="9626400" cy="723600"/>
          </a:xfrm>
        </p:spPr>
        <p:txBody>
          <a:bodyPr anchor="ctr"/>
          <a:lstStyle>
            <a:lvl1pPr>
              <a:defRPr sz="3200" baseline="0">
                <a:solidFill>
                  <a:schemeClr val="tx1"/>
                </a:solidFill>
                <a:latin typeface="Arial" charset="0"/>
                <a:ea typeface="微软雅黑" pitchFamily="34" charset="-122"/>
              </a:defRPr>
            </a:lvl1pPr>
          </a:lstStyle>
          <a:p>
            <a:r>
              <a:rPr lang="zh-CN" altLang="en-US" dirty="0"/>
              <a:t>单击此处编辑标题</a:t>
            </a:r>
            <a:endParaRPr lang="zh-CN" altLang="en-US" dirty="0"/>
          </a:p>
        </p:txBody>
      </p:sp>
      <p:sp>
        <p:nvSpPr>
          <p:cNvPr id="7" name="内容占位符 6"/>
          <p:cNvSpPr/>
          <p:nvPr>
            <p:ph sz="quarter" idx="13"/>
            <p:custDataLst>
              <p:tags r:id="rId3"/>
            </p:custDataLst>
          </p:nvPr>
        </p:nvSpPr>
        <p:spPr>
          <a:xfrm>
            <a:off x="1281113" y="2163600"/>
            <a:ext cx="9626600" cy="34452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p:nvPr>
            <p:ph type="dt" sz="half" idx="10"/>
            <p:custDataLst>
              <p:tags r:id="rId4"/>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5"/>
            </p:custDataLst>
          </p:nvPr>
        </p:nvSpPr>
        <p:spPr/>
        <p:txBody>
          <a:bodyPr/>
          <a:lstStyle/>
          <a:p>
            <a:endParaRPr lang="zh-CN" altLang="en-US" dirty="0"/>
          </a:p>
        </p:txBody>
      </p:sp>
      <p:sp>
        <p:nvSpPr>
          <p:cNvPr id="5" name="灯片编号占位符 4"/>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583200" y="770400"/>
            <a:ext cx="3960000" cy="882000"/>
          </a:xfrm>
        </p:spPr>
        <p:txBody>
          <a:bodyPr anchor="ctr" anchorCtr="0"/>
          <a:lstStyle>
            <a:lvl1pPr>
              <a:defRPr sz="3600" baseline="0">
                <a:solidFill>
                  <a:schemeClr val="tx1"/>
                </a:solidFill>
                <a:latin typeface="Arial" charset="0"/>
                <a:ea typeface="微软雅黑" pitchFamily="34" charset="-122"/>
              </a:defRPr>
            </a:lvl1pPr>
          </a:lstStyle>
          <a:p>
            <a:r>
              <a:rPr lang="zh-CN" altLang="en-US" dirty="0"/>
              <a:t>单击编辑标题</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7" name="文本占位符 6"/>
          <p:cNvSpPr/>
          <p:nvPr>
            <p:ph type="body" sz="quarter" idx="13"/>
            <p:custDataLst>
              <p:tags r:id="rId6"/>
            </p:custDataLst>
          </p:nvPr>
        </p:nvSpPr>
        <p:spPr>
          <a:xfrm>
            <a:off x="586800" y="1764000"/>
            <a:ext cx="3956400" cy="40932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p:nvPr>
            <p:ph sz="quarter" idx="14"/>
            <p:custDataLst>
              <p:tags r:id="rId7"/>
            </p:custDataLst>
          </p:nvPr>
        </p:nvSpPr>
        <p:spPr>
          <a:xfrm>
            <a:off x="5101200" y="769938"/>
            <a:ext cx="6480000" cy="5087937"/>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12000" y="781200"/>
            <a:ext cx="10976400" cy="626400"/>
          </a:xfrm>
        </p:spPr>
        <p:txBody>
          <a:bodyPr anchor="ctr"/>
          <a:lstStyle>
            <a:lvl1pPr algn="ctr">
              <a:defRPr sz="3600" baseline="0">
                <a:solidFill>
                  <a:schemeClr val="tx1"/>
                </a:solidFill>
                <a:latin typeface="Arial" charset="0"/>
                <a:ea typeface="微软雅黑" pitchFamily="34" charset="-122"/>
              </a:defRPr>
            </a:lvl1pPr>
          </a:lstStyle>
          <a:p>
            <a:r>
              <a:rPr lang="zh-CN" altLang="en-US" dirty="0"/>
              <a:t>单击此处编辑母版标题样式</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7" name="文本占位符 6"/>
          <p:cNvSpPr/>
          <p:nvPr>
            <p:ph type="body" sz="quarter" idx="13"/>
            <p:custDataLst>
              <p:tags r:id="rId6"/>
            </p:custDataLst>
          </p:nvPr>
        </p:nvSpPr>
        <p:spPr>
          <a:xfrm>
            <a:off x="612000" y="1659600"/>
            <a:ext cx="10975975" cy="828000"/>
          </a:xfrm>
        </p:spPr>
        <p:txBody>
          <a:bodyPr/>
          <a:lstStyle>
            <a:lvl1pPr algn="ctr">
              <a:defRPr baseline="0">
                <a:solidFill>
                  <a:schemeClr val="tx1"/>
                </a:solidFill>
                <a:latin typeface="Arial" charset="0"/>
                <a:ea typeface="微软雅黑" pitchFamily="34" charset="-122"/>
              </a:defRPr>
            </a:lvl1pPr>
          </a:lstStyle>
          <a:p>
            <a:pPr lvl="0"/>
            <a:r>
              <a:rPr lang="zh-CN" altLang="en-US" dirty="0"/>
              <a:t>单击此处编辑母版文本样式</a:t>
            </a:r>
            <a:endParaRPr lang="zh-CN" altLang="en-US" dirty="0"/>
          </a:p>
        </p:txBody>
      </p:sp>
      <p:sp>
        <p:nvSpPr>
          <p:cNvPr id="9" name="内容占位符 8"/>
          <p:cNvSpPr/>
          <p:nvPr>
            <p:ph sz="quarter" idx="14"/>
            <p:custDataLst>
              <p:tags r:id="rId7"/>
            </p:custDataLst>
          </p:nvPr>
        </p:nvSpPr>
        <p:spPr>
          <a:xfrm>
            <a:off x="612775" y="2808000"/>
            <a:ext cx="10965600" cy="34308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4800" y="669600"/>
            <a:ext cx="10976400" cy="565200"/>
          </a:xfrm>
        </p:spPr>
        <p:txBody>
          <a:bodyPr anchor="ctr" anchorCtr="0"/>
          <a:lstStyle>
            <a:lvl1pPr algn="ctr">
              <a:defRPr sz="3200" baseline="0">
                <a:solidFill>
                  <a:schemeClr val="tx1"/>
                </a:solidFill>
                <a:latin typeface="Arial" charset="0"/>
                <a:ea typeface="微软雅黑" pitchFamily="34" charset="-122"/>
              </a:defRPr>
            </a:lvl1pPr>
          </a:lstStyle>
          <a:p>
            <a:r>
              <a:rPr lang="zh-CN" altLang="en-US" dirty="0"/>
              <a:t>单击此处编辑母版标题样式</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7" name="内容占位符 6"/>
          <p:cNvSpPr/>
          <p:nvPr>
            <p:ph sz="quarter" idx="13"/>
            <p:custDataLst>
              <p:tags r:id="rId6"/>
            </p:custDataLst>
          </p:nvPr>
        </p:nvSpPr>
        <p:spPr>
          <a:xfrm>
            <a:off x="604837" y="1681200"/>
            <a:ext cx="10990800" cy="32112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p:nvPr>
            <p:ph type="body" sz="quarter" idx="14"/>
            <p:custDataLst>
              <p:tags r:id="rId7"/>
            </p:custDataLst>
          </p:nvPr>
        </p:nvSpPr>
        <p:spPr>
          <a:xfrm>
            <a:off x="594000" y="5180400"/>
            <a:ext cx="11001600" cy="1011600"/>
          </a:xfrm>
        </p:spPr>
        <p:txBody>
          <a:bodyPr/>
          <a:lstStyle>
            <a:lvl1pPr>
              <a:defRPr baseline="0">
                <a:solidFill>
                  <a:schemeClr val="tx1"/>
                </a:solidFill>
                <a:latin typeface="Arial" charset="0"/>
                <a:ea typeface="微软雅黑" pitchFamily="34" charset="-122"/>
              </a:defRPr>
            </a:lvl1pPr>
          </a:lstStyle>
          <a:p>
            <a:pPr lvl="0"/>
            <a:r>
              <a:rPr lang="zh-CN" altLang="en-US" dirty="0"/>
              <a:t>单击此处编辑母版文本样式</a:t>
            </a:r>
            <a:endParaRPr lang="zh-CN" altLang="en-US" dirty="0"/>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579600" y="237600"/>
            <a:ext cx="11037600" cy="441964"/>
          </a:xfrm>
        </p:spPr>
        <p:txBody>
          <a:bodyPr/>
          <a:lstStyle>
            <a:lvl1pPr>
              <a:defRPr baseline="0">
                <a:solidFill>
                  <a:schemeClr val="tx1"/>
                </a:solidFill>
                <a:latin typeface="Arial" charset="0"/>
                <a:ea typeface="微软雅黑" pitchFamily="34" charset="-122"/>
              </a:defRPr>
            </a:lvl1pPr>
          </a:lstStyle>
          <a:p>
            <a:r>
              <a:rPr lang="zh-CN" altLang="en-US" dirty="0"/>
              <a:t>单击此处编辑母版标题样式</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7" name="内容占位符 6"/>
          <p:cNvSpPr/>
          <p:nvPr>
            <p:ph sz="quarter" idx="13"/>
            <p:custDataLst>
              <p:tags r:id="rId6"/>
            </p:custDataLst>
          </p:nvPr>
        </p:nvSpPr>
        <p:spPr>
          <a:xfrm>
            <a:off x="579600" y="1663200"/>
            <a:ext cx="5342400" cy="28944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p:nvPr>
            <p:ph sz="quarter" idx="14"/>
            <p:custDataLst>
              <p:tags r:id="rId7"/>
            </p:custDataLst>
          </p:nvPr>
        </p:nvSpPr>
        <p:spPr>
          <a:xfrm>
            <a:off x="6242400" y="1663200"/>
            <a:ext cx="5367600" cy="2894400"/>
          </a:xfrm>
        </p:spPr>
        <p:txBody>
          <a:bodyPr/>
          <a:lstStyle>
            <a:lvl1pPr>
              <a:defRPr baseline="0">
                <a:solidFill>
                  <a:schemeClr val="tx1"/>
                </a:solidFill>
                <a:latin typeface="Arial" charset="0"/>
                <a:ea typeface="微软雅黑" pitchFamily="34" charset="-122"/>
              </a:defRPr>
            </a:lvl1pPr>
            <a:lvl2pPr>
              <a:defRPr baseline="0">
                <a:solidFill>
                  <a:schemeClr val="tx1"/>
                </a:solidFill>
                <a:latin typeface="Arial" charset="0"/>
                <a:ea typeface="微软雅黑" pitchFamily="34" charset="-122"/>
              </a:defRPr>
            </a:lvl2pPr>
            <a:lvl3pPr>
              <a:defRPr baseline="0">
                <a:solidFill>
                  <a:schemeClr val="tx1"/>
                </a:solidFill>
                <a:latin typeface="Arial" charset="0"/>
                <a:ea typeface="微软雅黑" pitchFamily="34" charset="-122"/>
              </a:defRPr>
            </a:lvl3pPr>
            <a:lvl4pPr>
              <a:defRPr baseline="0">
                <a:solidFill>
                  <a:schemeClr val="tx1"/>
                </a:solidFill>
                <a:latin typeface="Arial" charset="0"/>
                <a:ea typeface="微软雅黑" pitchFamily="34" charset="-122"/>
              </a:defRPr>
            </a:lvl4pPr>
            <a:lvl5pPr>
              <a:defRPr baseline="0">
                <a:solidFill>
                  <a:schemeClr val="tx1"/>
                </a:solidFill>
                <a:latin typeface="Arial" charset="0"/>
                <a:ea typeface="微软雅黑"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p:nvPr>
            <p:ph type="body" sz="quarter" idx="15"/>
            <p:custDataLst>
              <p:tags r:id="rId8"/>
            </p:custDataLst>
          </p:nvPr>
        </p:nvSpPr>
        <p:spPr>
          <a:xfrm>
            <a:off x="572400" y="4816800"/>
            <a:ext cx="5342400" cy="781200"/>
          </a:xfrm>
        </p:spPr>
        <p:txBody>
          <a:bodyPr/>
          <a:lstStyle>
            <a:lvl1pPr>
              <a:defRPr baseline="0">
                <a:solidFill>
                  <a:schemeClr val="tx1"/>
                </a:solidFill>
                <a:latin typeface="Arial" charset="0"/>
                <a:ea typeface="微软雅黑" pitchFamily="34" charset="-122"/>
              </a:defRPr>
            </a:lvl1pPr>
          </a:lstStyle>
          <a:p>
            <a:pPr lvl="0"/>
            <a:r>
              <a:rPr lang="zh-CN" altLang="en-US" dirty="0"/>
              <a:t>单击此处编辑母版文本样式</a:t>
            </a:r>
            <a:endParaRPr lang="zh-CN" altLang="en-US" dirty="0"/>
          </a:p>
        </p:txBody>
      </p:sp>
      <p:sp>
        <p:nvSpPr>
          <p:cNvPr id="13" name="文本占位符 12"/>
          <p:cNvSpPr/>
          <p:nvPr>
            <p:ph type="body" sz="quarter" idx="16"/>
            <p:custDataLst>
              <p:tags r:id="rId9"/>
            </p:custDataLst>
          </p:nvPr>
        </p:nvSpPr>
        <p:spPr>
          <a:xfrm>
            <a:off x="6253200" y="4813200"/>
            <a:ext cx="5367600" cy="781200"/>
          </a:xfrm>
        </p:spPr>
        <p:txBody>
          <a:bodyPr/>
          <a:lstStyle>
            <a:lvl1pPr>
              <a:defRPr baseline="0">
                <a:solidFill>
                  <a:schemeClr val="tx1"/>
                </a:solidFill>
                <a:latin typeface="Arial" charset="0"/>
                <a:ea typeface="微软雅黑" pitchFamily="34" charset="-122"/>
              </a:defRPr>
            </a:lvl1pPr>
          </a:lstStyle>
          <a:p>
            <a:pPr lvl="0"/>
            <a:r>
              <a:rPr lang="zh-CN" altLang="en-US" dirty="0"/>
              <a:t>单击此处编辑母版文本样式</a:t>
            </a:r>
            <a:endParaRPr lang="zh-CN" altLang="en-US" dirty="0"/>
          </a:p>
        </p:txBody>
      </p:sp>
    </p:spTree>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1522800" y="1339200"/>
            <a:ext cx="9144000" cy="2386800"/>
          </a:xfrm>
        </p:spPr>
        <p:txBody>
          <a:bodyPr anchor="b"/>
          <a:lstStyle>
            <a:lvl1pPr algn="ctr">
              <a:defRPr sz="6000" baseline="0">
                <a:solidFill>
                  <a:schemeClr val="tx1"/>
                </a:solidFill>
                <a:latin typeface="Arial" charset="0"/>
                <a:ea typeface="微软雅黑" pitchFamily="34" charset="-122"/>
              </a:defRPr>
            </a:lvl1pPr>
          </a:lstStyle>
          <a:p>
            <a:r>
              <a:rPr lang="zh-CN" altLang="en-US" dirty="0"/>
              <a:t>单击此处编辑标题</a:t>
            </a:r>
            <a:endParaRPr lang="zh-CN" altLang="en-US" dirty="0"/>
          </a:p>
        </p:txBody>
      </p:sp>
      <p:sp>
        <p:nvSpPr>
          <p:cNvPr id="3" name="日期占位符 2"/>
          <p:cNvSpPr/>
          <p:nvPr>
            <p:ph type="dt" sz="half" idx="10"/>
            <p:custDataLst>
              <p:tags r:id="rId3"/>
            </p:custDataLst>
          </p:nvPr>
        </p:nvSpPr>
        <p:spPr/>
        <p:txBody>
          <a:bodyPr/>
          <a:lstStyle/>
          <a:p>
            <a:fld id="{760FBDFE-C587-4B4C-A407-44438C67B59E}" type="datetime1">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dirty="0"/>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7" name="文本占位符 6"/>
          <p:cNvSpPr/>
          <p:nvPr>
            <p:ph type="body" sz="quarter" idx="13"/>
            <p:custDataLst>
              <p:tags r:id="rId6"/>
            </p:custDataLst>
          </p:nvPr>
        </p:nvSpPr>
        <p:spPr>
          <a:xfrm>
            <a:off x="1522413" y="3862800"/>
            <a:ext cx="9144000" cy="1656000"/>
          </a:xfrm>
        </p:spPr>
        <p:txBody>
          <a:bodyPr/>
          <a:lstStyle>
            <a:lvl1pPr algn="ctr">
              <a:defRPr baseline="0">
                <a:solidFill>
                  <a:schemeClr val="tx1"/>
                </a:solidFill>
                <a:latin typeface="Arial" charset="0"/>
                <a:ea typeface="微软雅黑" pitchFamily="34" charset="-122"/>
              </a:defRPr>
            </a:lvl1pPr>
          </a:lstStyle>
          <a:p>
            <a:pPr lvl="0"/>
            <a:r>
              <a:rPr lang="zh-CN" altLang="en-US" dirty="0"/>
              <a:t>单击此处编辑母版文本样式</a:t>
            </a:r>
            <a:endParaRPr lang="zh-CN" alt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2" Type="http://schemas.openxmlformats.org/officeDocument/2006/relationships/theme" Target="../theme/theme2.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slideLayout" Target="../slideLayouts/slideLayout11.xml"/><Relationship Id="rId19" Type="http://schemas.openxmlformats.org/officeDocument/2006/relationships/tags" Target="../tags/tag41.xml"/><Relationship Id="rId18" Type="http://schemas.openxmlformats.org/officeDocument/2006/relationships/slideLayout" Target="../slideLayouts/slideLayout2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106F6D-FB2C-4A93-B18F-24E90D5C3B62}" type="datetime1">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686B1-6509-4CC6-A0C8-F609EF2537B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p:nvPr>
            <p:ph type="title"/>
            <p:custDataLst>
              <p:tags r:id="rId19"/>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p:nvPr>
            <p:ph type="body" idx="1"/>
            <p:custDataLst>
              <p:tags r:id="rId20"/>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p:nvPr>
            <p:ph type="dt" sz="half" idx="2"/>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p:nvPr>
            <p:ph type="ftr" sz="quarter" idx="3"/>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p:nvPr>
            <p:ph type="sldNum" sz="quarter" idx="4"/>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p:hf sldNum="0" hdr="0" ftr="0" dt="0"/>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itchFamily="34" charset="-122"/>
          <a:ea typeface="微软雅黑"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charset="0"/>
        <a:buChar char="•"/>
        <a:defRPr sz="1600" u="none" strike="noStrike" kern="1200" cap="none" spc="150" normalizeH="0" baseline="0">
          <a:solidFill>
            <a:schemeClr val="tx1"/>
          </a:solidFill>
          <a:uFillTx/>
          <a:latin typeface="微软雅黑" pitchFamily="34" charset="-122"/>
          <a:ea typeface="微软雅黑"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charset="0"/>
        <a:buChar char="•"/>
        <a:tabLst>
          <a:tab pos="1609725" algn="l"/>
        </a:tabLst>
        <a:defRPr sz="1600" u="none" strike="noStrike" kern="1200" cap="none" spc="150" normalizeH="0" baseline="0">
          <a:solidFill>
            <a:schemeClr val="tx1"/>
          </a:solidFill>
          <a:uFillTx/>
          <a:latin typeface="微软雅黑" pitchFamily="34" charset="-122"/>
          <a:ea typeface="微软雅黑"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charset="0"/>
        <a:buChar char="•"/>
        <a:defRPr sz="1600" u="none" strike="noStrike" kern="1200" cap="none" spc="150" normalizeH="0" baseline="0">
          <a:solidFill>
            <a:schemeClr val="tx1"/>
          </a:solidFill>
          <a:uFillTx/>
          <a:latin typeface="微软雅黑" pitchFamily="34" charset="-122"/>
          <a:ea typeface="微软雅黑"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charset="0"/>
        <a:buChar char="•"/>
        <a:defRPr sz="1600" u="none" strike="noStrike" kern="1200" cap="none" spc="150" normalizeH="0" baseline="0">
          <a:solidFill>
            <a:schemeClr val="tx1"/>
          </a:solidFill>
          <a:uFillTx/>
          <a:latin typeface="微软雅黑" pitchFamily="34" charset="-122"/>
          <a:ea typeface="微软雅黑"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charset="0"/>
        <a:buChar char="•"/>
        <a:defRPr sz="1600" u="none" strike="noStrike" kern="1200" cap="none" spc="150" normalizeH="0" baseline="0">
          <a:solidFill>
            <a:schemeClr val="tx1"/>
          </a:solidFill>
          <a:uFillTx/>
          <a:latin typeface="微软雅黑" pitchFamily="34" charset="-122"/>
          <a:ea typeface="微软雅黑" pitchFamily="34" charset="-122"/>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customXml" Target="../ink/ink9.xml"/><Relationship Id="rId89" Type="http://schemas.openxmlformats.org/officeDocument/2006/relationships/slideLayout" Target="../slideLayouts/slideLayout1.xml"/><Relationship Id="rId88" Type="http://schemas.openxmlformats.org/officeDocument/2006/relationships/tags" Target="../tags/tag44.xml"/><Relationship Id="rId87" Type="http://schemas.openxmlformats.org/officeDocument/2006/relationships/customXml" Target="../ink/ink87.xml"/><Relationship Id="rId86" Type="http://schemas.openxmlformats.org/officeDocument/2006/relationships/customXml" Target="../ink/ink86.xml"/><Relationship Id="rId85" Type="http://schemas.openxmlformats.org/officeDocument/2006/relationships/customXml" Target="../ink/ink85.xml"/><Relationship Id="rId84" Type="http://schemas.openxmlformats.org/officeDocument/2006/relationships/customXml" Target="../ink/ink84.xml"/><Relationship Id="rId83" Type="http://schemas.openxmlformats.org/officeDocument/2006/relationships/customXml" Target="../ink/ink83.xml"/><Relationship Id="rId82" Type="http://schemas.openxmlformats.org/officeDocument/2006/relationships/customXml" Target="../ink/ink82.xml"/><Relationship Id="rId81" Type="http://schemas.openxmlformats.org/officeDocument/2006/relationships/customXml" Target="../ink/ink81.xml"/><Relationship Id="rId80" Type="http://schemas.openxmlformats.org/officeDocument/2006/relationships/customXml" Target="../ink/ink80.xml"/><Relationship Id="rId8" Type="http://schemas.openxmlformats.org/officeDocument/2006/relationships/customXml" Target="../ink/ink8.xml"/><Relationship Id="rId79" Type="http://schemas.openxmlformats.org/officeDocument/2006/relationships/customXml" Target="../ink/ink79.xml"/><Relationship Id="rId78" Type="http://schemas.openxmlformats.org/officeDocument/2006/relationships/customXml" Target="../ink/ink78.xml"/><Relationship Id="rId77" Type="http://schemas.openxmlformats.org/officeDocument/2006/relationships/customXml" Target="../ink/ink77.xml"/><Relationship Id="rId76" Type="http://schemas.openxmlformats.org/officeDocument/2006/relationships/customXml" Target="../ink/ink76.xml"/><Relationship Id="rId75" Type="http://schemas.openxmlformats.org/officeDocument/2006/relationships/customXml" Target="../ink/ink75.xml"/><Relationship Id="rId74" Type="http://schemas.openxmlformats.org/officeDocument/2006/relationships/customXml" Target="../ink/ink74.xml"/><Relationship Id="rId73" Type="http://schemas.openxmlformats.org/officeDocument/2006/relationships/customXml" Target="../ink/ink73.xml"/><Relationship Id="rId72" Type="http://schemas.openxmlformats.org/officeDocument/2006/relationships/customXml" Target="../ink/ink72.xml"/><Relationship Id="rId71" Type="http://schemas.openxmlformats.org/officeDocument/2006/relationships/customXml" Target="../ink/ink71.xml"/><Relationship Id="rId70" Type="http://schemas.openxmlformats.org/officeDocument/2006/relationships/customXml" Target="../ink/ink70.xml"/><Relationship Id="rId7" Type="http://schemas.openxmlformats.org/officeDocument/2006/relationships/customXml" Target="../ink/ink7.xml"/><Relationship Id="rId69" Type="http://schemas.openxmlformats.org/officeDocument/2006/relationships/customXml" Target="../ink/ink69.xml"/><Relationship Id="rId68" Type="http://schemas.openxmlformats.org/officeDocument/2006/relationships/customXml" Target="../ink/ink68.xml"/><Relationship Id="rId67" Type="http://schemas.openxmlformats.org/officeDocument/2006/relationships/customXml" Target="../ink/ink67.xml"/><Relationship Id="rId66" Type="http://schemas.openxmlformats.org/officeDocument/2006/relationships/customXml" Target="../ink/ink66.xml"/><Relationship Id="rId65" Type="http://schemas.openxmlformats.org/officeDocument/2006/relationships/customXml" Target="../ink/ink65.xml"/><Relationship Id="rId64" Type="http://schemas.openxmlformats.org/officeDocument/2006/relationships/customXml" Target="../ink/ink64.xml"/><Relationship Id="rId63" Type="http://schemas.openxmlformats.org/officeDocument/2006/relationships/customXml" Target="../ink/ink63.xml"/><Relationship Id="rId62" Type="http://schemas.openxmlformats.org/officeDocument/2006/relationships/customXml" Target="../ink/ink62.xml"/><Relationship Id="rId61" Type="http://schemas.openxmlformats.org/officeDocument/2006/relationships/customXml" Target="../ink/ink61.xml"/><Relationship Id="rId60" Type="http://schemas.openxmlformats.org/officeDocument/2006/relationships/customXml" Target="../ink/ink60.xml"/><Relationship Id="rId6" Type="http://schemas.openxmlformats.org/officeDocument/2006/relationships/customXml" Target="../ink/ink6.xml"/><Relationship Id="rId59" Type="http://schemas.openxmlformats.org/officeDocument/2006/relationships/customXml" Target="../ink/ink59.xml"/><Relationship Id="rId58" Type="http://schemas.openxmlformats.org/officeDocument/2006/relationships/customXml" Target="../ink/ink58.xml"/><Relationship Id="rId57" Type="http://schemas.openxmlformats.org/officeDocument/2006/relationships/customXml" Target="../ink/ink57.xml"/><Relationship Id="rId56" Type="http://schemas.openxmlformats.org/officeDocument/2006/relationships/customXml" Target="../ink/ink56.xml"/><Relationship Id="rId55" Type="http://schemas.openxmlformats.org/officeDocument/2006/relationships/customXml" Target="../ink/ink55.xml"/><Relationship Id="rId54" Type="http://schemas.openxmlformats.org/officeDocument/2006/relationships/customXml" Target="../ink/ink54.xml"/><Relationship Id="rId53" Type="http://schemas.openxmlformats.org/officeDocument/2006/relationships/customXml" Target="../ink/ink53.xml"/><Relationship Id="rId52" Type="http://schemas.openxmlformats.org/officeDocument/2006/relationships/customXml" Target="../ink/ink52.xml"/><Relationship Id="rId51" Type="http://schemas.openxmlformats.org/officeDocument/2006/relationships/customXml" Target="../ink/ink51.xml"/><Relationship Id="rId50" Type="http://schemas.openxmlformats.org/officeDocument/2006/relationships/customXml" Target="../ink/ink50.xml"/><Relationship Id="rId5" Type="http://schemas.openxmlformats.org/officeDocument/2006/relationships/customXml" Target="../ink/ink5.xml"/><Relationship Id="rId49" Type="http://schemas.openxmlformats.org/officeDocument/2006/relationships/customXml" Target="../ink/ink49.xml"/><Relationship Id="rId48" Type="http://schemas.openxmlformats.org/officeDocument/2006/relationships/customXml" Target="../ink/ink48.xml"/><Relationship Id="rId47" Type="http://schemas.openxmlformats.org/officeDocument/2006/relationships/customXml" Target="../ink/ink47.xml"/><Relationship Id="rId46" Type="http://schemas.openxmlformats.org/officeDocument/2006/relationships/customXml" Target="../ink/ink46.xml"/><Relationship Id="rId45" Type="http://schemas.openxmlformats.org/officeDocument/2006/relationships/customXml" Target="../ink/ink45.xml"/><Relationship Id="rId44" Type="http://schemas.openxmlformats.org/officeDocument/2006/relationships/customXml" Target="../ink/ink44.xml"/><Relationship Id="rId43" Type="http://schemas.openxmlformats.org/officeDocument/2006/relationships/customXml" Target="../ink/ink43.xml"/><Relationship Id="rId42" Type="http://schemas.openxmlformats.org/officeDocument/2006/relationships/customXml" Target="../ink/ink42.xml"/><Relationship Id="rId41" Type="http://schemas.openxmlformats.org/officeDocument/2006/relationships/customXml" Target="../ink/ink41.xml"/><Relationship Id="rId40" Type="http://schemas.openxmlformats.org/officeDocument/2006/relationships/customXml" Target="../ink/ink40.xml"/><Relationship Id="rId4" Type="http://schemas.openxmlformats.org/officeDocument/2006/relationships/customXml" Target="../ink/ink4.xml"/><Relationship Id="rId39" Type="http://schemas.openxmlformats.org/officeDocument/2006/relationships/customXml" Target="../ink/ink39.xml"/><Relationship Id="rId38" Type="http://schemas.openxmlformats.org/officeDocument/2006/relationships/customXml" Target="../ink/ink38.xml"/><Relationship Id="rId37" Type="http://schemas.openxmlformats.org/officeDocument/2006/relationships/customXml" Target="../ink/ink37.xml"/><Relationship Id="rId36" Type="http://schemas.openxmlformats.org/officeDocument/2006/relationships/customXml" Target="../ink/ink36.xml"/><Relationship Id="rId35" Type="http://schemas.openxmlformats.org/officeDocument/2006/relationships/customXml" Target="../ink/ink35.xml"/><Relationship Id="rId34" Type="http://schemas.openxmlformats.org/officeDocument/2006/relationships/customXml" Target="../ink/ink34.xml"/><Relationship Id="rId33" Type="http://schemas.openxmlformats.org/officeDocument/2006/relationships/customXml" Target="../ink/ink33.xml"/><Relationship Id="rId32" Type="http://schemas.openxmlformats.org/officeDocument/2006/relationships/customXml" Target="../ink/ink32.xml"/><Relationship Id="rId31" Type="http://schemas.openxmlformats.org/officeDocument/2006/relationships/customXml" Target="../ink/ink31.xml"/><Relationship Id="rId30" Type="http://schemas.openxmlformats.org/officeDocument/2006/relationships/customXml" Target="../ink/ink30.xml"/><Relationship Id="rId3" Type="http://schemas.openxmlformats.org/officeDocument/2006/relationships/customXml" Target="../ink/ink3.xml"/><Relationship Id="rId29" Type="http://schemas.openxmlformats.org/officeDocument/2006/relationships/customXml" Target="../ink/ink29.xml"/><Relationship Id="rId28" Type="http://schemas.openxmlformats.org/officeDocument/2006/relationships/customXml" Target="../ink/ink28.xml"/><Relationship Id="rId27" Type="http://schemas.openxmlformats.org/officeDocument/2006/relationships/customXml" Target="../ink/ink27.xml"/><Relationship Id="rId26" Type="http://schemas.openxmlformats.org/officeDocument/2006/relationships/customXml" Target="../ink/ink26.xml"/><Relationship Id="rId25" Type="http://schemas.openxmlformats.org/officeDocument/2006/relationships/customXml" Target="../ink/ink25.xml"/><Relationship Id="rId24" Type="http://schemas.openxmlformats.org/officeDocument/2006/relationships/customXml" Target="../ink/ink24.xml"/><Relationship Id="rId23" Type="http://schemas.openxmlformats.org/officeDocument/2006/relationships/customXml" Target="../ink/ink23.xml"/><Relationship Id="rId22" Type="http://schemas.openxmlformats.org/officeDocument/2006/relationships/customXml" Target="../ink/ink22.xml"/><Relationship Id="rId21" Type="http://schemas.openxmlformats.org/officeDocument/2006/relationships/customXml" Target="../ink/ink21.xml"/><Relationship Id="rId20" Type="http://schemas.openxmlformats.org/officeDocument/2006/relationships/customXml" Target="../ink/ink20.xml"/><Relationship Id="rId2" Type="http://schemas.openxmlformats.org/officeDocument/2006/relationships/customXml" Target="../ink/ink2.xml"/><Relationship Id="rId19" Type="http://schemas.openxmlformats.org/officeDocument/2006/relationships/customXml" Target="../ink/ink19.xml"/><Relationship Id="rId18" Type="http://schemas.openxmlformats.org/officeDocument/2006/relationships/customXml" Target="../ink/ink18.xml"/><Relationship Id="rId17" Type="http://schemas.openxmlformats.org/officeDocument/2006/relationships/customXml" Target="../ink/ink17.xml"/><Relationship Id="rId16" Type="http://schemas.openxmlformats.org/officeDocument/2006/relationships/customXml" Target="../ink/ink16.xml"/><Relationship Id="rId15" Type="http://schemas.openxmlformats.org/officeDocument/2006/relationships/customXml" Target="../ink/ink15.xml"/><Relationship Id="rId14" Type="http://schemas.openxmlformats.org/officeDocument/2006/relationships/customXml" Target="../ink/ink14.xml"/><Relationship Id="rId13" Type="http://schemas.openxmlformats.org/officeDocument/2006/relationships/customXml" Target="../ink/ink13.xml"/><Relationship Id="rId12" Type="http://schemas.openxmlformats.org/officeDocument/2006/relationships/customXml" Target="../ink/ink12.xml"/><Relationship Id="rId11" Type="http://schemas.openxmlformats.org/officeDocument/2006/relationships/customXml" Target="../ink/ink11.xml"/><Relationship Id="rId10" Type="http://schemas.openxmlformats.org/officeDocument/2006/relationships/customXml" Target="../ink/ink10.xml"/><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99" Type="http://schemas.openxmlformats.org/officeDocument/2006/relationships/customXml" Target="../ink/ink186.xml"/><Relationship Id="rId98" Type="http://schemas.openxmlformats.org/officeDocument/2006/relationships/customXml" Target="../ink/ink185.xml"/><Relationship Id="rId97" Type="http://schemas.openxmlformats.org/officeDocument/2006/relationships/customXml" Target="../ink/ink184.xml"/><Relationship Id="rId96" Type="http://schemas.openxmlformats.org/officeDocument/2006/relationships/customXml" Target="../ink/ink183.xml"/><Relationship Id="rId95" Type="http://schemas.openxmlformats.org/officeDocument/2006/relationships/customXml" Target="../ink/ink182.xml"/><Relationship Id="rId94" Type="http://schemas.openxmlformats.org/officeDocument/2006/relationships/customXml" Target="../ink/ink181.xml"/><Relationship Id="rId93" Type="http://schemas.openxmlformats.org/officeDocument/2006/relationships/customXml" Target="../ink/ink180.xml"/><Relationship Id="rId92" Type="http://schemas.openxmlformats.org/officeDocument/2006/relationships/customXml" Target="../ink/ink179.xml"/><Relationship Id="rId91" Type="http://schemas.openxmlformats.org/officeDocument/2006/relationships/customXml" Target="../ink/ink178.xml"/><Relationship Id="rId90" Type="http://schemas.openxmlformats.org/officeDocument/2006/relationships/customXml" Target="../ink/ink177.xml"/><Relationship Id="rId9" Type="http://schemas.openxmlformats.org/officeDocument/2006/relationships/customXml" Target="../ink/ink96.xml"/><Relationship Id="rId89" Type="http://schemas.openxmlformats.org/officeDocument/2006/relationships/customXml" Target="../ink/ink176.xml"/><Relationship Id="rId88" Type="http://schemas.openxmlformats.org/officeDocument/2006/relationships/customXml" Target="../ink/ink175.xml"/><Relationship Id="rId87" Type="http://schemas.openxmlformats.org/officeDocument/2006/relationships/customXml" Target="../ink/ink174.xml"/><Relationship Id="rId86" Type="http://schemas.openxmlformats.org/officeDocument/2006/relationships/customXml" Target="../ink/ink173.xml"/><Relationship Id="rId85" Type="http://schemas.openxmlformats.org/officeDocument/2006/relationships/customXml" Target="../ink/ink172.xml"/><Relationship Id="rId84" Type="http://schemas.openxmlformats.org/officeDocument/2006/relationships/customXml" Target="../ink/ink171.xml"/><Relationship Id="rId83" Type="http://schemas.openxmlformats.org/officeDocument/2006/relationships/customXml" Target="../ink/ink170.xml"/><Relationship Id="rId82" Type="http://schemas.openxmlformats.org/officeDocument/2006/relationships/customXml" Target="../ink/ink169.xml"/><Relationship Id="rId81" Type="http://schemas.openxmlformats.org/officeDocument/2006/relationships/customXml" Target="../ink/ink168.xml"/><Relationship Id="rId80" Type="http://schemas.openxmlformats.org/officeDocument/2006/relationships/customXml" Target="../ink/ink167.xml"/><Relationship Id="rId8" Type="http://schemas.openxmlformats.org/officeDocument/2006/relationships/customXml" Target="../ink/ink95.xml"/><Relationship Id="rId79" Type="http://schemas.openxmlformats.org/officeDocument/2006/relationships/customXml" Target="../ink/ink166.xml"/><Relationship Id="rId78" Type="http://schemas.openxmlformats.org/officeDocument/2006/relationships/customXml" Target="../ink/ink165.xml"/><Relationship Id="rId77" Type="http://schemas.openxmlformats.org/officeDocument/2006/relationships/customXml" Target="../ink/ink164.xml"/><Relationship Id="rId76" Type="http://schemas.openxmlformats.org/officeDocument/2006/relationships/customXml" Target="../ink/ink163.xml"/><Relationship Id="rId75" Type="http://schemas.openxmlformats.org/officeDocument/2006/relationships/customXml" Target="../ink/ink162.xml"/><Relationship Id="rId74" Type="http://schemas.openxmlformats.org/officeDocument/2006/relationships/customXml" Target="../ink/ink161.xml"/><Relationship Id="rId73" Type="http://schemas.openxmlformats.org/officeDocument/2006/relationships/customXml" Target="../ink/ink160.xml"/><Relationship Id="rId72" Type="http://schemas.openxmlformats.org/officeDocument/2006/relationships/customXml" Target="../ink/ink159.xml"/><Relationship Id="rId71" Type="http://schemas.openxmlformats.org/officeDocument/2006/relationships/customXml" Target="../ink/ink158.xml"/><Relationship Id="rId70" Type="http://schemas.openxmlformats.org/officeDocument/2006/relationships/customXml" Target="../ink/ink157.xml"/><Relationship Id="rId7" Type="http://schemas.openxmlformats.org/officeDocument/2006/relationships/customXml" Target="../ink/ink94.xml"/><Relationship Id="rId69" Type="http://schemas.openxmlformats.org/officeDocument/2006/relationships/customXml" Target="../ink/ink156.xml"/><Relationship Id="rId68" Type="http://schemas.openxmlformats.org/officeDocument/2006/relationships/customXml" Target="../ink/ink155.xml"/><Relationship Id="rId67" Type="http://schemas.openxmlformats.org/officeDocument/2006/relationships/customXml" Target="../ink/ink154.xml"/><Relationship Id="rId66" Type="http://schemas.openxmlformats.org/officeDocument/2006/relationships/customXml" Target="../ink/ink153.xml"/><Relationship Id="rId65" Type="http://schemas.openxmlformats.org/officeDocument/2006/relationships/customXml" Target="../ink/ink152.xml"/><Relationship Id="rId64" Type="http://schemas.openxmlformats.org/officeDocument/2006/relationships/customXml" Target="../ink/ink151.xml"/><Relationship Id="rId63" Type="http://schemas.openxmlformats.org/officeDocument/2006/relationships/customXml" Target="../ink/ink150.xml"/><Relationship Id="rId62" Type="http://schemas.openxmlformats.org/officeDocument/2006/relationships/customXml" Target="../ink/ink149.xml"/><Relationship Id="rId61" Type="http://schemas.openxmlformats.org/officeDocument/2006/relationships/customXml" Target="../ink/ink148.xml"/><Relationship Id="rId60" Type="http://schemas.openxmlformats.org/officeDocument/2006/relationships/customXml" Target="../ink/ink147.xml"/><Relationship Id="rId6" Type="http://schemas.openxmlformats.org/officeDocument/2006/relationships/customXml" Target="../ink/ink93.xml"/><Relationship Id="rId59" Type="http://schemas.openxmlformats.org/officeDocument/2006/relationships/customXml" Target="../ink/ink146.xml"/><Relationship Id="rId58" Type="http://schemas.openxmlformats.org/officeDocument/2006/relationships/customXml" Target="../ink/ink145.xml"/><Relationship Id="rId57" Type="http://schemas.openxmlformats.org/officeDocument/2006/relationships/customXml" Target="../ink/ink144.xml"/><Relationship Id="rId56" Type="http://schemas.openxmlformats.org/officeDocument/2006/relationships/customXml" Target="../ink/ink143.xml"/><Relationship Id="rId55" Type="http://schemas.openxmlformats.org/officeDocument/2006/relationships/customXml" Target="../ink/ink142.xml"/><Relationship Id="rId54" Type="http://schemas.openxmlformats.org/officeDocument/2006/relationships/customXml" Target="../ink/ink141.xml"/><Relationship Id="rId53" Type="http://schemas.openxmlformats.org/officeDocument/2006/relationships/customXml" Target="../ink/ink140.xml"/><Relationship Id="rId52" Type="http://schemas.openxmlformats.org/officeDocument/2006/relationships/customXml" Target="../ink/ink139.xml"/><Relationship Id="rId51" Type="http://schemas.openxmlformats.org/officeDocument/2006/relationships/customXml" Target="../ink/ink138.xml"/><Relationship Id="rId50" Type="http://schemas.openxmlformats.org/officeDocument/2006/relationships/customXml" Target="../ink/ink137.xml"/><Relationship Id="rId5" Type="http://schemas.openxmlformats.org/officeDocument/2006/relationships/customXml" Target="../ink/ink92.xml"/><Relationship Id="rId49" Type="http://schemas.openxmlformats.org/officeDocument/2006/relationships/customXml" Target="../ink/ink136.xml"/><Relationship Id="rId48" Type="http://schemas.openxmlformats.org/officeDocument/2006/relationships/customXml" Target="../ink/ink135.xml"/><Relationship Id="rId47" Type="http://schemas.openxmlformats.org/officeDocument/2006/relationships/customXml" Target="../ink/ink134.xml"/><Relationship Id="rId46" Type="http://schemas.openxmlformats.org/officeDocument/2006/relationships/customXml" Target="../ink/ink133.xml"/><Relationship Id="rId45" Type="http://schemas.openxmlformats.org/officeDocument/2006/relationships/customXml" Target="../ink/ink132.xml"/><Relationship Id="rId44" Type="http://schemas.openxmlformats.org/officeDocument/2006/relationships/customXml" Target="../ink/ink131.xml"/><Relationship Id="rId43" Type="http://schemas.openxmlformats.org/officeDocument/2006/relationships/customXml" Target="../ink/ink130.xml"/><Relationship Id="rId42" Type="http://schemas.openxmlformats.org/officeDocument/2006/relationships/customXml" Target="../ink/ink129.xml"/><Relationship Id="rId41" Type="http://schemas.openxmlformats.org/officeDocument/2006/relationships/customXml" Target="../ink/ink128.xml"/><Relationship Id="rId40" Type="http://schemas.openxmlformats.org/officeDocument/2006/relationships/customXml" Target="../ink/ink127.xml"/><Relationship Id="rId4" Type="http://schemas.openxmlformats.org/officeDocument/2006/relationships/customXml" Target="../ink/ink91.xml"/><Relationship Id="rId39" Type="http://schemas.openxmlformats.org/officeDocument/2006/relationships/customXml" Target="../ink/ink126.xml"/><Relationship Id="rId38" Type="http://schemas.openxmlformats.org/officeDocument/2006/relationships/customXml" Target="../ink/ink125.xml"/><Relationship Id="rId37" Type="http://schemas.openxmlformats.org/officeDocument/2006/relationships/customXml" Target="../ink/ink124.xml"/><Relationship Id="rId36" Type="http://schemas.openxmlformats.org/officeDocument/2006/relationships/customXml" Target="../ink/ink123.xml"/><Relationship Id="rId35" Type="http://schemas.openxmlformats.org/officeDocument/2006/relationships/customXml" Target="../ink/ink122.xml"/><Relationship Id="rId34" Type="http://schemas.openxmlformats.org/officeDocument/2006/relationships/customXml" Target="../ink/ink121.xml"/><Relationship Id="rId33" Type="http://schemas.openxmlformats.org/officeDocument/2006/relationships/customXml" Target="../ink/ink120.xml"/><Relationship Id="rId32" Type="http://schemas.openxmlformats.org/officeDocument/2006/relationships/customXml" Target="../ink/ink119.xml"/><Relationship Id="rId31" Type="http://schemas.openxmlformats.org/officeDocument/2006/relationships/customXml" Target="../ink/ink118.xml"/><Relationship Id="rId30" Type="http://schemas.openxmlformats.org/officeDocument/2006/relationships/customXml" Target="../ink/ink117.xml"/><Relationship Id="rId3" Type="http://schemas.openxmlformats.org/officeDocument/2006/relationships/customXml" Target="../ink/ink90.xml"/><Relationship Id="rId29" Type="http://schemas.openxmlformats.org/officeDocument/2006/relationships/customXml" Target="../ink/ink116.xml"/><Relationship Id="rId28" Type="http://schemas.openxmlformats.org/officeDocument/2006/relationships/customXml" Target="../ink/ink115.xml"/><Relationship Id="rId27" Type="http://schemas.openxmlformats.org/officeDocument/2006/relationships/customXml" Target="../ink/ink114.xml"/><Relationship Id="rId26" Type="http://schemas.openxmlformats.org/officeDocument/2006/relationships/customXml" Target="../ink/ink113.xml"/><Relationship Id="rId25" Type="http://schemas.openxmlformats.org/officeDocument/2006/relationships/customXml" Target="../ink/ink112.xml"/><Relationship Id="rId24" Type="http://schemas.openxmlformats.org/officeDocument/2006/relationships/customXml" Target="../ink/ink111.xml"/><Relationship Id="rId23" Type="http://schemas.openxmlformats.org/officeDocument/2006/relationships/customXml" Target="../ink/ink110.xml"/><Relationship Id="rId22" Type="http://schemas.openxmlformats.org/officeDocument/2006/relationships/customXml" Target="../ink/ink109.xml"/><Relationship Id="rId21" Type="http://schemas.openxmlformats.org/officeDocument/2006/relationships/customXml" Target="../ink/ink108.xml"/><Relationship Id="rId202" Type="http://schemas.openxmlformats.org/officeDocument/2006/relationships/slideLayout" Target="../slideLayouts/slideLayout16.xml"/><Relationship Id="rId201" Type="http://schemas.openxmlformats.org/officeDocument/2006/relationships/tags" Target="../tags/tag45.xml"/><Relationship Id="rId200" Type="http://schemas.openxmlformats.org/officeDocument/2006/relationships/customXml" Target="../ink/ink287.xml"/><Relationship Id="rId20" Type="http://schemas.openxmlformats.org/officeDocument/2006/relationships/customXml" Target="../ink/ink107.xml"/><Relationship Id="rId2" Type="http://schemas.openxmlformats.org/officeDocument/2006/relationships/customXml" Target="../ink/ink89.xml"/><Relationship Id="rId199" Type="http://schemas.openxmlformats.org/officeDocument/2006/relationships/customXml" Target="../ink/ink286.xml"/><Relationship Id="rId198" Type="http://schemas.openxmlformats.org/officeDocument/2006/relationships/customXml" Target="../ink/ink285.xml"/><Relationship Id="rId197" Type="http://schemas.openxmlformats.org/officeDocument/2006/relationships/customXml" Target="../ink/ink284.xml"/><Relationship Id="rId196" Type="http://schemas.openxmlformats.org/officeDocument/2006/relationships/customXml" Target="../ink/ink283.xml"/><Relationship Id="rId195" Type="http://schemas.openxmlformats.org/officeDocument/2006/relationships/customXml" Target="../ink/ink282.xml"/><Relationship Id="rId194" Type="http://schemas.openxmlformats.org/officeDocument/2006/relationships/customXml" Target="../ink/ink281.xml"/><Relationship Id="rId193" Type="http://schemas.openxmlformats.org/officeDocument/2006/relationships/customXml" Target="../ink/ink280.xml"/><Relationship Id="rId192" Type="http://schemas.openxmlformats.org/officeDocument/2006/relationships/customXml" Target="../ink/ink279.xml"/><Relationship Id="rId191" Type="http://schemas.openxmlformats.org/officeDocument/2006/relationships/customXml" Target="../ink/ink278.xml"/><Relationship Id="rId190" Type="http://schemas.openxmlformats.org/officeDocument/2006/relationships/customXml" Target="../ink/ink277.xml"/><Relationship Id="rId19" Type="http://schemas.openxmlformats.org/officeDocument/2006/relationships/customXml" Target="../ink/ink106.xml"/><Relationship Id="rId189" Type="http://schemas.openxmlformats.org/officeDocument/2006/relationships/customXml" Target="../ink/ink276.xml"/><Relationship Id="rId188" Type="http://schemas.openxmlformats.org/officeDocument/2006/relationships/customXml" Target="../ink/ink275.xml"/><Relationship Id="rId187" Type="http://schemas.openxmlformats.org/officeDocument/2006/relationships/customXml" Target="../ink/ink274.xml"/><Relationship Id="rId186" Type="http://schemas.openxmlformats.org/officeDocument/2006/relationships/customXml" Target="../ink/ink273.xml"/><Relationship Id="rId185" Type="http://schemas.openxmlformats.org/officeDocument/2006/relationships/customXml" Target="../ink/ink272.xml"/><Relationship Id="rId184" Type="http://schemas.openxmlformats.org/officeDocument/2006/relationships/customXml" Target="../ink/ink271.xml"/><Relationship Id="rId183" Type="http://schemas.openxmlformats.org/officeDocument/2006/relationships/customXml" Target="../ink/ink270.xml"/><Relationship Id="rId182" Type="http://schemas.openxmlformats.org/officeDocument/2006/relationships/customXml" Target="../ink/ink269.xml"/><Relationship Id="rId181" Type="http://schemas.openxmlformats.org/officeDocument/2006/relationships/customXml" Target="../ink/ink268.xml"/><Relationship Id="rId180" Type="http://schemas.openxmlformats.org/officeDocument/2006/relationships/customXml" Target="../ink/ink267.xml"/><Relationship Id="rId18" Type="http://schemas.openxmlformats.org/officeDocument/2006/relationships/customXml" Target="../ink/ink105.xml"/><Relationship Id="rId179" Type="http://schemas.openxmlformats.org/officeDocument/2006/relationships/customXml" Target="../ink/ink266.xml"/><Relationship Id="rId178" Type="http://schemas.openxmlformats.org/officeDocument/2006/relationships/customXml" Target="../ink/ink265.xml"/><Relationship Id="rId177" Type="http://schemas.openxmlformats.org/officeDocument/2006/relationships/customXml" Target="../ink/ink264.xml"/><Relationship Id="rId176" Type="http://schemas.openxmlformats.org/officeDocument/2006/relationships/customXml" Target="../ink/ink263.xml"/><Relationship Id="rId175" Type="http://schemas.openxmlformats.org/officeDocument/2006/relationships/customXml" Target="../ink/ink262.xml"/><Relationship Id="rId174" Type="http://schemas.openxmlformats.org/officeDocument/2006/relationships/customXml" Target="../ink/ink261.xml"/><Relationship Id="rId173" Type="http://schemas.openxmlformats.org/officeDocument/2006/relationships/customXml" Target="../ink/ink260.xml"/><Relationship Id="rId172" Type="http://schemas.openxmlformats.org/officeDocument/2006/relationships/customXml" Target="../ink/ink259.xml"/><Relationship Id="rId171" Type="http://schemas.openxmlformats.org/officeDocument/2006/relationships/customXml" Target="../ink/ink258.xml"/><Relationship Id="rId170" Type="http://schemas.openxmlformats.org/officeDocument/2006/relationships/customXml" Target="../ink/ink257.xml"/><Relationship Id="rId17" Type="http://schemas.openxmlformats.org/officeDocument/2006/relationships/customXml" Target="../ink/ink104.xml"/><Relationship Id="rId169" Type="http://schemas.openxmlformats.org/officeDocument/2006/relationships/customXml" Target="../ink/ink256.xml"/><Relationship Id="rId168" Type="http://schemas.openxmlformats.org/officeDocument/2006/relationships/customXml" Target="../ink/ink255.xml"/><Relationship Id="rId167" Type="http://schemas.openxmlformats.org/officeDocument/2006/relationships/customXml" Target="../ink/ink254.xml"/><Relationship Id="rId166" Type="http://schemas.openxmlformats.org/officeDocument/2006/relationships/customXml" Target="../ink/ink253.xml"/><Relationship Id="rId165" Type="http://schemas.openxmlformats.org/officeDocument/2006/relationships/customXml" Target="../ink/ink252.xml"/><Relationship Id="rId164" Type="http://schemas.openxmlformats.org/officeDocument/2006/relationships/customXml" Target="../ink/ink251.xml"/><Relationship Id="rId163" Type="http://schemas.openxmlformats.org/officeDocument/2006/relationships/customXml" Target="../ink/ink250.xml"/><Relationship Id="rId162" Type="http://schemas.openxmlformats.org/officeDocument/2006/relationships/customXml" Target="../ink/ink249.xml"/><Relationship Id="rId161" Type="http://schemas.openxmlformats.org/officeDocument/2006/relationships/customXml" Target="../ink/ink248.xml"/><Relationship Id="rId160" Type="http://schemas.openxmlformats.org/officeDocument/2006/relationships/customXml" Target="../ink/ink247.xml"/><Relationship Id="rId16" Type="http://schemas.openxmlformats.org/officeDocument/2006/relationships/customXml" Target="../ink/ink103.xml"/><Relationship Id="rId159" Type="http://schemas.openxmlformats.org/officeDocument/2006/relationships/customXml" Target="../ink/ink246.xml"/><Relationship Id="rId158" Type="http://schemas.openxmlformats.org/officeDocument/2006/relationships/customXml" Target="../ink/ink245.xml"/><Relationship Id="rId157" Type="http://schemas.openxmlformats.org/officeDocument/2006/relationships/customXml" Target="../ink/ink244.xml"/><Relationship Id="rId156" Type="http://schemas.openxmlformats.org/officeDocument/2006/relationships/customXml" Target="../ink/ink243.xml"/><Relationship Id="rId155" Type="http://schemas.openxmlformats.org/officeDocument/2006/relationships/customXml" Target="../ink/ink242.xml"/><Relationship Id="rId154" Type="http://schemas.openxmlformats.org/officeDocument/2006/relationships/customXml" Target="../ink/ink241.xml"/><Relationship Id="rId153" Type="http://schemas.openxmlformats.org/officeDocument/2006/relationships/customXml" Target="../ink/ink240.xml"/><Relationship Id="rId152" Type="http://schemas.openxmlformats.org/officeDocument/2006/relationships/customXml" Target="../ink/ink239.xml"/><Relationship Id="rId151" Type="http://schemas.openxmlformats.org/officeDocument/2006/relationships/customXml" Target="../ink/ink238.xml"/><Relationship Id="rId150" Type="http://schemas.openxmlformats.org/officeDocument/2006/relationships/customXml" Target="../ink/ink237.xml"/><Relationship Id="rId15" Type="http://schemas.openxmlformats.org/officeDocument/2006/relationships/customXml" Target="../ink/ink102.xml"/><Relationship Id="rId149" Type="http://schemas.openxmlformats.org/officeDocument/2006/relationships/customXml" Target="../ink/ink236.xml"/><Relationship Id="rId148" Type="http://schemas.openxmlformats.org/officeDocument/2006/relationships/customXml" Target="../ink/ink235.xml"/><Relationship Id="rId147" Type="http://schemas.openxmlformats.org/officeDocument/2006/relationships/customXml" Target="../ink/ink234.xml"/><Relationship Id="rId146" Type="http://schemas.openxmlformats.org/officeDocument/2006/relationships/customXml" Target="../ink/ink233.xml"/><Relationship Id="rId145" Type="http://schemas.openxmlformats.org/officeDocument/2006/relationships/customXml" Target="../ink/ink232.xml"/><Relationship Id="rId144" Type="http://schemas.openxmlformats.org/officeDocument/2006/relationships/customXml" Target="../ink/ink231.xml"/><Relationship Id="rId143" Type="http://schemas.openxmlformats.org/officeDocument/2006/relationships/customXml" Target="../ink/ink230.xml"/><Relationship Id="rId142" Type="http://schemas.openxmlformats.org/officeDocument/2006/relationships/customXml" Target="../ink/ink229.xml"/><Relationship Id="rId141" Type="http://schemas.openxmlformats.org/officeDocument/2006/relationships/customXml" Target="../ink/ink228.xml"/><Relationship Id="rId140" Type="http://schemas.openxmlformats.org/officeDocument/2006/relationships/customXml" Target="../ink/ink227.xml"/><Relationship Id="rId14" Type="http://schemas.openxmlformats.org/officeDocument/2006/relationships/customXml" Target="../ink/ink101.xml"/><Relationship Id="rId139" Type="http://schemas.openxmlformats.org/officeDocument/2006/relationships/customXml" Target="../ink/ink226.xml"/><Relationship Id="rId138" Type="http://schemas.openxmlformats.org/officeDocument/2006/relationships/customXml" Target="../ink/ink225.xml"/><Relationship Id="rId137" Type="http://schemas.openxmlformats.org/officeDocument/2006/relationships/customXml" Target="../ink/ink224.xml"/><Relationship Id="rId136" Type="http://schemas.openxmlformats.org/officeDocument/2006/relationships/customXml" Target="../ink/ink223.xml"/><Relationship Id="rId135" Type="http://schemas.openxmlformats.org/officeDocument/2006/relationships/customXml" Target="../ink/ink222.xml"/><Relationship Id="rId134" Type="http://schemas.openxmlformats.org/officeDocument/2006/relationships/customXml" Target="../ink/ink221.xml"/><Relationship Id="rId133" Type="http://schemas.openxmlformats.org/officeDocument/2006/relationships/customXml" Target="../ink/ink220.xml"/><Relationship Id="rId132" Type="http://schemas.openxmlformats.org/officeDocument/2006/relationships/customXml" Target="../ink/ink219.xml"/><Relationship Id="rId131" Type="http://schemas.openxmlformats.org/officeDocument/2006/relationships/customXml" Target="../ink/ink218.xml"/><Relationship Id="rId130" Type="http://schemas.openxmlformats.org/officeDocument/2006/relationships/customXml" Target="../ink/ink217.xml"/><Relationship Id="rId13" Type="http://schemas.openxmlformats.org/officeDocument/2006/relationships/customXml" Target="../ink/ink100.xml"/><Relationship Id="rId129" Type="http://schemas.openxmlformats.org/officeDocument/2006/relationships/customXml" Target="../ink/ink216.xml"/><Relationship Id="rId128" Type="http://schemas.openxmlformats.org/officeDocument/2006/relationships/customXml" Target="../ink/ink215.xml"/><Relationship Id="rId127" Type="http://schemas.openxmlformats.org/officeDocument/2006/relationships/customXml" Target="../ink/ink214.xml"/><Relationship Id="rId126" Type="http://schemas.openxmlformats.org/officeDocument/2006/relationships/customXml" Target="../ink/ink213.xml"/><Relationship Id="rId125" Type="http://schemas.openxmlformats.org/officeDocument/2006/relationships/customXml" Target="../ink/ink212.xml"/><Relationship Id="rId124" Type="http://schemas.openxmlformats.org/officeDocument/2006/relationships/customXml" Target="../ink/ink211.xml"/><Relationship Id="rId123" Type="http://schemas.openxmlformats.org/officeDocument/2006/relationships/customXml" Target="../ink/ink210.xml"/><Relationship Id="rId122" Type="http://schemas.openxmlformats.org/officeDocument/2006/relationships/customXml" Target="../ink/ink209.xml"/><Relationship Id="rId121" Type="http://schemas.openxmlformats.org/officeDocument/2006/relationships/customXml" Target="../ink/ink208.xml"/><Relationship Id="rId120" Type="http://schemas.openxmlformats.org/officeDocument/2006/relationships/customXml" Target="../ink/ink207.xml"/><Relationship Id="rId12" Type="http://schemas.openxmlformats.org/officeDocument/2006/relationships/customXml" Target="../ink/ink99.xml"/><Relationship Id="rId119" Type="http://schemas.openxmlformats.org/officeDocument/2006/relationships/customXml" Target="../ink/ink206.xml"/><Relationship Id="rId118" Type="http://schemas.openxmlformats.org/officeDocument/2006/relationships/customXml" Target="../ink/ink205.xml"/><Relationship Id="rId117" Type="http://schemas.openxmlformats.org/officeDocument/2006/relationships/customXml" Target="../ink/ink204.xml"/><Relationship Id="rId116" Type="http://schemas.openxmlformats.org/officeDocument/2006/relationships/customXml" Target="../ink/ink203.xml"/><Relationship Id="rId115" Type="http://schemas.openxmlformats.org/officeDocument/2006/relationships/customXml" Target="../ink/ink202.xml"/><Relationship Id="rId114" Type="http://schemas.openxmlformats.org/officeDocument/2006/relationships/customXml" Target="../ink/ink201.xml"/><Relationship Id="rId113" Type="http://schemas.openxmlformats.org/officeDocument/2006/relationships/customXml" Target="../ink/ink200.xml"/><Relationship Id="rId112" Type="http://schemas.openxmlformats.org/officeDocument/2006/relationships/customXml" Target="../ink/ink199.xml"/><Relationship Id="rId111" Type="http://schemas.openxmlformats.org/officeDocument/2006/relationships/customXml" Target="../ink/ink198.xml"/><Relationship Id="rId110" Type="http://schemas.openxmlformats.org/officeDocument/2006/relationships/customXml" Target="../ink/ink197.xml"/><Relationship Id="rId11" Type="http://schemas.openxmlformats.org/officeDocument/2006/relationships/customXml" Target="../ink/ink98.xml"/><Relationship Id="rId109" Type="http://schemas.openxmlformats.org/officeDocument/2006/relationships/customXml" Target="../ink/ink196.xml"/><Relationship Id="rId108" Type="http://schemas.openxmlformats.org/officeDocument/2006/relationships/customXml" Target="../ink/ink195.xml"/><Relationship Id="rId107" Type="http://schemas.openxmlformats.org/officeDocument/2006/relationships/customXml" Target="../ink/ink194.xml"/><Relationship Id="rId106" Type="http://schemas.openxmlformats.org/officeDocument/2006/relationships/customXml" Target="../ink/ink193.xml"/><Relationship Id="rId105" Type="http://schemas.openxmlformats.org/officeDocument/2006/relationships/customXml" Target="../ink/ink192.xml"/><Relationship Id="rId104" Type="http://schemas.openxmlformats.org/officeDocument/2006/relationships/customXml" Target="../ink/ink191.xml"/><Relationship Id="rId103" Type="http://schemas.openxmlformats.org/officeDocument/2006/relationships/customXml" Target="../ink/ink190.xml"/><Relationship Id="rId102" Type="http://schemas.openxmlformats.org/officeDocument/2006/relationships/customXml" Target="../ink/ink189.xml"/><Relationship Id="rId101" Type="http://schemas.openxmlformats.org/officeDocument/2006/relationships/customXml" Target="../ink/ink188.xml"/><Relationship Id="rId100" Type="http://schemas.openxmlformats.org/officeDocument/2006/relationships/customXml" Target="../ink/ink187.xml"/><Relationship Id="rId10" Type="http://schemas.openxmlformats.org/officeDocument/2006/relationships/customXml" Target="../ink/ink97.xml"/><Relationship Id="rId1" Type="http://schemas.openxmlformats.org/officeDocument/2006/relationships/customXml" Target="../ink/ink88.xml"/></Relationships>
</file>

<file path=ppt/slides/_rels/slide3.xml.rels><?xml version="1.0" encoding="UTF-8" standalone="yes"?>
<Relationships xmlns="http://schemas.openxmlformats.org/package/2006/relationships"><Relationship Id="rId99" Type="http://schemas.openxmlformats.org/officeDocument/2006/relationships/customXml" Target="../ink/ink386.xml"/><Relationship Id="rId98" Type="http://schemas.openxmlformats.org/officeDocument/2006/relationships/customXml" Target="../ink/ink385.xml"/><Relationship Id="rId97" Type="http://schemas.openxmlformats.org/officeDocument/2006/relationships/customXml" Target="../ink/ink384.xml"/><Relationship Id="rId96" Type="http://schemas.openxmlformats.org/officeDocument/2006/relationships/customXml" Target="../ink/ink383.xml"/><Relationship Id="rId95" Type="http://schemas.openxmlformats.org/officeDocument/2006/relationships/customXml" Target="../ink/ink382.xml"/><Relationship Id="rId94" Type="http://schemas.openxmlformats.org/officeDocument/2006/relationships/customXml" Target="../ink/ink381.xml"/><Relationship Id="rId93" Type="http://schemas.openxmlformats.org/officeDocument/2006/relationships/customXml" Target="../ink/ink380.xml"/><Relationship Id="rId92" Type="http://schemas.openxmlformats.org/officeDocument/2006/relationships/customXml" Target="../ink/ink379.xml"/><Relationship Id="rId91" Type="http://schemas.openxmlformats.org/officeDocument/2006/relationships/customXml" Target="../ink/ink378.xml"/><Relationship Id="rId90" Type="http://schemas.openxmlformats.org/officeDocument/2006/relationships/customXml" Target="../ink/ink377.xml"/><Relationship Id="rId9" Type="http://schemas.openxmlformats.org/officeDocument/2006/relationships/customXml" Target="../ink/ink296.xml"/><Relationship Id="rId89" Type="http://schemas.openxmlformats.org/officeDocument/2006/relationships/customXml" Target="../ink/ink376.xml"/><Relationship Id="rId88" Type="http://schemas.openxmlformats.org/officeDocument/2006/relationships/customXml" Target="../ink/ink375.xml"/><Relationship Id="rId87" Type="http://schemas.openxmlformats.org/officeDocument/2006/relationships/customXml" Target="../ink/ink374.xml"/><Relationship Id="rId86" Type="http://schemas.openxmlformats.org/officeDocument/2006/relationships/customXml" Target="../ink/ink373.xml"/><Relationship Id="rId85" Type="http://schemas.openxmlformats.org/officeDocument/2006/relationships/customXml" Target="../ink/ink372.xml"/><Relationship Id="rId84" Type="http://schemas.openxmlformats.org/officeDocument/2006/relationships/customXml" Target="../ink/ink371.xml"/><Relationship Id="rId83" Type="http://schemas.openxmlformats.org/officeDocument/2006/relationships/customXml" Target="../ink/ink370.xml"/><Relationship Id="rId82" Type="http://schemas.openxmlformats.org/officeDocument/2006/relationships/customXml" Target="../ink/ink369.xml"/><Relationship Id="rId81" Type="http://schemas.openxmlformats.org/officeDocument/2006/relationships/customXml" Target="../ink/ink368.xml"/><Relationship Id="rId80" Type="http://schemas.openxmlformats.org/officeDocument/2006/relationships/customXml" Target="../ink/ink367.xml"/><Relationship Id="rId8" Type="http://schemas.openxmlformats.org/officeDocument/2006/relationships/customXml" Target="../ink/ink295.xml"/><Relationship Id="rId79" Type="http://schemas.openxmlformats.org/officeDocument/2006/relationships/customXml" Target="../ink/ink366.xml"/><Relationship Id="rId78" Type="http://schemas.openxmlformats.org/officeDocument/2006/relationships/customXml" Target="../ink/ink365.xml"/><Relationship Id="rId77" Type="http://schemas.openxmlformats.org/officeDocument/2006/relationships/customXml" Target="../ink/ink364.xml"/><Relationship Id="rId76" Type="http://schemas.openxmlformats.org/officeDocument/2006/relationships/customXml" Target="../ink/ink363.xml"/><Relationship Id="rId75" Type="http://schemas.openxmlformats.org/officeDocument/2006/relationships/customXml" Target="../ink/ink362.xml"/><Relationship Id="rId74" Type="http://schemas.openxmlformats.org/officeDocument/2006/relationships/customXml" Target="../ink/ink361.xml"/><Relationship Id="rId73" Type="http://schemas.openxmlformats.org/officeDocument/2006/relationships/customXml" Target="../ink/ink360.xml"/><Relationship Id="rId72" Type="http://schemas.openxmlformats.org/officeDocument/2006/relationships/customXml" Target="../ink/ink359.xml"/><Relationship Id="rId71" Type="http://schemas.openxmlformats.org/officeDocument/2006/relationships/customXml" Target="../ink/ink358.xml"/><Relationship Id="rId70" Type="http://schemas.openxmlformats.org/officeDocument/2006/relationships/customXml" Target="../ink/ink357.xml"/><Relationship Id="rId7" Type="http://schemas.openxmlformats.org/officeDocument/2006/relationships/customXml" Target="../ink/ink294.xml"/><Relationship Id="rId69" Type="http://schemas.openxmlformats.org/officeDocument/2006/relationships/customXml" Target="../ink/ink356.xml"/><Relationship Id="rId68" Type="http://schemas.openxmlformats.org/officeDocument/2006/relationships/customXml" Target="../ink/ink355.xml"/><Relationship Id="rId67" Type="http://schemas.openxmlformats.org/officeDocument/2006/relationships/customXml" Target="../ink/ink354.xml"/><Relationship Id="rId66" Type="http://schemas.openxmlformats.org/officeDocument/2006/relationships/customXml" Target="../ink/ink353.xml"/><Relationship Id="rId65" Type="http://schemas.openxmlformats.org/officeDocument/2006/relationships/customXml" Target="../ink/ink352.xml"/><Relationship Id="rId64" Type="http://schemas.openxmlformats.org/officeDocument/2006/relationships/customXml" Target="../ink/ink351.xml"/><Relationship Id="rId63" Type="http://schemas.openxmlformats.org/officeDocument/2006/relationships/customXml" Target="../ink/ink350.xml"/><Relationship Id="rId62" Type="http://schemas.openxmlformats.org/officeDocument/2006/relationships/customXml" Target="../ink/ink349.xml"/><Relationship Id="rId61" Type="http://schemas.openxmlformats.org/officeDocument/2006/relationships/customXml" Target="../ink/ink348.xml"/><Relationship Id="rId60" Type="http://schemas.openxmlformats.org/officeDocument/2006/relationships/customXml" Target="../ink/ink347.xml"/><Relationship Id="rId6" Type="http://schemas.openxmlformats.org/officeDocument/2006/relationships/customXml" Target="../ink/ink293.xml"/><Relationship Id="rId59" Type="http://schemas.openxmlformats.org/officeDocument/2006/relationships/customXml" Target="../ink/ink346.xml"/><Relationship Id="rId58" Type="http://schemas.openxmlformats.org/officeDocument/2006/relationships/customXml" Target="../ink/ink345.xml"/><Relationship Id="rId57" Type="http://schemas.openxmlformats.org/officeDocument/2006/relationships/customXml" Target="../ink/ink344.xml"/><Relationship Id="rId56" Type="http://schemas.openxmlformats.org/officeDocument/2006/relationships/customXml" Target="../ink/ink343.xml"/><Relationship Id="rId55" Type="http://schemas.openxmlformats.org/officeDocument/2006/relationships/customXml" Target="../ink/ink342.xml"/><Relationship Id="rId54" Type="http://schemas.openxmlformats.org/officeDocument/2006/relationships/customXml" Target="../ink/ink341.xml"/><Relationship Id="rId53" Type="http://schemas.openxmlformats.org/officeDocument/2006/relationships/customXml" Target="../ink/ink340.xml"/><Relationship Id="rId52" Type="http://schemas.openxmlformats.org/officeDocument/2006/relationships/customXml" Target="../ink/ink339.xml"/><Relationship Id="rId51" Type="http://schemas.openxmlformats.org/officeDocument/2006/relationships/customXml" Target="../ink/ink338.xml"/><Relationship Id="rId50" Type="http://schemas.openxmlformats.org/officeDocument/2006/relationships/customXml" Target="../ink/ink337.xml"/><Relationship Id="rId5" Type="http://schemas.openxmlformats.org/officeDocument/2006/relationships/customXml" Target="../ink/ink292.xml"/><Relationship Id="rId49" Type="http://schemas.openxmlformats.org/officeDocument/2006/relationships/customXml" Target="../ink/ink336.xml"/><Relationship Id="rId48" Type="http://schemas.openxmlformats.org/officeDocument/2006/relationships/customXml" Target="../ink/ink335.xml"/><Relationship Id="rId47" Type="http://schemas.openxmlformats.org/officeDocument/2006/relationships/customXml" Target="../ink/ink334.xml"/><Relationship Id="rId46" Type="http://schemas.openxmlformats.org/officeDocument/2006/relationships/customXml" Target="../ink/ink333.xml"/><Relationship Id="rId45" Type="http://schemas.openxmlformats.org/officeDocument/2006/relationships/customXml" Target="../ink/ink332.xml"/><Relationship Id="rId44" Type="http://schemas.openxmlformats.org/officeDocument/2006/relationships/customXml" Target="../ink/ink331.xml"/><Relationship Id="rId43" Type="http://schemas.openxmlformats.org/officeDocument/2006/relationships/customXml" Target="../ink/ink330.xml"/><Relationship Id="rId42" Type="http://schemas.openxmlformats.org/officeDocument/2006/relationships/customXml" Target="../ink/ink329.xml"/><Relationship Id="rId41" Type="http://schemas.openxmlformats.org/officeDocument/2006/relationships/customXml" Target="../ink/ink328.xml"/><Relationship Id="rId40" Type="http://schemas.openxmlformats.org/officeDocument/2006/relationships/customXml" Target="../ink/ink327.xml"/><Relationship Id="rId4" Type="http://schemas.openxmlformats.org/officeDocument/2006/relationships/customXml" Target="../ink/ink291.xml"/><Relationship Id="rId39" Type="http://schemas.openxmlformats.org/officeDocument/2006/relationships/customXml" Target="../ink/ink326.xml"/><Relationship Id="rId38" Type="http://schemas.openxmlformats.org/officeDocument/2006/relationships/customXml" Target="../ink/ink325.xml"/><Relationship Id="rId37" Type="http://schemas.openxmlformats.org/officeDocument/2006/relationships/customXml" Target="../ink/ink324.xml"/><Relationship Id="rId36" Type="http://schemas.openxmlformats.org/officeDocument/2006/relationships/customXml" Target="../ink/ink323.xml"/><Relationship Id="rId35" Type="http://schemas.openxmlformats.org/officeDocument/2006/relationships/customXml" Target="../ink/ink322.xml"/><Relationship Id="rId34" Type="http://schemas.openxmlformats.org/officeDocument/2006/relationships/customXml" Target="../ink/ink321.xml"/><Relationship Id="rId33" Type="http://schemas.openxmlformats.org/officeDocument/2006/relationships/customXml" Target="../ink/ink320.xml"/><Relationship Id="rId32" Type="http://schemas.openxmlformats.org/officeDocument/2006/relationships/customXml" Target="../ink/ink319.xml"/><Relationship Id="rId31" Type="http://schemas.openxmlformats.org/officeDocument/2006/relationships/customXml" Target="../ink/ink318.xml"/><Relationship Id="rId305" Type="http://schemas.openxmlformats.org/officeDocument/2006/relationships/slideLayout" Target="../slideLayouts/slideLayout16.xml"/><Relationship Id="rId304" Type="http://schemas.openxmlformats.org/officeDocument/2006/relationships/tags" Target="../tags/tag46.xml"/><Relationship Id="rId303" Type="http://schemas.openxmlformats.org/officeDocument/2006/relationships/customXml" Target="../ink/ink590.xml"/><Relationship Id="rId302" Type="http://schemas.openxmlformats.org/officeDocument/2006/relationships/customXml" Target="../ink/ink589.xml"/><Relationship Id="rId301" Type="http://schemas.openxmlformats.org/officeDocument/2006/relationships/customXml" Target="../ink/ink588.xml"/><Relationship Id="rId300" Type="http://schemas.openxmlformats.org/officeDocument/2006/relationships/customXml" Target="../ink/ink587.xml"/><Relationship Id="rId30" Type="http://schemas.openxmlformats.org/officeDocument/2006/relationships/customXml" Target="../ink/ink317.xml"/><Relationship Id="rId3" Type="http://schemas.openxmlformats.org/officeDocument/2006/relationships/customXml" Target="../ink/ink290.xml"/><Relationship Id="rId299" Type="http://schemas.openxmlformats.org/officeDocument/2006/relationships/customXml" Target="../ink/ink586.xml"/><Relationship Id="rId298" Type="http://schemas.openxmlformats.org/officeDocument/2006/relationships/customXml" Target="../ink/ink585.xml"/><Relationship Id="rId297" Type="http://schemas.openxmlformats.org/officeDocument/2006/relationships/customXml" Target="../ink/ink584.xml"/><Relationship Id="rId296" Type="http://schemas.openxmlformats.org/officeDocument/2006/relationships/customXml" Target="../ink/ink583.xml"/><Relationship Id="rId295" Type="http://schemas.openxmlformats.org/officeDocument/2006/relationships/customXml" Target="../ink/ink582.xml"/><Relationship Id="rId294" Type="http://schemas.openxmlformats.org/officeDocument/2006/relationships/customXml" Target="../ink/ink581.xml"/><Relationship Id="rId293" Type="http://schemas.openxmlformats.org/officeDocument/2006/relationships/customXml" Target="../ink/ink580.xml"/><Relationship Id="rId292" Type="http://schemas.openxmlformats.org/officeDocument/2006/relationships/customXml" Target="../ink/ink579.xml"/><Relationship Id="rId291" Type="http://schemas.openxmlformats.org/officeDocument/2006/relationships/customXml" Target="../ink/ink578.xml"/><Relationship Id="rId290" Type="http://schemas.openxmlformats.org/officeDocument/2006/relationships/customXml" Target="../ink/ink577.xml"/><Relationship Id="rId29" Type="http://schemas.openxmlformats.org/officeDocument/2006/relationships/customXml" Target="../ink/ink316.xml"/><Relationship Id="rId289" Type="http://schemas.openxmlformats.org/officeDocument/2006/relationships/customXml" Target="../ink/ink576.xml"/><Relationship Id="rId288" Type="http://schemas.openxmlformats.org/officeDocument/2006/relationships/customXml" Target="../ink/ink575.xml"/><Relationship Id="rId287" Type="http://schemas.openxmlformats.org/officeDocument/2006/relationships/customXml" Target="../ink/ink574.xml"/><Relationship Id="rId286" Type="http://schemas.openxmlformats.org/officeDocument/2006/relationships/customXml" Target="../ink/ink573.xml"/><Relationship Id="rId285" Type="http://schemas.openxmlformats.org/officeDocument/2006/relationships/customXml" Target="../ink/ink572.xml"/><Relationship Id="rId284" Type="http://schemas.openxmlformats.org/officeDocument/2006/relationships/customXml" Target="../ink/ink571.xml"/><Relationship Id="rId283" Type="http://schemas.openxmlformats.org/officeDocument/2006/relationships/customXml" Target="../ink/ink570.xml"/><Relationship Id="rId282" Type="http://schemas.openxmlformats.org/officeDocument/2006/relationships/customXml" Target="../ink/ink569.xml"/><Relationship Id="rId281" Type="http://schemas.openxmlformats.org/officeDocument/2006/relationships/customXml" Target="../ink/ink568.xml"/><Relationship Id="rId280" Type="http://schemas.openxmlformats.org/officeDocument/2006/relationships/customXml" Target="../ink/ink567.xml"/><Relationship Id="rId28" Type="http://schemas.openxmlformats.org/officeDocument/2006/relationships/customXml" Target="../ink/ink315.xml"/><Relationship Id="rId279" Type="http://schemas.openxmlformats.org/officeDocument/2006/relationships/customXml" Target="../ink/ink566.xml"/><Relationship Id="rId278" Type="http://schemas.openxmlformats.org/officeDocument/2006/relationships/customXml" Target="../ink/ink565.xml"/><Relationship Id="rId277" Type="http://schemas.openxmlformats.org/officeDocument/2006/relationships/customXml" Target="../ink/ink564.xml"/><Relationship Id="rId276" Type="http://schemas.openxmlformats.org/officeDocument/2006/relationships/customXml" Target="../ink/ink563.xml"/><Relationship Id="rId275" Type="http://schemas.openxmlformats.org/officeDocument/2006/relationships/customXml" Target="../ink/ink562.xml"/><Relationship Id="rId274" Type="http://schemas.openxmlformats.org/officeDocument/2006/relationships/customXml" Target="../ink/ink561.xml"/><Relationship Id="rId273" Type="http://schemas.openxmlformats.org/officeDocument/2006/relationships/customXml" Target="../ink/ink560.xml"/><Relationship Id="rId272" Type="http://schemas.openxmlformats.org/officeDocument/2006/relationships/customXml" Target="../ink/ink559.xml"/><Relationship Id="rId271" Type="http://schemas.openxmlformats.org/officeDocument/2006/relationships/customXml" Target="../ink/ink558.xml"/><Relationship Id="rId270" Type="http://schemas.openxmlformats.org/officeDocument/2006/relationships/customXml" Target="../ink/ink557.xml"/><Relationship Id="rId27" Type="http://schemas.openxmlformats.org/officeDocument/2006/relationships/customXml" Target="../ink/ink314.xml"/><Relationship Id="rId269" Type="http://schemas.openxmlformats.org/officeDocument/2006/relationships/customXml" Target="../ink/ink556.xml"/><Relationship Id="rId268" Type="http://schemas.openxmlformats.org/officeDocument/2006/relationships/customXml" Target="../ink/ink555.xml"/><Relationship Id="rId267" Type="http://schemas.openxmlformats.org/officeDocument/2006/relationships/customXml" Target="../ink/ink554.xml"/><Relationship Id="rId266" Type="http://schemas.openxmlformats.org/officeDocument/2006/relationships/customXml" Target="../ink/ink553.xml"/><Relationship Id="rId265" Type="http://schemas.openxmlformats.org/officeDocument/2006/relationships/customXml" Target="../ink/ink552.xml"/><Relationship Id="rId264" Type="http://schemas.openxmlformats.org/officeDocument/2006/relationships/customXml" Target="../ink/ink551.xml"/><Relationship Id="rId263" Type="http://schemas.openxmlformats.org/officeDocument/2006/relationships/customXml" Target="../ink/ink550.xml"/><Relationship Id="rId262" Type="http://schemas.openxmlformats.org/officeDocument/2006/relationships/customXml" Target="../ink/ink549.xml"/><Relationship Id="rId261" Type="http://schemas.openxmlformats.org/officeDocument/2006/relationships/customXml" Target="../ink/ink548.xml"/><Relationship Id="rId260" Type="http://schemas.openxmlformats.org/officeDocument/2006/relationships/customXml" Target="../ink/ink547.xml"/><Relationship Id="rId26" Type="http://schemas.openxmlformats.org/officeDocument/2006/relationships/customXml" Target="../ink/ink313.xml"/><Relationship Id="rId259" Type="http://schemas.openxmlformats.org/officeDocument/2006/relationships/customXml" Target="../ink/ink546.xml"/><Relationship Id="rId258" Type="http://schemas.openxmlformats.org/officeDocument/2006/relationships/customXml" Target="../ink/ink545.xml"/><Relationship Id="rId257" Type="http://schemas.openxmlformats.org/officeDocument/2006/relationships/customXml" Target="../ink/ink544.xml"/><Relationship Id="rId256" Type="http://schemas.openxmlformats.org/officeDocument/2006/relationships/customXml" Target="../ink/ink543.xml"/><Relationship Id="rId255" Type="http://schemas.openxmlformats.org/officeDocument/2006/relationships/customXml" Target="../ink/ink542.xml"/><Relationship Id="rId254" Type="http://schemas.openxmlformats.org/officeDocument/2006/relationships/customXml" Target="../ink/ink541.xml"/><Relationship Id="rId253" Type="http://schemas.openxmlformats.org/officeDocument/2006/relationships/customXml" Target="../ink/ink540.xml"/><Relationship Id="rId252" Type="http://schemas.openxmlformats.org/officeDocument/2006/relationships/customXml" Target="../ink/ink539.xml"/><Relationship Id="rId251" Type="http://schemas.openxmlformats.org/officeDocument/2006/relationships/customXml" Target="../ink/ink538.xml"/><Relationship Id="rId250" Type="http://schemas.openxmlformats.org/officeDocument/2006/relationships/customXml" Target="../ink/ink537.xml"/><Relationship Id="rId25" Type="http://schemas.openxmlformats.org/officeDocument/2006/relationships/customXml" Target="../ink/ink312.xml"/><Relationship Id="rId249" Type="http://schemas.openxmlformats.org/officeDocument/2006/relationships/customXml" Target="../ink/ink536.xml"/><Relationship Id="rId248" Type="http://schemas.openxmlformats.org/officeDocument/2006/relationships/customXml" Target="../ink/ink535.xml"/><Relationship Id="rId247" Type="http://schemas.openxmlformats.org/officeDocument/2006/relationships/customXml" Target="../ink/ink534.xml"/><Relationship Id="rId246" Type="http://schemas.openxmlformats.org/officeDocument/2006/relationships/customXml" Target="../ink/ink533.xml"/><Relationship Id="rId245" Type="http://schemas.openxmlformats.org/officeDocument/2006/relationships/customXml" Target="../ink/ink532.xml"/><Relationship Id="rId244" Type="http://schemas.openxmlformats.org/officeDocument/2006/relationships/customXml" Target="../ink/ink531.xml"/><Relationship Id="rId243" Type="http://schemas.openxmlformats.org/officeDocument/2006/relationships/customXml" Target="../ink/ink530.xml"/><Relationship Id="rId242" Type="http://schemas.openxmlformats.org/officeDocument/2006/relationships/customXml" Target="../ink/ink529.xml"/><Relationship Id="rId241" Type="http://schemas.openxmlformats.org/officeDocument/2006/relationships/customXml" Target="../ink/ink528.xml"/><Relationship Id="rId240" Type="http://schemas.openxmlformats.org/officeDocument/2006/relationships/customXml" Target="../ink/ink527.xml"/><Relationship Id="rId24" Type="http://schemas.openxmlformats.org/officeDocument/2006/relationships/customXml" Target="../ink/ink311.xml"/><Relationship Id="rId239" Type="http://schemas.openxmlformats.org/officeDocument/2006/relationships/customXml" Target="../ink/ink526.xml"/><Relationship Id="rId238" Type="http://schemas.openxmlformats.org/officeDocument/2006/relationships/customXml" Target="../ink/ink525.xml"/><Relationship Id="rId237" Type="http://schemas.openxmlformats.org/officeDocument/2006/relationships/customXml" Target="../ink/ink524.xml"/><Relationship Id="rId236" Type="http://schemas.openxmlformats.org/officeDocument/2006/relationships/customXml" Target="../ink/ink523.xml"/><Relationship Id="rId235" Type="http://schemas.openxmlformats.org/officeDocument/2006/relationships/customXml" Target="../ink/ink522.xml"/><Relationship Id="rId234" Type="http://schemas.openxmlformats.org/officeDocument/2006/relationships/customXml" Target="../ink/ink521.xml"/><Relationship Id="rId233" Type="http://schemas.openxmlformats.org/officeDocument/2006/relationships/customXml" Target="../ink/ink520.xml"/><Relationship Id="rId232" Type="http://schemas.openxmlformats.org/officeDocument/2006/relationships/customXml" Target="../ink/ink519.xml"/><Relationship Id="rId231" Type="http://schemas.openxmlformats.org/officeDocument/2006/relationships/customXml" Target="../ink/ink518.xml"/><Relationship Id="rId230" Type="http://schemas.openxmlformats.org/officeDocument/2006/relationships/customXml" Target="../ink/ink517.xml"/><Relationship Id="rId23" Type="http://schemas.openxmlformats.org/officeDocument/2006/relationships/customXml" Target="../ink/ink310.xml"/><Relationship Id="rId229" Type="http://schemas.openxmlformats.org/officeDocument/2006/relationships/customXml" Target="../ink/ink516.xml"/><Relationship Id="rId228" Type="http://schemas.openxmlformats.org/officeDocument/2006/relationships/customXml" Target="../ink/ink515.xml"/><Relationship Id="rId227" Type="http://schemas.openxmlformats.org/officeDocument/2006/relationships/customXml" Target="../ink/ink514.xml"/><Relationship Id="rId226" Type="http://schemas.openxmlformats.org/officeDocument/2006/relationships/customXml" Target="../ink/ink513.xml"/><Relationship Id="rId225" Type="http://schemas.openxmlformats.org/officeDocument/2006/relationships/customXml" Target="../ink/ink512.xml"/><Relationship Id="rId224" Type="http://schemas.openxmlformats.org/officeDocument/2006/relationships/customXml" Target="../ink/ink511.xml"/><Relationship Id="rId223" Type="http://schemas.openxmlformats.org/officeDocument/2006/relationships/customXml" Target="../ink/ink510.xml"/><Relationship Id="rId222" Type="http://schemas.openxmlformats.org/officeDocument/2006/relationships/customXml" Target="../ink/ink509.xml"/><Relationship Id="rId221" Type="http://schemas.openxmlformats.org/officeDocument/2006/relationships/customXml" Target="../ink/ink508.xml"/><Relationship Id="rId220" Type="http://schemas.openxmlformats.org/officeDocument/2006/relationships/customXml" Target="../ink/ink507.xml"/><Relationship Id="rId22" Type="http://schemas.openxmlformats.org/officeDocument/2006/relationships/customXml" Target="../ink/ink309.xml"/><Relationship Id="rId219" Type="http://schemas.openxmlformats.org/officeDocument/2006/relationships/customXml" Target="../ink/ink506.xml"/><Relationship Id="rId218" Type="http://schemas.openxmlformats.org/officeDocument/2006/relationships/customXml" Target="../ink/ink505.xml"/><Relationship Id="rId217" Type="http://schemas.openxmlformats.org/officeDocument/2006/relationships/customXml" Target="../ink/ink504.xml"/><Relationship Id="rId216" Type="http://schemas.openxmlformats.org/officeDocument/2006/relationships/customXml" Target="../ink/ink503.xml"/><Relationship Id="rId215" Type="http://schemas.openxmlformats.org/officeDocument/2006/relationships/customXml" Target="../ink/ink502.xml"/><Relationship Id="rId214" Type="http://schemas.openxmlformats.org/officeDocument/2006/relationships/customXml" Target="../ink/ink501.xml"/><Relationship Id="rId213" Type="http://schemas.openxmlformats.org/officeDocument/2006/relationships/customXml" Target="../ink/ink500.xml"/><Relationship Id="rId212" Type="http://schemas.openxmlformats.org/officeDocument/2006/relationships/customXml" Target="../ink/ink499.xml"/><Relationship Id="rId211" Type="http://schemas.openxmlformats.org/officeDocument/2006/relationships/customXml" Target="../ink/ink498.xml"/><Relationship Id="rId210" Type="http://schemas.openxmlformats.org/officeDocument/2006/relationships/customXml" Target="../ink/ink497.xml"/><Relationship Id="rId21" Type="http://schemas.openxmlformats.org/officeDocument/2006/relationships/customXml" Target="../ink/ink308.xml"/><Relationship Id="rId209" Type="http://schemas.openxmlformats.org/officeDocument/2006/relationships/customXml" Target="../ink/ink496.xml"/><Relationship Id="rId208" Type="http://schemas.openxmlformats.org/officeDocument/2006/relationships/customXml" Target="../ink/ink495.xml"/><Relationship Id="rId207" Type="http://schemas.openxmlformats.org/officeDocument/2006/relationships/customXml" Target="../ink/ink494.xml"/><Relationship Id="rId206" Type="http://schemas.openxmlformats.org/officeDocument/2006/relationships/customXml" Target="../ink/ink493.xml"/><Relationship Id="rId205" Type="http://schemas.openxmlformats.org/officeDocument/2006/relationships/customXml" Target="../ink/ink492.xml"/><Relationship Id="rId204" Type="http://schemas.openxmlformats.org/officeDocument/2006/relationships/customXml" Target="../ink/ink491.xml"/><Relationship Id="rId203" Type="http://schemas.openxmlformats.org/officeDocument/2006/relationships/customXml" Target="../ink/ink490.xml"/><Relationship Id="rId202" Type="http://schemas.openxmlformats.org/officeDocument/2006/relationships/customXml" Target="../ink/ink489.xml"/><Relationship Id="rId201" Type="http://schemas.openxmlformats.org/officeDocument/2006/relationships/customXml" Target="../ink/ink488.xml"/><Relationship Id="rId200" Type="http://schemas.openxmlformats.org/officeDocument/2006/relationships/customXml" Target="../ink/ink487.xml"/><Relationship Id="rId20" Type="http://schemas.openxmlformats.org/officeDocument/2006/relationships/customXml" Target="../ink/ink307.xml"/><Relationship Id="rId2" Type="http://schemas.openxmlformats.org/officeDocument/2006/relationships/customXml" Target="../ink/ink289.xml"/><Relationship Id="rId199" Type="http://schemas.openxmlformats.org/officeDocument/2006/relationships/customXml" Target="../ink/ink486.xml"/><Relationship Id="rId198" Type="http://schemas.openxmlformats.org/officeDocument/2006/relationships/customXml" Target="../ink/ink485.xml"/><Relationship Id="rId197" Type="http://schemas.openxmlformats.org/officeDocument/2006/relationships/customXml" Target="../ink/ink484.xml"/><Relationship Id="rId196" Type="http://schemas.openxmlformats.org/officeDocument/2006/relationships/customXml" Target="../ink/ink483.xml"/><Relationship Id="rId195" Type="http://schemas.openxmlformats.org/officeDocument/2006/relationships/customXml" Target="../ink/ink482.xml"/><Relationship Id="rId194" Type="http://schemas.openxmlformats.org/officeDocument/2006/relationships/customXml" Target="../ink/ink481.xml"/><Relationship Id="rId193" Type="http://schemas.openxmlformats.org/officeDocument/2006/relationships/customXml" Target="../ink/ink480.xml"/><Relationship Id="rId192" Type="http://schemas.openxmlformats.org/officeDocument/2006/relationships/customXml" Target="../ink/ink479.xml"/><Relationship Id="rId191" Type="http://schemas.openxmlformats.org/officeDocument/2006/relationships/customXml" Target="../ink/ink478.xml"/><Relationship Id="rId190" Type="http://schemas.openxmlformats.org/officeDocument/2006/relationships/customXml" Target="../ink/ink477.xml"/><Relationship Id="rId19" Type="http://schemas.openxmlformats.org/officeDocument/2006/relationships/customXml" Target="../ink/ink306.xml"/><Relationship Id="rId189" Type="http://schemas.openxmlformats.org/officeDocument/2006/relationships/customXml" Target="../ink/ink476.xml"/><Relationship Id="rId188" Type="http://schemas.openxmlformats.org/officeDocument/2006/relationships/customXml" Target="../ink/ink475.xml"/><Relationship Id="rId187" Type="http://schemas.openxmlformats.org/officeDocument/2006/relationships/customXml" Target="../ink/ink474.xml"/><Relationship Id="rId186" Type="http://schemas.openxmlformats.org/officeDocument/2006/relationships/customXml" Target="../ink/ink473.xml"/><Relationship Id="rId185" Type="http://schemas.openxmlformats.org/officeDocument/2006/relationships/customXml" Target="../ink/ink472.xml"/><Relationship Id="rId184" Type="http://schemas.openxmlformats.org/officeDocument/2006/relationships/customXml" Target="../ink/ink471.xml"/><Relationship Id="rId183" Type="http://schemas.openxmlformats.org/officeDocument/2006/relationships/customXml" Target="../ink/ink470.xml"/><Relationship Id="rId182" Type="http://schemas.openxmlformats.org/officeDocument/2006/relationships/customXml" Target="../ink/ink469.xml"/><Relationship Id="rId181" Type="http://schemas.openxmlformats.org/officeDocument/2006/relationships/customXml" Target="../ink/ink468.xml"/><Relationship Id="rId180" Type="http://schemas.openxmlformats.org/officeDocument/2006/relationships/customXml" Target="../ink/ink467.xml"/><Relationship Id="rId18" Type="http://schemas.openxmlformats.org/officeDocument/2006/relationships/customXml" Target="../ink/ink305.xml"/><Relationship Id="rId179" Type="http://schemas.openxmlformats.org/officeDocument/2006/relationships/customXml" Target="../ink/ink466.xml"/><Relationship Id="rId178" Type="http://schemas.openxmlformats.org/officeDocument/2006/relationships/customXml" Target="../ink/ink465.xml"/><Relationship Id="rId177" Type="http://schemas.openxmlformats.org/officeDocument/2006/relationships/customXml" Target="../ink/ink464.xml"/><Relationship Id="rId176" Type="http://schemas.openxmlformats.org/officeDocument/2006/relationships/customXml" Target="../ink/ink463.xml"/><Relationship Id="rId175" Type="http://schemas.openxmlformats.org/officeDocument/2006/relationships/customXml" Target="../ink/ink462.xml"/><Relationship Id="rId174" Type="http://schemas.openxmlformats.org/officeDocument/2006/relationships/customXml" Target="../ink/ink461.xml"/><Relationship Id="rId173" Type="http://schemas.openxmlformats.org/officeDocument/2006/relationships/customXml" Target="../ink/ink460.xml"/><Relationship Id="rId172" Type="http://schemas.openxmlformats.org/officeDocument/2006/relationships/customXml" Target="../ink/ink459.xml"/><Relationship Id="rId171" Type="http://schemas.openxmlformats.org/officeDocument/2006/relationships/customXml" Target="../ink/ink458.xml"/><Relationship Id="rId170" Type="http://schemas.openxmlformats.org/officeDocument/2006/relationships/customXml" Target="../ink/ink457.xml"/><Relationship Id="rId17" Type="http://schemas.openxmlformats.org/officeDocument/2006/relationships/customXml" Target="../ink/ink304.xml"/><Relationship Id="rId169" Type="http://schemas.openxmlformats.org/officeDocument/2006/relationships/customXml" Target="../ink/ink456.xml"/><Relationship Id="rId168" Type="http://schemas.openxmlformats.org/officeDocument/2006/relationships/customXml" Target="../ink/ink455.xml"/><Relationship Id="rId167" Type="http://schemas.openxmlformats.org/officeDocument/2006/relationships/customXml" Target="../ink/ink454.xml"/><Relationship Id="rId166" Type="http://schemas.openxmlformats.org/officeDocument/2006/relationships/customXml" Target="../ink/ink453.xml"/><Relationship Id="rId165" Type="http://schemas.openxmlformats.org/officeDocument/2006/relationships/customXml" Target="../ink/ink452.xml"/><Relationship Id="rId164" Type="http://schemas.openxmlformats.org/officeDocument/2006/relationships/customXml" Target="../ink/ink451.xml"/><Relationship Id="rId163" Type="http://schemas.openxmlformats.org/officeDocument/2006/relationships/customXml" Target="../ink/ink450.xml"/><Relationship Id="rId162" Type="http://schemas.openxmlformats.org/officeDocument/2006/relationships/customXml" Target="../ink/ink449.xml"/><Relationship Id="rId161" Type="http://schemas.openxmlformats.org/officeDocument/2006/relationships/customXml" Target="../ink/ink448.xml"/><Relationship Id="rId160" Type="http://schemas.openxmlformats.org/officeDocument/2006/relationships/customXml" Target="../ink/ink447.xml"/><Relationship Id="rId16" Type="http://schemas.openxmlformats.org/officeDocument/2006/relationships/customXml" Target="../ink/ink303.xml"/><Relationship Id="rId159" Type="http://schemas.openxmlformats.org/officeDocument/2006/relationships/customXml" Target="../ink/ink446.xml"/><Relationship Id="rId158" Type="http://schemas.openxmlformats.org/officeDocument/2006/relationships/customXml" Target="../ink/ink445.xml"/><Relationship Id="rId157" Type="http://schemas.openxmlformats.org/officeDocument/2006/relationships/customXml" Target="../ink/ink444.xml"/><Relationship Id="rId156" Type="http://schemas.openxmlformats.org/officeDocument/2006/relationships/customXml" Target="../ink/ink443.xml"/><Relationship Id="rId155" Type="http://schemas.openxmlformats.org/officeDocument/2006/relationships/customXml" Target="../ink/ink442.xml"/><Relationship Id="rId154" Type="http://schemas.openxmlformats.org/officeDocument/2006/relationships/customXml" Target="../ink/ink441.xml"/><Relationship Id="rId153" Type="http://schemas.openxmlformats.org/officeDocument/2006/relationships/customXml" Target="../ink/ink440.xml"/><Relationship Id="rId152" Type="http://schemas.openxmlformats.org/officeDocument/2006/relationships/customXml" Target="../ink/ink439.xml"/><Relationship Id="rId151" Type="http://schemas.openxmlformats.org/officeDocument/2006/relationships/customXml" Target="../ink/ink438.xml"/><Relationship Id="rId150" Type="http://schemas.openxmlformats.org/officeDocument/2006/relationships/customXml" Target="../ink/ink437.xml"/><Relationship Id="rId15" Type="http://schemas.openxmlformats.org/officeDocument/2006/relationships/customXml" Target="../ink/ink302.xml"/><Relationship Id="rId149" Type="http://schemas.openxmlformats.org/officeDocument/2006/relationships/customXml" Target="../ink/ink436.xml"/><Relationship Id="rId148" Type="http://schemas.openxmlformats.org/officeDocument/2006/relationships/customXml" Target="../ink/ink435.xml"/><Relationship Id="rId147" Type="http://schemas.openxmlformats.org/officeDocument/2006/relationships/customXml" Target="../ink/ink434.xml"/><Relationship Id="rId146" Type="http://schemas.openxmlformats.org/officeDocument/2006/relationships/customXml" Target="../ink/ink433.xml"/><Relationship Id="rId145" Type="http://schemas.openxmlformats.org/officeDocument/2006/relationships/customXml" Target="../ink/ink432.xml"/><Relationship Id="rId144" Type="http://schemas.openxmlformats.org/officeDocument/2006/relationships/customXml" Target="../ink/ink431.xml"/><Relationship Id="rId143" Type="http://schemas.openxmlformats.org/officeDocument/2006/relationships/customXml" Target="../ink/ink430.xml"/><Relationship Id="rId142" Type="http://schemas.openxmlformats.org/officeDocument/2006/relationships/customXml" Target="../ink/ink429.xml"/><Relationship Id="rId141" Type="http://schemas.openxmlformats.org/officeDocument/2006/relationships/customXml" Target="../ink/ink428.xml"/><Relationship Id="rId140" Type="http://schemas.openxmlformats.org/officeDocument/2006/relationships/customXml" Target="../ink/ink427.xml"/><Relationship Id="rId14" Type="http://schemas.openxmlformats.org/officeDocument/2006/relationships/customXml" Target="../ink/ink301.xml"/><Relationship Id="rId139" Type="http://schemas.openxmlformats.org/officeDocument/2006/relationships/customXml" Target="../ink/ink426.xml"/><Relationship Id="rId138" Type="http://schemas.openxmlformats.org/officeDocument/2006/relationships/customXml" Target="../ink/ink425.xml"/><Relationship Id="rId137" Type="http://schemas.openxmlformats.org/officeDocument/2006/relationships/customXml" Target="../ink/ink424.xml"/><Relationship Id="rId136" Type="http://schemas.openxmlformats.org/officeDocument/2006/relationships/customXml" Target="../ink/ink423.xml"/><Relationship Id="rId135" Type="http://schemas.openxmlformats.org/officeDocument/2006/relationships/customXml" Target="../ink/ink422.xml"/><Relationship Id="rId134" Type="http://schemas.openxmlformats.org/officeDocument/2006/relationships/customXml" Target="../ink/ink421.xml"/><Relationship Id="rId133" Type="http://schemas.openxmlformats.org/officeDocument/2006/relationships/customXml" Target="../ink/ink420.xml"/><Relationship Id="rId132" Type="http://schemas.openxmlformats.org/officeDocument/2006/relationships/customXml" Target="../ink/ink419.xml"/><Relationship Id="rId131" Type="http://schemas.openxmlformats.org/officeDocument/2006/relationships/customXml" Target="../ink/ink418.xml"/><Relationship Id="rId130" Type="http://schemas.openxmlformats.org/officeDocument/2006/relationships/customXml" Target="../ink/ink417.xml"/><Relationship Id="rId13" Type="http://schemas.openxmlformats.org/officeDocument/2006/relationships/customXml" Target="../ink/ink300.xml"/><Relationship Id="rId129" Type="http://schemas.openxmlformats.org/officeDocument/2006/relationships/customXml" Target="../ink/ink416.xml"/><Relationship Id="rId128" Type="http://schemas.openxmlformats.org/officeDocument/2006/relationships/customXml" Target="../ink/ink415.xml"/><Relationship Id="rId127" Type="http://schemas.openxmlformats.org/officeDocument/2006/relationships/customXml" Target="../ink/ink414.xml"/><Relationship Id="rId126" Type="http://schemas.openxmlformats.org/officeDocument/2006/relationships/customXml" Target="../ink/ink413.xml"/><Relationship Id="rId125" Type="http://schemas.openxmlformats.org/officeDocument/2006/relationships/customXml" Target="../ink/ink412.xml"/><Relationship Id="rId124" Type="http://schemas.openxmlformats.org/officeDocument/2006/relationships/customXml" Target="../ink/ink411.xml"/><Relationship Id="rId123" Type="http://schemas.openxmlformats.org/officeDocument/2006/relationships/customXml" Target="../ink/ink410.xml"/><Relationship Id="rId122" Type="http://schemas.openxmlformats.org/officeDocument/2006/relationships/customXml" Target="../ink/ink409.xml"/><Relationship Id="rId121" Type="http://schemas.openxmlformats.org/officeDocument/2006/relationships/customXml" Target="../ink/ink408.xml"/><Relationship Id="rId120" Type="http://schemas.openxmlformats.org/officeDocument/2006/relationships/customXml" Target="../ink/ink407.xml"/><Relationship Id="rId12" Type="http://schemas.openxmlformats.org/officeDocument/2006/relationships/customXml" Target="../ink/ink299.xml"/><Relationship Id="rId119" Type="http://schemas.openxmlformats.org/officeDocument/2006/relationships/customXml" Target="../ink/ink406.xml"/><Relationship Id="rId118" Type="http://schemas.openxmlformats.org/officeDocument/2006/relationships/customXml" Target="../ink/ink405.xml"/><Relationship Id="rId117" Type="http://schemas.openxmlformats.org/officeDocument/2006/relationships/customXml" Target="../ink/ink404.xml"/><Relationship Id="rId116" Type="http://schemas.openxmlformats.org/officeDocument/2006/relationships/customXml" Target="../ink/ink403.xml"/><Relationship Id="rId115" Type="http://schemas.openxmlformats.org/officeDocument/2006/relationships/customXml" Target="../ink/ink402.xml"/><Relationship Id="rId114" Type="http://schemas.openxmlformats.org/officeDocument/2006/relationships/customXml" Target="../ink/ink401.xml"/><Relationship Id="rId113" Type="http://schemas.openxmlformats.org/officeDocument/2006/relationships/customXml" Target="../ink/ink400.xml"/><Relationship Id="rId112" Type="http://schemas.openxmlformats.org/officeDocument/2006/relationships/customXml" Target="../ink/ink399.xml"/><Relationship Id="rId111" Type="http://schemas.openxmlformats.org/officeDocument/2006/relationships/customXml" Target="../ink/ink398.xml"/><Relationship Id="rId110" Type="http://schemas.openxmlformats.org/officeDocument/2006/relationships/customXml" Target="../ink/ink397.xml"/><Relationship Id="rId11" Type="http://schemas.openxmlformats.org/officeDocument/2006/relationships/customXml" Target="../ink/ink298.xml"/><Relationship Id="rId109" Type="http://schemas.openxmlformats.org/officeDocument/2006/relationships/customXml" Target="../ink/ink396.xml"/><Relationship Id="rId108" Type="http://schemas.openxmlformats.org/officeDocument/2006/relationships/customXml" Target="../ink/ink395.xml"/><Relationship Id="rId107" Type="http://schemas.openxmlformats.org/officeDocument/2006/relationships/customXml" Target="../ink/ink394.xml"/><Relationship Id="rId106" Type="http://schemas.openxmlformats.org/officeDocument/2006/relationships/customXml" Target="../ink/ink393.xml"/><Relationship Id="rId105" Type="http://schemas.openxmlformats.org/officeDocument/2006/relationships/customXml" Target="../ink/ink392.xml"/><Relationship Id="rId104" Type="http://schemas.openxmlformats.org/officeDocument/2006/relationships/customXml" Target="../ink/ink391.xml"/><Relationship Id="rId103" Type="http://schemas.openxmlformats.org/officeDocument/2006/relationships/customXml" Target="../ink/ink390.xml"/><Relationship Id="rId102" Type="http://schemas.openxmlformats.org/officeDocument/2006/relationships/customXml" Target="../ink/ink389.xml"/><Relationship Id="rId101" Type="http://schemas.openxmlformats.org/officeDocument/2006/relationships/customXml" Target="../ink/ink388.xml"/><Relationship Id="rId100" Type="http://schemas.openxmlformats.org/officeDocument/2006/relationships/customXml" Target="../ink/ink387.xml"/><Relationship Id="rId10" Type="http://schemas.openxmlformats.org/officeDocument/2006/relationships/customXml" Target="../ink/ink297.xml"/><Relationship Id="rId1" Type="http://schemas.openxmlformats.org/officeDocument/2006/relationships/customXml" Target="../ink/ink288.xml"/></Relationships>
</file>

<file path=ppt/slides/_rels/slide4.xml.rels><?xml version="1.0" encoding="UTF-8" standalone="yes"?>
<Relationships xmlns="http://schemas.openxmlformats.org/package/2006/relationships"><Relationship Id="rId99" Type="http://schemas.openxmlformats.org/officeDocument/2006/relationships/customXml" Target="../ink/ink689.xml"/><Relationship Id="rId98" Type="http://schemas.openxmlformats.org/officeDocument/2006/relationships/customXml" Target="../ink/ink688.xml"/><Relationship Id="rId97" Type="http://schemas.openxmlformats.org/officeDocument/2006/relationships/customXml" Target="../ink/ink687.xml"/><Relationship Id="rId96" Type="http://schemas.openxmlformats.org/officeDocument/2006/relationships/customXml" Target="../ink/ink686.xml"/><Relationship Id="rId95" Type="http://schemas.openxmlformats.org/officeDocument/2006/relationships/customXml" Target="../ink/ink685.xml"/><Relationship Id="rId94" Type="http://schemas.openxmlformats.org/officeDocument/2006/relationships/customXml" Target="../ink/ink684.xml"/><Relationship Id="rId93" Type="http://schemas.openxmlformats.org/officeDocument/2006/relationships/customXml" Target="../ink/ink683.xml"/><Relationship Id="rId92" Type="http://schemas.openxmlformats.org/officeDocument/2006/relationships/customXml" Target="../ink/ink682.xml"/><Relationship Id="rId91" Type="http://schemas.openxmlformats.org/officeDocument/2006/relationships/customXml" Target="../ink/ink681.xml"/><Relationship Id="rId90" Type="http://schemas.openxmlformats.org/officeDocument/2006/relationships/customXml" Target="../ink/ink680.xml"/><Relationship Id="rId9" Type="http://schemas.openxmlformats.org/officeDocument/2006/relationships/customXml" Target="../ink/ink599.xml"/><Relationship Id="rId89" Type="http://schemas.openxmlformats.org/officeDocument/2006/relationships/customXml" Target="../ink/ink679.xml"/><Relationship Id="rId88" Type="http://schemas.openxmlformats.org/officeDocument/2006/relationships/customXml" Target="../ink/ink678.xml"/><Relationship Id="rId87" Type="http://schemas.openxmlformats.org/officeDocument/2006/relationships/customXml" Target="../ink/ink677.xml"/><Relationship Id="rId86" Type="http://schemas.openxmlformats.org/officeDocument/2006/relationships/customXml" Target="../ink/ink676.xml"/><Relationship Id="rId85" Type="http://schemas.openxmlformats.org/officeDocument/2006/relationships/customXml" Target="../ink/ink675.xml"/><Relationship Id="rId84" Type="http://schemas.openxmlformats.org/officeDocument/2006/relationships/customXml" Target="../ink/ink674.xml"/><Relationship Id="rId83" Type="http://schemas.openxmlformats.org/officeDocument/2006/relationships/customXml" Target="../ink/ink673.xml"/><Relationship Id="rId82" Type="http://schemas.openxmlformats.org/officeDocument/2006/relationships/customXml" Target="../ink/ink672.xml"/><Relationship Id="rId81" Type="http://schemas.openxmlformats.org/officeDocument/2006/relationships/customXml" Target="../ink/ink671.xml"/><Relationship Id="rId80" Type="http://schemas.openxmlformats.org/officeDocument/2006/relationships/customXml" Target="../ink/ink670.xml"/><Relationship Id="rId8" Type="http://schemas.openxmlformats.org/officeDocument/2006/relationships/customXml" Target="../ink/ink598.xml"/><Relationship Id="rId79" Type="http://schemas.openxmlformats.org/officeDocument/2006/relationships/customXml" Target="../ink/ink669.xml"/><Relationship Id="rId78" Type="http://schemas.openxmlformats.org/officeDocument/2006/relationships/customXml" Target="../ink/ink668.xml"/><Relationship Id="rId77" Type="http://schemas.openxmlformats.org/officeDocument/2006/relationships/customXml" Target="../ink/ink667.xml"/><Relationship Id="rId76" Type="http://schemas.openxmlformats.org/officeDocument/2006/relationships/customXml" Target="../ink/ink666.xml"/><Relationship Id="rId75" Type="http://schemas.openxmlformats.org/officeDocument/2006/relationships/customXml" Target="../ink/ink665.xml"/><Relationship Id="rId74" Type="http://schemas.openxmlformats.org/officeDocument/2006/relationships/customXml" Target="../ink/ink664.xml"/><Relationship Id="rId73" Type="http://schemas.openxmlformats.org/officeDocument/2006/relationships/customXml" Target="../ink/ink663.xml"/><Relationship Id="rId72" Type="http://schemas.openxmlformats.org/officeDocument/2006/relationships/customXml" Target="../ink/ink662.xml"/><Relationship Id="rId71" Type="http://schemas.openxmlformats.org/officeDocument/2006/relationships/customXml" Target="../ink/ink661.xml"/><Relationship Id="rId70" Type="http://schemas.openxmlformats.org/officeDocument/2006/relationships/customXml" Target="../ink/ink660.xml"/><Relationship Id="rId7" Type="http://schemas.openxmlformats.org/officeDocument/2006/relationships/customXml" Target="../ink/ink597.xml"/><Relationship Id="rId69" Type="http://schemas.openxmlformats.org/officeDocument/2006/relationships/customXml" Target="../ink/ink659.xml"/><Relationship Id="rId68" Type="http://schemas.openxmlformats.org/officeDocument/2006/relationships/customXml" Target="../ink/ink658.xml"/><Relationship Id="rId67" Type="http://schemas.openxmlformats.org/officeDocument/2006/relationships/customXml" Target="../ink/ink657.xml"/><Relationship Id="rId66" Type="http://schemas.openxmlformats.org/officeDocument/2006/relationships/customXml" Target="../ink/ink656.xml"/><Relationship Id="rId65" Type="http://schemas.openxmlformats.org/officeDocument/2006/relationships/customXml" Target="../ink/ink655.xml"/><Relationship Id="rId64" Type="http://schemas.openxmlformats.org/officeDocument/2006/relationships/customXml" Target="../ink/ink654.xml"/><Relationship Id="rId63" Type="http://schemas.openxmlformats.org/officeDocument/2006/relationships/customXml" Target="../ink/ink653.xml"/><Relationship Id="rId62" Type="http://schemas.openxmlformats.org/officeDocument/2006/relationships/customXml" Target="../ink/ink652.xml"/><Relationship Id="rId61" Type="http://schemas.openxmlformats.org/officeDocument/2006/relationships/customXml" Target="../ink/ink651.xml"/><Relationship Id="rId60" Type="http://schemas.openxmlformats.org/officeDocument/2006/relationships/customXml" Target="../ink/ink650.xml"/><Relationship Id="rId6" Type="http://schemas.openxmlformats.org/officeDocument/2006/relationships/customXml" Target="../ink/ink596.xml"/><Relationship Id="rId59" Type="http://schemas.openxmlformats.org/officeDocument/2006/relationships/customXml" Target="../ink/ink649.xml"/><Relationship Id="rId58" Type="http://schemas.openxmlformats.org/officeDocument/2006/relationships/customXml" Target="../ink/ink648.xml"/><Relationship Id="rId57" Type="http://schemas.openxmlformats.org/officeDocument/2006/relationships/customXml" Target="../ink/ink647.xml"/><Relationship Id="rId56" Type="http://schemas.openxmlformats.org/officeDocument/2006/relationships/customXml" Target="../ink/ink646.xml"/><Relationship Id="rId55" Type="http://schemas.openxmlformats.org/officeDocument/2006/relationships/customXml" Target="../ink/ink645.xml"/><Relationship Id="rId54" Type="http://schemas.openxmlformats.org/officeDocument/2006/relationships/customXml" Target="../ink/ink644.xml"/><Relationship Id="rId53" Type="http://schemas.openxmlformats.org/officeDocument/2006/relationships/customXml" Target="../ink/ink643.xml"/><Relationship Id="rId52" Type="http://schemas.openxmlformats.org/officeDocument/2006/relationships/customXml" Target="../ink/ink642.xml"/><Relationship Id="rId51" Type="http://schemas.openxmlformats.org/officeDocument/2006/relationships/customXml" Target="../ink/ink641.xml"/><Relationship Id="rId50" Type="http://schemas.openxmlformats.org/officeDocument/2006/relationships/customXml" Target="../ink/ink640.xml"/><Relationship Id="rId5" Type="http://schemas.openxmlformats.org/officeDocument/2006/relationships/customXml" Target="../ink/ink595.xml"/><Relationship Id="rId49" Type="http://schemas.openxmlformats.org/officeDocument/2006/relationships/customXml" Target="../ink/ink639.xml"/><Relationship Id="rId48" Type="http://schemas.openxmlformats.org/officeDocument/2006/relationships/customXml" Target="../ink/ink638.xml"/><Relationship Id="rId47" Type="http://schemas.openxmlformats.org/officeDocument/2006/relationships/customXml" Target="../ink/ink637.xml"/><Relationship Id="rId46" Type="http://schemas.openxmlformats.org/officeDocument/2006/relationships/customXml" Target="../ink/ink636.xml"/><Relationship Id="rId45" Type="http://schemas.openxmlformats.org/officeDocument/2006/relationships/customXml" Target="../ink/ink635.xml"/><Relationship Id="rId44" Type="http://schemas.openxmlformats.org/officeDocument/2006/relationships/customXml" Target="../ink/ink634.xml"/><Relationship Id="rId43" Type="http://schemas.openxmlformats.org/officeDocument/2006/relationships/customXml" Target="../ink/ink633.xml"/><Relationship Id="rId42" Type="http://schemas.openxmlformats.org/officeDocument/2006/relationships/customXml" Target="../ink/ink632.xml"/><Relationship Id="rId41" Type="http://schemas.openxmlformats.org/officeDocument/2006/relationships/customXml" Target="../ink/ink631.xml"/><Relationship Id="rId40" Type="http://schemas.openxmlformats.org/officeDocument/2006/relationships/customXml" Target="../ink/ink630.xml"/><Relationship Id="rId4" Type="http://schemas.openxmlformats.org/officeDocument/2006/relationships/customXml" Target="../ink/ink594.xml"/><Relationship Id="rId39" Type="http://schemas.openxmlformats.org/officeDocument/2006/relationships/customXml" Target="../ink/ink629.xml"/><Relationship Id="rId38" Type="http://schemas.openxmlformats.org/officeDocument/2006/relationships/customXml" Target="../ink/ink628.xml"/><Relationship Id="rId37" Type="http://schemas.openxmlformats.org/officeDocument/2006/relationships/customXml" Target="../ink/ink627.xml"/><Relationship Id="rId36" Type="http://schemas.openxmlformats.org/officeDocument/2006/relationships/customXml" Target="../ink/ink626.xml"/><Relationship Id="rId35" Type="http://schemas.openxmlformats.org/officeDocument/2006/relationships/customXml" Target="../ink/ink625.xml"/><Relationship Id="rId342" Type="http://schemas.openxmlformats.org/officeDocument/2006/relationships/slideLayout" Target="../slideLayouts/slideLayout16.xml"/><Relationship Id="rId341" Type="http://schemas.openxmlformats.org/officeDocument/2006/relationships/tags" Target="../tags/tag47.xml"/><Relationship Id="rId340" Type="http://schemas.openxmlformats.org/officeDocument/2006/relationships/customXml" Target="../ink/ink930.xml"/><Relationship Id="rId34" Type="http://schemas.openxmlformats.org/officeDocument/2006/relationships/customXml" Target="../ink/ink624.xml"/><Relationship Id="rId339" Type="http://schemas.openxmlformats.org/officeDocument/2006/relationships/customXml" Target="../ink/ink929.xml"/><Relationship Id="rId338" Type="http://schemas.openxmlformats.org/officeDocument/2006/relationships/customXml" Target="../ink/ink928.xml"/><Relationship Id="rId337" Type="http://schemas.openxmlformats.org/officeDocument/2006/relationships/customXml" Target="../ink/ink927.xml"/><Relationship Id="rId336" Type="http://schemas.openxmlformats.org/officeDocument/2006/relationships/customXml" Target="../ink/ink926.xml"/><Relationship Id="rId335" Type="http://schemas.openxmlformats.org/officeDocument/2006/relationships/customXml" Target="../ink/ink925.xml"/><Relationship Id="rId334" Type="http://schemas.openxmlformats.org/officeDocument/2006/relationships/customXml" Target="../ink/ink924.xml"/><Relationship Id="rId333" Type="http://schemas.openxmlformats.org/officeDocument/2006/relationships/customXml" Target="../ink/ink923.xml"/><Relationship Id="rId332" Type="http://schemas.openxmlformats.org/officeDocument/2006/relationships/customXml" Target="../ink/ink922.xml"/><Relationship Id="rId331" Type="http://schemas.openxmlformats.org/officeDocument/2006/relationships/customXml" Target="../ink/ink921.xml"/><Relationship Id="rId330" Type="http://schemas.openxmlformats.org/officeDocument/2006/relationships/customXml" Target="../ink/ink920.xml"/><Relationship Id="rId33" Type="http://schemas.openxmlformats.org/officeDocument/2006/relationships/customXml" Target="../ink/ink623.xml"/><Relationship Id="rId329" Type="http://schemas.openxmlformats.org/officeDocument/2006/relationships/customXml" Target="../ink/ink919.xml"/><Relationship Id="rId328" Type="http://schemas.openxmlformats.org/officeDocument/2006/relationships/customXml" Target="../ink/ink918.xml"/><Relationship Id="rId327" Type="http://schemas.openxmlformats.org/officeDocument/2006/relationships/customXml" Target="../ink/ink917.xml"/><Relationship Id="rId326" Type="http://schemas.openxmlformats.org/officeDocument/2006/relationships/customXml" Target="../ink/ink916.xml"/><Relationship Id="rId325" Type="http://schemas.openxmlformats.org/officeDocument/2006/relationships/customXml" Target="../ink/ink915.xml"/><Relationship Id="rId324" Type="http://schemas.openxmlformats.org/officeDocument/2006/relationships/customXml" Target="../ink/ink914.xml"/><Relationship Id="rId323" Type="http://schemas.openxmlformats.org/officeDocument/2006/relationships/customXml" Target="../ink/ink913.xml"/><Relationship Id="rId322" Type="http://schemas.openxmlformats.org/officeDocument/2006/relationships/customXml" Target="../ink/ink912.xml"/><Relationship Id="rId321" Type="http://schemas.openxmlformats.org/officeDocument/2006/relationships/customXml" Target="../ink/ink911.xml"/><Relationship Id="rId320" Type="http://schemas.openxmlformats.org/officeDocument/2006/relationships/customXml" Target="../ink/ink910.xml"/><Relationship Id="rId32" Type="http://schemas.openxmlformats.org/officeDocument/2006/relationships/customXml" Target="../ink/ink622.xml"/><Relationship Id="rId319" Type="http://schemas.openxmlformats.org/officeDocument/2006/relationships/customXml" Target="../ink/ink909.xml"/><Relationship Id="rId318" Type="http://schemas.openxmlformats.org/officeDocument/2006/relationships/customXml" Target="../ink/ink908.xml"/><Relationship Id="rId317" Type="http://schemas.openxmlformats.org/officeDocument/2006/relationships/customXml" Target="../ink/ink907.xml"/><Relationship Id="rId316" Type="http://schemas.openxmlformats.org/officeDocument/2006/relationships/customXml" Target="../ink/ink906.xml"/><Relationship Id="rId315" Type="http://schemas.openxmlformats.org/officeDocument/2006/relationships/customXml" Target="../ink/ink905.xml"/><Relationship Id="rId314" Type="http://schemas.openxmlformats.org/officeDocument/2006/relationships/customXml" Target="../ink/ink904.xml"/><Relationship Id="rId313" Type="http://schemas.openxmlformats.org/officeDocument/2006/relationships/customXml" Target="../ink/ink903.xml"/><Relationship Id="rId312" Type="http://schemas.openxmlformats.org/officeDocument/2006/relationships/customXml" Target="../ink/ink902.xml"/><Relationship Id="rId311" Type="http://schemas.openxmlformats.org/officeDocument/2006/relationships/customXml" Target="../ink/ink901.xml"/><Relationship Id="rId310" Type="http://schemas.openxmlformats.org/officeDocument/2006/relationships/customXml" Target="../ink/ink900.xml"/><Relationship Id="rId31" Type="http://schemas.openxmlformats.org/officeDocument/2006/relationships/customXml" Target="../ink/ink621.xml"/><Relationship Id="rId309" Type="http://schemas.openxmlformats.org/officeDocument/2006/relationships/customXml" Target="../ink/ink899.xml"/><Relationship Id="rId308" Type="http://schemas.openxmlformats.org/officeDocument/2006/relationships/customXml" Target="../ink/ink898.xml"/><Relationship Id="rId307" Type="http://schemas.openxmlformats.org/officeDocument/2006/relationships/customXml" Target="../ink/ink897.xml"/><Relationship Id="rId306" Type="http://schemas.openxmlformats.org/officeDocument/2006/relationships/customXml" Target="../ink/ink896.xml"/><Relationship Id="rId305" Type="http://schemas.openxmlformats.org/officeDocument/2006/relationships/customXml" Target="../ink/ink895.xml"/><Relationship Id="rId304" Type="http://schemas.openxmlformats.org/officeDocument/2006/relationships/customXml" Target="../ink/ink894.xml"/><Relationship Id="rId303" Type="http://schemas.openxmlformats.org/officeDocument/2006/relationships/customXml" Target="../ink/ink893.xml"/><Relationship Id="rId302" Type="http://schemas.openxmlformats.org/officeDocument/2006/relationships/customXml" Target="../ink/ink892.xml"/><Relationship Id="rId301" Type="http://schemas.openxmlformats.org/officeDocument/2006/relationships/customXml" Target="../ink/ink891.xml"/><Relationship Id="rId300" Type="http://schemas.openxmlformats.org/officeDocument/2006/relationships/customXml" Target="../ink/ink890.xml"/><Relationship Id="rId30" Type="http://schemas.openxmlformats.org/officeDocument/2006/relationships/customXml" Target="../ink/ink620.xml"/><Relationship Id="rId3" Type="http://schemas.openxmlformats.org/officeDocument/2006/relationships/customXml" Target="../ink/ink593.xml"/><Relationship Id="rId299" Type="http://schemas.openxmlformats.org/officeDocument/2006/relationships/customXml" Target="../ink/ink889.xml"/><Relationship Id="rId298" Type="http://schemas.openxmlformats.org/officeDocument/2006/relationships/customXml" Target="../ink/ink888.xml"/><Relationship Id="rId297" Type="http://schemas.openxmlformats.org/officeDocument/2006/relationships/customXml" Target="../ink/ink887.xml"/><Relationship Id="rId296" Type="http://schemas.openxmlformats.org/officeDocument/2006/relationships/customXml" Target="../ink/ink886.xml"/><Relationship Id="rId295" Type="http://schemas.openxmlformats.org/officeDocument/2006/relationships/customXml" Target="../ink/ink885.xml"/><Relationship Id="rId294" Type="http://schemas.openxmlformats.org/officeDocument/2006/relationships/customXml" Target="../ink/ink884.xml"/><Relationship Id="rId293" Type="http://schemas.openxmlformats.org/officeDocument/2006/relationships/customXml" Target="../ink/ink883.xml"/><Relationship Id="rId292" Type="http://schemas.openxmlformats.org/officeDocument/2006/relationships/customXml" Target="../ink/ink882.xml"/><Relationship Id="rId291" Type="http://schemas.openxmlformats.org/officeDocument/2006/relationships/customXml" Target="../ink/ink881.xml"/><Relationship Id="rId290" Type="http://schemas.openxmlformats.org/officeDocument/2006/relationships/customXml" Target="../ink/ink880.xml"/><Relationship Id="rId29" Type="http://schemas.openxmlformats.org/officeDocument/2006/relationships/customXml" Target="../ink/ink619.xml"/><Relationship Id="rId289" Type="http://schemas.openxmlformats.org/officeDocument/2006/relationships/customXml" Target="../ink/ink879.xml"/><Relationship Id="rId288" Type="http://schemas.openxmlformats.org/officeDocument/2006/relationships/customXml" Target="../ink/ink878.xml"/><Relationship Id="rId287" Type="http://schemas.openxmlformats.org/officeDocument/2006/relationships/customXml" Target="../ink/ink877.xml"/><Relationship Id="rId286" Type="http://schemas.openxmlformats.org/officeDocument/2006/relationships/customXml" Target="../ink/ink876.xml"/><Relationship Id="rId285" Type="http://schemas.openxmlformats.org/officeDocument/2006/relationships/customXml" Target="../ink/ink875.xml"/><Relationship Id="rId284" Type="http://schemas.openxmlformats.org/officeDocument/2006/relationships/customXml" Target="../ink/ink874.xml"/><Relationship Id="rId283" Type="http://schemas.openxmlformats.org/officeDocument/2006/relationships/customXml" Target="../ink/ink873.xml"/><Relationship Id="rId282" Type="http://schemas.openxmlformats.org/officeDocument/2006/relationships/customXml" Target="../ink/ink872.xml"/><Relationship Id="rId281" Type="http://schemas.openxmlformats.org/officeDocument/2006/relationships/customXml" Target="../ink/ink871.xml"/><Relationship Id="rId280" Type="http://schemas.openxmlformats.org/officeDocument/2006/relationships/customXml" Target="../ink/ink870.xml"/><Relationship Id="rId28" Type="http://schemas.openxmlformats.org/officeDocument/2006/relationships/customXml" Target="../ink/ink618.xml"/><Relationship Id="rId279" Type="http://schemas.openxmlformats.org/officeDocument/2006/relationships/customXml" Target="../ink/ink869.xml"/><Relationship Id="rId278" Type="http://schemas.openxmlformats.org/officeDocument/2006/relationships/customXml" Target="../ink/ink868.xml"/><Relationship Id="rId277" Type="http://schemas.openxmlformats.org/officeDocument/2006/relationships/customXml" Target="../ink/ink867.xml"/><Relationship Id="rId276" Type="http://schemas.openxmlformats.org/officeDocument/2006/relationships/customXml" Target="../ink/ink866.xml"/><Relationship Id="rId275" Type="http://schemas.openxmlformats.org/officeDocument/2006/relationships/customXml" Target="../ink/ink865.xml"/><Relationship Id="rId274" Type="http://schemas.openxmlformats.org/officeDocument/2006/relationships/customXml" Target="../ink/ink864.xml"/><Relationship Id="rId273" Type="http://schemas.openxmlformats.org/officeDocument/2006/relationships/customXml" Target="../ink/ink863.xml"/><Relationship Id="rId272" Type="http://schemas.openxmlformats.org/officeDocument/2006/relationships/customXml" Target="../ink/ink862.xml"/><Relationship Id="rId271" Type="http://schemas.openxmlformats.org/officeDocument/2006/relationships/customXml" Target="../ink/ink861.xml"/><Relationship Id="rId270" Type="http://schemas.openxmlformats.org/officeDocument/2006/relationships/customXml" Target="../ink/ink860.xml"/><Relationship Id="rId27" Type="http://schemas.openxmlformats.org/officeDocument/2006/relationships/customXml" Target="../ink/ink617.xml"/><Relationship Id="rId269" Type="http://schemas.openxmlformats.org/officeDocument/2006/relationships/customXml" Target="../ink/ink859.xml"/><Relationship Id="rId268" Type="http://schemas.openxmlformats.org/officeDocument/2006/relationships/customXml" Target="../ink/ink858.xml"/><Relationship Id="rId267" Type="http://schemas.openxmlformats.org/officeDocument/2006/relationships/customXml" Target="../ink/ink857.xml"/><Relationship Id="rId266" Type="http://schemas.openxmlformats.org/officeDocument/2006/relationships/customXml" Target="../ink/ink856.xml"/><Relationship Id="rId265" Type="http://schemas.openxmlformats.org/officeDocument/2006/relationships/customXml" Target="../ink/ink855.xml"/><Relationship Id="rId264" Type="http://schemas.openxmlformats.org/officeDocument/2006/relationships/customXml" Target="../ink/ink854.xml"/><Relationship Id="rId263" Type="http://schemas.openxmlformats.org/officeDocument/2006/relationships/customXml" Target="../ink/ink853.xml"/><Relationship Id="rId262" Type="http://schemas.openxmlformats.org/officeDocument/2006/relationships/customXml" Target="../ink/ink852.xml"/><Relationship Id="rId261" Type="http://schemas.openxmlformats.org/officeDocument/2006/relationships/customXml" Target="../ink/ink851.xml"/><Relationship Id="rId260" Type="http://schemas.openxmlformats.org/officeDocument/2006/relationships/customXml" Target="../ink/ink850.xml"/><Relationship Id="rId26" Type="http://schemas.openxmlformats.org/officeDocument/2006/relationships/customXml" Target="../ink/ink616.xml"/><Relationship Id="rId259" Type="http://schemas.openxmlformats.org/officeDocument/2006/relationships/customXml" Target="../ink/ink849.xml"/><Relationship Id="rId258" Type="http://schemas.openxmlformats.org/officeDocument/2006/relationships/customXml" Target="../ink/ink848.xml"/><Relationship Id="rId257" Type="http://schemas.openxmlformats.org/officeDocument/2006/relationships/customXml" Target="../ink/ink847.xml"/><Relationship Id="rId256" Type="http://schemas.openxmlformats.org/officeDocument/2006/relationships/customXml" Target="../ink/ink846.xml"/><Relationship Id="rId255" Type="http://schemas.openxmlformats.org/officeDocument/2006/relationships/customXml" Target="../ink/ink845.xml"/><Relationship Id="rId254" Type="http://schemas.openxmlformats.org/officeDocument/2006/relationships/customXml" Target="../ink/ink844.xml"/><Relationship Id="rId253" Type="http://schemas.openxmlformats.org/officeDocument/2006/relationships/customXml" Target="../ink/ink843.xml"/><Relationship Id="rId252" Type="http://schemas.openxmlformats.org/officeDocument/2006/relationships/customXml" Target="../ink/ink842.xml"/><Relationship Id="rId251" Type="http://schemas.openxmlformats.org/officeDocument/2006/relationships/customXml" Target="../ink/ink841.xml"/><Relationship Id="rId250" Type="http://schemas.openxmlformats.org/officeDocument/2006/relationships/customXml" Target="../ink/ink840.xml"/><Relationship Id="rId25" Type="http://schemas.openxmlformats.org/officeDocument/2006/relationships/customXml" Target="../ink/ink615.xml"/><Relationship Id="rId249" Type="http://schemas.openxmlformats.org/officeDocument/2006/relationships/customXml" Target="../ink/ink839.xml"/><Relationship Id="rId248" Type="http://schemas.openxmlformats.org/officeDocument/2006/relationships/customXml" Target="../ink/ink838.xml"/><Relationship Id="rId247" Type="http://schemas.openxmlformats.org/officeDocument/2006/relationships/customXml" Target="../ink/ink837.xml"/><Relationship Id="rId246" Type="http://schemas.openxmlformats.org/officeDocument/2006/relationships/customXml" Target="../ink/ink836.xml"/><Relationship Id="rId245" Type="http://schemas.openxmlformats.org/officeDocument/2006/relationships/customXml" Target="../ink/ink835.xml"/><Relationship Id="rId244" Type="http://schemas.openxmlformats.org/officeDocument/2006/relationships/customXml" Target="../ink/ink834.xml"/><Relationship Id="rId243" Type="http://schemas.openxmlformats.org/officeDocument/2006/relationships/customXml" Target="../ink/ink833.xml"/><Relationship Id="rId242" Type="http://schemas.openxmlformats.org/officeDocument/2006/relationships/customXml" Target="../ink/ink832.xml"/><Relationship Id="rId241" Type="http://schemas.openxmlformats.org/officeDocument/2006/relationships/customXml" Target="../ink/ink831.xml"/><Relationship Id="rId240" Type="http://schemas.openxmlformats.org/officeDocument/2006/relationships/customXml" Target="../ink/ink830.xml"/><Relationship Id="rId24" Type="http://schemas.openxmlformats.org/officeDocument/2006/relationships/customXml" Target="../ink/ink614.xml"/><Relationship Id="rId239" Type="http://schemas.openxmlformats.org/officeDocument/2006/relationships/customXml" Target="../ink/ink829.xml"/><Relationship Id="rId238" Type="http://schemas.openxmlformats.org/officeDocument/2006/relationships/customXml" Target="../ink/ink828.xml"/><Relationship Id="rId237" Type="http://schemas.openxmlformats.org/officeDocument/2006/relationships/customXml" Target="../ink/ink827.xml"/><Relationship Id="rId236" Type="http://schemas.openxmlformats.org/officeDocument/2006/relationships/customXml" Target="../ink/ink826.xml"/><Relationship Id="rId235" Type="http://schemas.openxmlformats.org/officeDocument/2006/relationships/customXml" Target="../ink/ink825.xml"/><Relationship Id="rId234" Type="http://schemas.openxmlformats.org/officeDocument/2006/relationships/customXml" Target="../ink/ink824.xml"/><Relationship Id="rId233" Type="http://schemas.openxmlformats.org/officeDocument/2006/relationships/customXml" Target="../ink/ink823.xml"/><Relationship Id="rId232" Type="http://schemas.openxmlformats.org/officeDocument/2006/relationships/customXml" Target="../ink/ink822.xml"/><Relationship Id="rId231" Type="http://schemas.openxmlformats.org/officeDocument/2006/relationships/customXml" Target="../ink/ink821.xml"/><Relationship Id="rId230" Type="http://schemas.openxmlformats.org/officeDocument/2006/relationships/customXml" Target="../ink/ink820.xml"/><Relationship Id="rId23" Type="http://schemas.openxmlformats.org/officeDocument/2006/relationships/customXml" Target="../ink/ink613.xml"/><Relationship Id="rId229" Type="http://schemas.openxmlformats.org/officeDocument/2006/relationships/customXml" Target="../ink/ink819.xml"/><Relationship Id="rId228" Type="http://schemas.openxmlformats.org/officeDocument/2006/relationships/customXml" Target="../ink/ink818.xml"/><Relationship Id="rId227" Type="http://schemas.openxmlformats.org/officeDocument/2006/relationships/customXml" Target="../ink/ink817.xml"/><Relationship Id="rId226" Type="http://schemas.openxmlformats.org/officeDocument/2006/relationships/customXml" Target="../ink/ink816.xml"/><Relationship Id="rId225" Type="http://schemas.openxmlformats.org/officeDocument/2006/relationships/customXml" Target="../ink/ink815.xml"/><Relationship Id="rId224" Type="http://schemas.openxmlformats.org/officeDocument/2006/relationships/customXml" Target="../ink/ink814.xml"/><Relationship Id="rId223" Type="http://schemas.openxmlformats.org/officeDocument/2006/relationships/customXml" Target="../ink/ink813.xml"/><Relationship Id="rId222" Type="http://schemas.openxmlformats.org/officeDocument/2006/relationships/customXml" Target="../ink/ink812.xml"/><Relationship Id="rId221" Type="http://schemas.openxmlformats.org/officeDocument/2006/relationships/customXml" Target="../ink/ink811.xml"/><Relationship Id="rId220" Type="http://schemas.openxmlformats.org/officeDocument/2006/relationships/customXml" Target="../ink/ink810.xml"/><Relationship Id="rId22" Type="http://schemas.openxmlformats.org/officeDocument/2006/relationships/customXml" Target="../ink/ink612.xml"/><Relationship Id="rId219" Type="http://schemas.openxmlformats.org/officeDocument/2006/relationships/customXml" Target="../ink/ink809.xml"/><Relationship Id="rId218" Type="http://schemas.openxmlformats.org/officeDocument/2006/relationships/customXml" Target="../ink/ink808.xml"/><Relationship Id="rId217" Type="http://schemas.openxmlformats.org/officeDocument/2006/relationships/customXml" Target="../ink/ink807.xml"/><Relationship Id="rId216" Type="http://schemas.openxmlformats.org/officeDocument/2006/relationships/customXml" Target="../ink/ink806.xml"/><Relationship Id="rId215" Type="http://schemas.openxmlformats.org/officeDocument/2006/relationships/customXml" Target="../ink/ink805.xml"/><Relationship Id="rId214" Type="http://schemas.openxmlformats.org/officeDocument/2006/relationships/customXml" Target="../ink/ink804.xml"/><Relationship Id="rId213" Type="http://schemas.openxmlformats.org/officeDocument/2006/relationships/customXml" Target="../ink/ink803.xml"/><Relationship Id="rId212" Type="http://schemas.openxmlformats.org/officeDocument/2006/relationships/customXml" Target="../ink/ink802.xml"/><Relationship Id="rId211" Type="http://schemas.openxmlformats.org/officeDocument/2006/relationships/customXml" Target="../ink/ink801.xml"/><Relationship Id="rId210" Type="http://schemas.openxmlformats.org/officeDocument/2006/relationships/customXml" Target="../ink/ink800.xml"/><Relationship Id="rId21" Type="http://schemas.openxmlformats.org/officeDocument/2006/relationships/customXml" Target="../ink/ink611.xml"/><Relationship Id="rId209" Type="http://schemas.openxmlformats.org/officeDocument/2006/relationships/customXml" Target="../ink/ink799.xml"/><Relationship Id="rId208" Type="http://schemas.openxmlformats.org/officeDocument/2006/relationships/customXml" Target="../ink/ink798.xml"/><Relationship Id="rId207" Type="http://schemas.openxmlformats.org/officeDocument/2006/relationships/customXml" Target="../ink/ink797.xml"/><Relationship Id="rId206" Type="http://schemas.openxmlformats.org/officeDocument/2006/relationships/customXml" Target="../ink/ink796.xml"/><Relationship Id="rId205" Type="http://schemas.openxmlformats.org/officeDocument/2006/relationships/customXml" Target="../ink/ink795.xml"/><Relationship Id="rId204" Type="http://schemas.openxmlformats.org/officeDocument/2006/relationships/customXml" Target="../ink/ink794.xml"/><Relationship Id="rId203" Type="http://schemas.openxmlformats.org/officeDocument/2006/relationships/customXml" Target="../ink/ink793.xml"/><Relationship Id="rId202" Type="http://schemas.openxmlformats.org/officeDocument/2006/relationships/customXml" Target="../ink/ink792.xml"/><Relationship Id="rId201" Type="http://schemas.openxmlformats.org/officeDocument/2006/relationships/customXml" Target="../ink/ink791.xml"/><Relationship Id="rId200" Type="http://schemas.openxmlformats.org/officeDocument/2006/relationships/customXml" Target="../ink/ink790.xml"/><Relationship Id="rId20" Type="http://schemas.openxmlformats.org/officeDocument/2006/relationships/customXml" Target="../ink/ink610.xml"/><Relationship Id="rId2" Type="http://schemas.openxmlformats.org/officeDocument/2006/relationships/customXml" Target="../ink/ink592.xml"/><Relationship Id="rId199" Type="http://schemas.openxmlformats.org/officeDocument/2006/relationships/customXml" Target="../ink/ink789.xml"/><Relationship Id="rId198" Type="http://schemas.openxmlformats.org/officeDocument/2006/relationships/customXml" Target="../ink/ink788.xml"/><Relationship Id="rId197" Type="http://schemas.openxmlformats.org/officeDocument/2006/relationships/customXml" Target="../ink/ink787.xml"/><Relationship Id="rId196" Type="http://schemas.openxmlformats.org/officeDocument/2006/relationships/customXml" Target="../ink/ink786.xml"/><Relationship Id="rId195" Type="http://schemas.openxmlformats.org/officeDocument/2006/relationships/customXml" Target="../ink/ink785.xml"/><Relationship Id="rId194" Type="http://schemas.openxmlformats.org/officeDocument/2006/relationships/customXml" Target="../ink/ink784.xml"/><Relationship Id="rId193" Type="http://schemas.openxmlformats.org/officeDocument/2006/relationships/customXml" Target="../ink/ink783.xml"/><Relationship Id="rId192" Type="http://schemas.openxmlformats.org/officeDocument/2006/relationships/customXml" Target="../ink/ink782.xml"/><Relationship Id="rId191" Type="http://schemas.openxmlformats.org/officeDocument/2006/relationships/customXml" Target="../ink/ink781.xml"/><Relationship Id="rId190" Type="http://schemas.openxmlformats.org/officeDocument/2006/relationships/customXml" Target="../ink/ink780.xml"/><Relationship Id="rId19" Type="http://schemas.openxmlformats.org/officeDocument/2006/relationships/customXml" Target="../ink/ink609.xml"/><Relationship Id="rId189" Type="http://schemas.openxmlformats.org/officeDocument/2006/relationships/customXml" Target="../ink/ink779.xml"/><Relationship Id="rId188" Type="http://schemas.openxmlformats.org/officeDocument/2006/relationships/customXml" Target="../ink/ink778.xml"/><Relationship Id="rId187" Type="http://schemas.openxmlformats.org/officeDocument/2006/relationships/customXml" Target="../ink/ink777.xml"/><Relationship Id="rId186" Type="http://schemas.openxmlformats.org/officeDocument/2006/relationships/customXml" Target="../ink/ink776.xml"/><Relationship Id="rId185" Type="http://schemas.openxmlformats.org/officeDocument/2006/relationships/customXml" Target="../ink/ink775.xml"/><Relationship Id="rId184" Type="http://schemas.openxmlformats.org/officeDocument/2006/relationships/customXml" Target="../ink/ink774.xml"/><Relationship Id="rId183" Type="http://schemas.openxmlformats.org/officeDocument/2006/relationships/customXml" Target="../ink/ink773.xml"/><Relationship Id="rId182" Type="http://schemas.openxmlformats.org/officeDocument/2006/relationships/customXml" Target="../ink/ink772.xml"/><Relationship Id="rId181" Type="http://schemas.openxmlformats.org/officeDocument/2006/relationships/customXml" Target="../ink/ink771.xml"/><Relationship Id="rId180" Type="http://schemas.openxmlformats.org/officeDocument/2006/relationships/customXml" Target="../ink/ink770.xml"/><Relationship Id="rId18" Type="http://schemas.openxmlformats.org/officeDocument/2006/relationships/customXml" Target="../ink/ink608.xml"/><Relationship Id="rId179" Type="http://schemas.openxmlformats.org/officeDocument/2006/relationships/customXml" Target="../ink/ink769.xml"/><Relationship Id="rId178" Type="http://schemas.openxmlformats.org/officeDocument/2006/relationships/customXml" Target="../ink/ink768.xml"/><Relationship Id="rId177" Type="http://schemas.openxmlformats.org/officeDocument/2006/relationships/customXml" Target="../ink/ink767.xml"/><Relationship Id="rId176" Type="http://schemas.openxmlformats.org/officeDocument/2006/relationships/customXml" Target="../ink/ink766.xml"/><Relationship Id="rId175" Type="http://schemas.openxmlformats.org/officeDocument/2006/relationships/customXml" Target="../ink/ink765.xml"/><Relationship Id="rId174" Type="http://schemas.openxmlformats.org/officeDocument/2006/relationships/customXml" Target="../ink/ink764.xml"/><Relationship Id="rId173" Type="http://schemas.openxmlformats.org/officeDocument/2006/relationships/customXml" Target="../ink/ink763.xml"/><Relationship Id="rId172" Type="http://schemas.openxmlformats.org/officeDocument/2006/relationships/customXml" Target="../ink/ink762.xml"/><Relationship Id="rId171" Type="http://schemas.openxmlformats.org/officeDocument/2006/relationships/customXml" Target="../ink/ink761.xml"/><Relationship Id="rId170" Type="http://schemas.openxmlformats.org/officeDocument/2006/relationships/customXml" Target="../ink/ink760.xml"/><Relationship Id="rId17" Type="http://schemas.openxmlformats.org/officeDocument/2006/relationships/customXml" Target="../ink/ink607.xml"/><Relationship Id="rId169" Type="http://schemas.openxmlformats.org/officeDocument/2006/relationships/customXml" Target="../ink/ink759.xml"/><Relationship Id="rId168" Type="http://schemas.openxmlformats.org/officeDocument/2006/relationships/customXml" Target="../ink/ink758.xml"/><Relationship Id="rId167" Type="http://schemas.openxmlformats.org/officeDocument/2006/relationships/customXml" Target="../ink/ink757.xml"/><Relationship Id="rId166" Type="http://schemas.openxmlformats.org/officeDocument/2006/relationships/customXml" Target="../ink/ink756.xml"/><Relationship Id="rId165" Type="http://schemas.openxmlformats.org/officeDocument/2006/relationships/customXml" Target="../ink/ink755.xml"/><Relationship Id="rId164" Type="http://schemas.openxmlformats.org/officeDocument/2006/relationships/customXml" Target="../ink/ink754.xml"/><Relationship Id="rId163" Type="http://schemas.openxmlformats.org/officeDocument/2006/relationships/customXml" Target="../ink/ink753.xml"/><Relationship Id="rId162" Type="http://schemas.openxmlformats.org/officeDocument/2006/relationships/customXml" Target="../ink/ink752.xml"/><Relationship Id="rId161" Type="http://schemas.openxmlformats.org/officeDocument/2006/relationships/customXml" Target="../ink/ink751.xml"/><Relationship Id="rId160" Type="http://schemas.openxmlformats.org/officeDocument/2006/relationships/customXml" Target="../ink/ink750.xml"/><Relationship Id="rId16" Type="http://schemas.openxmlformats.org/officeDocument/2006/relationships/customXml" Target="../ink/ink606.xml"/><Relationship Id="rId159" Type="http://schemas.openxmlformats.org/officeDocument/2006/relationships/customXml" Target="../ink/ink749.xml"/><Relationship Id="rId158" Type="http://schemas.openxmlformats.org/officeDocument/2006/relationships/customXml" Target="../ink/ink748.xml"/><Relationship Id="rId157" Type="http://schemas.openxmlformats.org/officeDocument/2006/relationships/customXml" Target="../ink/ink747.xml"/><Relationship Id="rId156" Type="http://schemas.openxmlformats.org/officeDocument/2006/relationships/customXml" Target="../ink/ink746.xml"/><Relationship Id="rId155" Type="http://schemas.openxmlformats.org/officeDocument/2006/relationships/customXml" Target="../ink/ink745.xml"/><Relationship Id="rId154" Type="http://schemas.openxmlformats.org/officeDocument/2006/relationships/customXml" Target="../ink/ink744.xml"/><Relationship Id="rId153" Type="http://schemas.openxmlformats.org/officeDocument/2006/relationships/customXml" Target="../ink/ink743.xml"/><Relationship Id="rId152" Type="http://schemas.openxmlformats.org/officeDocument/2006/relationships/customXml" Target="../ink/ink742.xml"/><Relationship Id="rId151" Type="http://schemas.openxmlformats.org/officeDocument/2006/relationships/customXml" Target="../ink/ink741.xml"/><Relationship Id="rId150" Type="http://schemas.openxmlformats.org/officeDocument/2006/relationships/customXml" Target="../ink/ink740.xml"/><Relationship Id="rId15" Type="http://schemas.openxmlformats.org/officeDocument/2006/relationships/customXml" Target="../ink/ink605.xml"/><Relationship Id="rId149" Type="http://schemas.openxmlformats.org/officeDocument/2006/relationships/customXml" Target="../ink/ink739.xml"/><Relationship Id="rId148" Type="http://schemas.openxmlformats.org/officeDocument/2006/relationships/customXml" Target="../ink/ink738.xml"/><Relationship Id="rId147" Type="http://schemas.openxmlformats.org/officeDocument/2006/relationships/customXml" Target="../ink/ink737.xml"/><Relationship Id="rId146" Type="http://schemas.openxmlformats.org/officeDocument/2006/relationships/customXml" Target="../ink/ink736.xml"/><Relationship Id="rId145" Type="http://schemas.openxmlformats.org/officeDocument/2006/relationships/customXml" Target="../ink/ink735.xml"/><Relationship Id="rId144" Type="http://schemas.openxmlformats.org/officeDocument/2006/relationships/customXml" Target="../ink/ink734.xml"/><Relationship Id="rId143" Type="http://schemas.openxmlformats.org/officeDocument/2006/relationships/customXml" Target="../ink/ink733.xml"/><Relationship Id="rId142" Type="http://schemas.openxmlformats.org/officeDocument/2006/relationships/customXml" Target="../ink/ink732.xml"/><Relationship Id="rId141" Type="http://schemas.openxmlformats.org/officeDocument/2006/relationships/customXml" Target="../ink/ink731.xml"/><Relationship Id="rId140" Type="http://schemas.openxmlformats.org/officeDocument/2006/relationships/customXml" Target="../ink/ink730.xml"/><Relationship Id="rId14" Type="http://schemas.openxmlformats.org/officeDocument/2006/relationships/customXml" Target="../ink/ink604.xml"/><Relationship Id="rId139" Type="http://schemas.openxmlformats.org/officeDocument/2006/relationships/customXml" Target="../ink/ink729.xml"/><Relationship Id="rId138" Type="http://schemas.openxmlformats.org/officeDocument/2006/relationships/customXml" Target="../ink/ink728.xml"/><Relationship Id="rId137" Type="http://schemas.openxmlformats.org/officeDocument/2006/relationships/customXml" Target="../ink/ink727.xml"/><Relationship Id="rId136" Type="http://schemas.openxmlformats.org/officeDocument/2006/relationships/customXml" Target="../ink/ink726.xml"/><Relationship Id="rId135" Type="http://schemas.openxmlformats.org/officeDocument/2006/relationships/customXml" Target="../ink/ink725.xml"/><Relationship Id="rId134" Type="http://schemas.openxmlformats.org/officeDocument/2006/relationships/customXml" Target="../ink/ink724.xml"/><Relationship Id="rId133" Type="http://schemas.openxmlformats.org/officeDocument/2006/relationships/customXml" Target="../ink/ink723.xml"/><Relationship Id="rId132" Type="http://schemas.openxmlformats.org/officeDocument/2006/relationships/customXml" Target="../ink/ink722.xml"/><Relationship Id="rId131" Type="http://schemas.openxmlformats.org/officeDocument/2006/relationships/customXml" Target="../ink/ink721.xml"/><Relationship Id="rId130" Type="http://schemas.openxmlformats.org/officeDocument/2006/relationships/customXml" Target="../ink/ink720.xml"/><Relationship Id="rId13" Type="http://schemas.openxmlformats.org/officeDocument/2006/relationships/customXml" Target="../ink/ink603.xml"/><Relationship Id="rId129" Type="http://schemas.openxmlformats.org/officeDocument/2006/relationships/customXml" Target="../ink/ink719.xml"/><Relationship Id="rId128" Type="http://schemas.openxmlformats.org/officeDocument/2006/relationships/customXml" Target="../ink/ink718.xml"/><Relationship Id="rId127" Type="http://schemas.openxmlformats.org/officeDocument/2006/relationships/customXml" Target="../ink/ink717.xml"/><Relationship Id="rId126" Type="http://schemas.openxmlformats.org/officeDocument/2006/relationships/customXml" Target="../ink/ink716.xml"/><Relationship Id="rId125" Type="http://schemas.openxmlformats.org/officeDocument/2006/relationships/customXml" Target="../ink/ink715.xml"/><Relationship Id="rId124" Type="http://schemas.openxmlformats.org/officeDocument/2006/relationships/customXml" Target="../ink/ink714.xml"/><Relationship Id="rId123" Type="http://schemas.openxmlformats.org/officeDocument/2006/relationships/customXml" Target="../ink/ink713.xml"/><Relationship Id="rId122" Type="http://schemas.openxmlformats.org/officeDocument/2006/relationships/customXml" Target="../ink/ink712.xml"/><Relationship Id="rId121" Type="http://schemas.openxmlformats.org/officeDocument/2006/relationships/customXml" Target="../ink/ink711.xml"/><Relationship Id="rId120" Type="http://schemas.openxmlformats.org/officeDocument/2006/relationships/customXml" Target="../ink/ink710.xml"/><Relationship Id="rId12" Type="http://schemas.openxmlformats.org/officeDocument/2006/relationships/customXml" Target="../ink/ink602.xml"/><Relationship Id="rId119" Type="http://schemas.openxmlformats.org/officeDocument/2006/relationships/customXml" Target="../ink/ink709.xml"/><Relationship Id="rId118" Type="http://schemas.openxmlformats.org/officeDocument/2006/relationships/customXml" Target="../ink/ink708.xml"/><Relationship Id="rId117" Type="http://schemas.openxmlformats.org/officeDocument/2006/relationships/customXml" Target="../ink/ink707.xml"/><Relationship Id="rId116" Type="http://schemas.openxmlformats.org/officeDocument/2006/relationships/customXml" Target="../ink/ink706.xml"/><Relationship Id="rId115" Type="http://schemas.openxmlformats.org/officeDocument/2006/relationships/customXml" Target="../ink/ink705.xml"/><Relationship Id="rId114" Type="http://schemas.openxmlformats.org/officeDocument/2006/relationships/customXml" Target="../ink/ink704.xml"/><Relationship Id="rId113" Type="http://schemas.openxmlformats.org/officeDocument/2006/relationships/customXml" Target="../ink/ink703.xml"/><Relationship Id="rId112" Type="http://schemas.openxmlformats.org/officeDocument/2006/relationships/customXml" Target="../ink/ink702.xml"/><Relationship Id="rId111" Type="http://schemas.openxmlformats.org/officeDocument/2006/relationships/customXml" Target="../ink/ink701.xml"/><Relationship Id="rId110" Type="http://schemas.openxmlformats.org/officeDocument/2006/relationships/customXml" Target="../ink/ink700.xml"/><Relationship Id="rId11" Type="http://schemas.openxmlformats.org/officeDocument/2006/relationships/customXml" Target="../ink/ink601.xml"/><Relationship Id="rId109" Type="http://schemas.openxmlformats.org/officeDocument/2006/relationships/customXml" Target="../ink/ink699.xml"/><Relationship Id="rId108" Type="http://schemas.openxmlformats.org/officeDocument/2006/relationships/customXml" Target="../ink/ink698.xml"/><Relationship Id="rId107" Type="http://schemas.openxmlformats.org/officeDocument/2006/relationships/customXml" Target="../ink/ink697.xml"/><Relationship Id="rId106" Type="http://schemas.openxmlformats.org/officeDocument/2006/relationships/customXml" Target="../ink/ink696.xml"/><Relationship Id="rId105" Type="http://schemas.openxmlformats.org/officeDocument/2006/relationships/customXml" Target="../ink/ink695.xml"/><Relationship Id="rId104" Type="http://schemas.openxmlformats.org/officeDocument/2006/relationships/customXml" Target="../ink/ink694.xml"/><Relationship Id="rId103" Type="http://schemas.openxmlformats.org/officeDocument/2006/relationships/customXml" Target="../ink/ink693.xml"/><Relationship Id="rId102" Type="http://schemas.openxmlformats.org/officeDocument/2006/relationships/customXml" Target="../ink/ink692.xml"/><Relationship Id="rId101" Type="http://schemas.openxmlformats.org/officeDocument/2006/relationships/customXml" Target="../ink/ink691.xml"/><Relationship Id="rId100" Type="http://schemas.openxmlformats.org/officeDocument/2006/relationships/customXml" Target="../ink/ink690.xml"/><Relationship Id="rId10" Type="http://schemas.openxmlformats.org/officeDocument/2006/relationships/customXml" Target="../ink/ink600.xml"/><Relationship Id="rId1" Type="http://schemas.openxmlformats.org/officeDocument/2006/relationships/customXml" Target="../ink/ink591.xml"/></Relationships>
</file>

<file path=ppt/slides/_rels/slide5.xml.rels><?xml version="1.0" encoding="UTF-8" standalone="yes"?>
<Relationships xmlns="http://schemas.openxmlformats.org/package/2006/relationships"><Relationship Id="rId99" Type="http://schemas.openxmlformats.org/officeDocument/2006/relationships/customXml" Target="../ink/ink1029.xml"/><Relationship Id="rId98" Type="http://schemas.openxmlformats.org/officeDocument/2006/relationships/customXml" Target="../ink/ink1028.xml"/><Relationship Id="rId97" Type="http://schemas.openxmlformats.org/officeDocument/2006/relationships/customXml" Target="../ink/ink1027.xml"/><Relationship Id="rId96" Type="http://schemas.openxmlformats.org/officeDocument/2006/relationships/customXml" Target="../ink/ink1026.xml"/><Relationship Id="rId95" Type="http://schemas.openxmlformats.org/officeDocument/2006/relationships/customXml" Target="../ink/ink1025.xml"/><Relationship Id="rId94" Type="http://schemas.openxmlformats.org/officeDocument/2006/relationships/customXml" Target="../ink/ink1024.xml"/><Relationship Id="rId93" Type="http://schemas.openxmlformats.org/officeDocument/2006/relationships/customXml" Target="../ink/ink1023.xml"/><Relationship Id="rId92" Type="http://schemas.openxmlformats.org/officeDocument/2006/relationships/customXml" Target="../ink/ink1022.xml"/><Relationship Id="rId91" Type="http://schemas.openxmlformats.org/officeDocument/2006/relationships/customXml" Target="../ink/ink1021.xml"/><Relationship Id="rId90" Type="http://schemas.openxmlformats.org/officeDocument/2006/relationships/customXml" Target="../ink/ink1020.xml"/><Relationship Id="rId9" Type="http://schemas.openxmlformats.org/officeDocument/2006/relationships/customXml" Target="../ink/ink939.xml"/><Relationship Id="rId89" Type="http://schemas.openxmlformats.org/officeDocument/2006/relationships/customXml" Target="../ink/ink1019.xml"/><Relationship Id="rId88" Type="http://schemas.openxmlformats.org/officeDocument/2006/relationships/customXml" Target="../ink/ink1018.xml"/><Relationship Id="rId87" Type="http://schemas.openxmlformats.org/officeDocument/2006/relationships/customXml" Target="../ink/ink1017.xml"/><Relationship Id="rId86" Type="http://schemas.openxmlformats.org/officeDocument/2006/relationships/customXml" Target="../ink/ink1016.xml"/><Relationship Id="rId85" Type="http://schemas.openxmlformats.org/officeDocument/2006/relationships/customXml" Target="../ink/ink1015.xml"/><Relationship Id="rId84" Type="http://schemas.openxmlformats.org/officeDocument/2006/relationships/customXml" Target="../ink/ink1014.xml"/><Relationship Id="rId83" Type="http://schemas.openxmlformats.org/officeDocument/2006/relationships/customXml" Target="../ink/ink1013.xml"/><Relationship Id="rId82" Type="http://schemas.openxmlformats.org/officeDocument/2006/relationships/customXml" Target="../ink/ink1012.xml"/><Relationship Id="rId81" Type="http://schemas.openxmlformats.org/officeDocument/2006/relationships/customXml" Target="../ink/ink1011.xml"/><Relationship Id="rId80" Type="http://schemas.openxmlformats.org/officeDocument/2006/relationships/customXml" Target="../ink/ink1010.xml"/><Relationship Id="rId8" Type="http://schemas.openxmlformats.org/officeDocument/2006/relationships/customXml" Target="../ink/ink938.xml"/><Relationship Id="rId79" Type="http://schemas.openxmlformats.org/officeDocument/2006/relationships/customXml" Target="../ink/ink1009.xml"/><Relationship Id="rId78" Type="http://schemas.openxmlformats.org/officeDocument/2006/relationships/customXml" Target="../ink/ink1008.xml"/><Relationship Id="rId77" Type="http://schemas.openxmlformats.org/officeDocument/2006/relationships/customXml" Target="../ink/ink1007.xml"/><Relationship Id="rId76" Type="http://schemas.openxmlformats.org/officeDocument/2006/relationships/customXml" Target="../ink/ink1006.xml"/><Relationship Id="rId75" Type="http://schemas.openxmlformats.org/officeDocument/2006/relationships/customXml" Target="../ink/ink1005.xml"/><Relationship Id="rId74" Type="http://schemas.openxmlformats.org/officeDocument/2006/relationships/customXml" Target="../ink/ink1004.xml"/><Relationship Id="rId73" Type="http://schemas.openxmlformats.org/officeDocument/2006/relationships/customXml" Target="../ink/ink1003.xml"/><Relationship Id="rId72" Type="http://schemas.openxmlformats.org/officeDocument/2006/relationships/customXml" Target="../ink/ink1002.xml"/><Relationship Id="rId71" Type="http://schemas.openxmlformats.org/officeDocument/2006/relationships/customXml" Target="../ink/ink1001.xml"/><Relationship Id="rId70" Type="http://schemas.openxmlformats.org/officeDocument/2006/relationships/customXml" Target="../ink/ink1000.xml"/><Relationship Id="rId7" Type="http://schemas.openxmlformats.org/officeDocument/2006/relationships/customXml" Target="../ink/ink937.xml"/><Relationship Id="rId69" Type="http://schemas.openxmlformats.org/officeDocument/2006/relationships/customXml" Target="../ink/ink999.xml"/><Relationship Id="rId68" Type="http://schemas.openxmlformats.org/officeDocument/2006/relationships/customXml" Target="../ink/ink998.xml"/><Relationship Id="rId67" Type="http://schemas.openxmlformats.org/officeDocument/2006/relationships/customXml" Target="../ink/ink997.xml"/><Relationship Id="rId66" Type="http://schemas.openxmlformats.org/officeDocument/2006/relationships/customXml" Target="../ink/ink996.xml"/><Relationship Id="rId65" Type="http://schemas.openxmlformats.org/officeDocument/2006/relationships/customXml" Target="../ink/ink995.xml"/><Relationship Id="rId64" Type="http://schemas.openxmlformats.org/officeDocument/2006/relationships/customXml" Target="../ink/ink994.xml"/><Relationship Id="rId63" Type="http://schemas.openxmlformats.org/officeDocument/2006/relationships/customXml" Target="../ink/ink993.xml"/><Relationship Id="rId62" Type="http://schemas.openxmlformats.org/officeDocument/2006/relationships/customXml" Target="../ink/ink992.xml"/><Relationship Id="rId61" Type="http://schemas.openxmlformats.org/officeDocument/2006/relationships/customXml" Target="../ink/ink991.xml"/><Relationship Id="rId60" Type="http://schemas.openxmlformats.org/officeDocument/2006/relationships/customXml" Target="../ink/ink990.xml"/><Relationship Id="rId6" Type="http://schemas.openxmlformats.org/officeDocument/2006/relationships/customXml" Target="../ink/ink936.xml"/><Relationship Id="rId59" Type="http://schemas.openxmlformats.org/officeDocument/2006/relationships/customXml" Target="../ink/ink989.xml"/><Relationship Id="rId58" Type="http://schemas.openxmlformats.org/officeDocument/2006/relationships/customXml" Target="../ink/ink988.xml"/><Relationship Id="rId57" Type="http://schemas.openxmlformats.org/officeDocument/2006/relationships/customXml" Target="../ink/ink987.xml"/><Relationship Id="rId56" Type="http://schemas.openxmlformats.org/officeDocument/2006/relationships/customXml" Target="../ink/ink986.xml"/><Relationship Id="rId55" Type="http://schemas.openxmlformats.org/officeDocument/2006/relationships/customXml" Target="../ink/ink985.xml"/><Relationship Id="rId54" Type="http://schemas.openxmlformats.org/officeDocument/2006/relationships/customXml" Target="../ink/ink984.xml"/><Relationship Id="rId53" Type="http://schemas.openxmlformats.org/officeDocument/2006/relationships/customXml" Target="../ink/ink983.xml"/><Relationship Id="rId52" Type="http://schemas.openxmlformats.org/officeDocument/2006/relationships/customXml" Target="../ink/ink982.xml"/><Relationship Id="rId51" Type="http://schemas.openxmlformats.org/officeDocument/2006/relationships/customXml" Target="../ink/ink981.xml"/><Relationship Id="rId50" Type="http://schemas.openxmlformats.org/officeDocument/2006/relationships/customXml" Target="../ink/ink980.xml"/><Relationship Id="rId5" Type="http://schemas.openxmlformats.org/officeDocument/2006/relationships/customXml" Target="../ink/ink935.xml"/><Relationship Id="rId49" Type="http://schemas.openxmlformats.org/officeDocument/2006/relationships/customXml" Target="../ink/ink979.xml"/><Relationship Id="rId48" Type="http://schemas.openxmlformats.org/officeDocument/2006/relationships/customXml" Target="../ink/ink978.xml"/><Relationship Id="rId47" Type="http://schemas.openxmlformats.org/officeDocument/2006/relationships/customXml" Target="../ink/ink977.xml"/><Relationship Id="rId46" Type="http://schemas.openxmlformats.org/officeDocument/2006/relationships/customXml" Target="../ink/ink976.xml"/><Relationship Id="rId45" Type="http://schemas.openxmlformats.org/officeDocument/2006/relationships/customXml" Target="../ink/ink975.xml"/><Relationship Id="rId44" Type="http://schemas.openxmlformats.org/officeDocument/2006/relationships/customXml" Target="../ink/ink974.xml"/><Relationship Id="rId43" Type="http://schemas.openxmlformats.org/officeDocument/2006/relationships/customXml" Target="../ink/ink973.xml"/><Relationship Id="rId42" Type="http://schemas.openxmlformats.org/officeDocument/2006/relationships/customXml" Target="../ink/ink972.xml"/><Relationship Id="rId41" Type="http://schemas.openxmlformats.org/officeDocument/2006/relationships/customXml" Target="../ink/ink971.xml"/><Relationship Id="rId40" Type="http://schemas.openxmlformats.org/officeDocument/2006/relationships/customXml" Target="../ink/ink970.xml"/><Relationship Id="rId4" Type="http://schemas.openxmlformats.org/officeDocument/2006/relationships/customXml" Target="../ink/ink934.xml"/><Relationship Id="rId39" Type="http://schemas.openxmlformats.org/officeDocument/2006/relationships/customXml" Target="../ink/ink969.xml"/><Relationship Id="rId38" Type="http://schemas.openxmlformats.org/officeDocument/2006/relationships/customXml" Target="../ink/ink968.xml"/><Relationship Id="rId37" Type="http://schemas.openxmlformats.org/officeDocument/2006/relationships/customXml" Target="../ink/ink967.xml"/><Relationship Id="rId36" Type="http://schemas.openxmlformats.org/officeDocument/2006/relationships/customXml" Target="../ink/ink966.xml"/><Relationship Id="rId35" Type="http://schemas.openxmlformats.org/officeDocument/2006/relationships/customXml" Target="../ink/ink965.xml"/><Relationship Id="rId34" Type="http://schemas.openxmlformats.org/officeDocument/2006/relationships/customXml" Target="../ink/ink964.xml"/><Relationship Id="rId33" Type="http://schemas.openxmlformats.org/officeDocument/2006/relationships/customXml" Target="../ink/ink963.xml"/><Relationship Id="rId32" Type="http://schemas.openxmlformats.org/officeDocument/2006/relationships/customXml" Target="../ink/ink962.xml"/><Relationship Id="rId315" Type="http://schemas.openxmlformats.org/officeDocument/2006/relationships/slideLayout" Target="../slideLayouts/slideLayout16.xml"/><Relationship Id="rId314" Type="http://schemas.openxmlformats.org/officeDocument/2006/relationships/tags" Target="../tags/tag48.xml"/><Relationship Id="rId313" Type="http://schemas.openxmlformats.org/officeDocument/2006/relationships/customXml" Target="../ink/ink1243.xml"/><Relationship Id="rId312" Type="http://schemas.openxmlformats.org/officeDocument/2006/relationships/customXml" Target="../ink/ink1242.xml"/><Relationship Id="rId311" Type="http://schemas.openxmlformats.org/officeDocument/2006/relationships/customXml" Target="../ink/ink1241.xml"/><Relationship Id="rId310" Type="http://schemas.openxmlformats.org/officeDocument/2006/relationships/customXml" Target="../ink/ink1240.xml"/><Relationship Id="rId31" Type="http://schemas.openxmlformats.org/officeDocument/2006/relationships/customXml" Target="../ink/ink961.xml"/><Relationship Id="rId309" Type="http://schemas.openxmlformats.org/officeDocument/2006/relationships/customXml" Target="../ink/ink1239.xml"/><Relationship Id="rId308" Type="http://schemas.openxmlformats.org/officeDocument/2006/relationships/customXml" Target="../ink/ink1238.xml"/><Relationship Id="rId307" Type="http://schemas.openxmlformats.org/officeDocument/2006/relationships/customXml" Target="../ink/ink1237.xml"/><Relationship Id="rId306" Type="http://schemas.openxmlformats.org/officeDocument/2006/relationships/customXml" Target="../ink/ink1236.xml"/><Relationship Id="rId305" Type="http://schemas.openxmlformats.org/officeDocument/2006/relationships/customXml" Target="../ink/ink1235.xml"/><Relationship Id="rId304" Type="http://schemas.openxmlformats.org/officeDocument/2006/relationships/customXml" Target="../ink/ink1234.xml"/><Relationship Id="rId303" Type="http://schemas.openxmlformats.org/officeDocument/2006/relationships/customXml" Target="../ink/ink1233.xml"/><Relationship Id="rId302" Type="http://schemas.openxmlformats.org/officeDocument/2006/relationships/customXml" Target="../ink/ink1232.xml"/><Relationship Id="rId301" Type="http://schemas.openxmlformats.org/officeDocument/2006/relationships/customXml" Target="../ink/ink1231.xml"/><Relationship Id="rId300" Type="http://schemas.openxmlformats.org/officeDocument/2006/relationships/customXml" Target="../ink/ink1230.xml"/><Relationship Id="rId30" Type="http://schemas.openxmlformats.org/officeDocument/2006/relationships/customXml" Target="../ink/ink960.xml"/><Relationship Id="rId3" Type="http://schemas.openxmlformats.org/officeDocument/2006/relationships/customXml" Target="../ink/ink933.xml"/><Relationship Id="rId299" Type="http://schemas.openxmlformats.org/officeDocument/2006/relationships/customXml" Target="../ink/ink1229.xml"/><Relationship Id="rId298" Type="http://schemas.openxmlformats.org/officeDocument/2006/relationships/customXml" Target="../ink/ink1228.xml"/><Relationship Id="rId297" Type="http://schemas.openxmlformats.org/officeDocument/2006/relationships/customXml" Target="../ink/ink1227.xml"/><Relationship Id="rId296" Type="http://schemas.openxmlformats.org/officeDocument/2006/relationships/customXml" Target="../ink/ink1226.xml"/><Relationship Id="rId295" Type="http://schemas.openxmlformats.org/officeDocument/2006/relationships/customXml" Target="../ink/ink1225.xml"/><Relationship Id="rId294" Type="http://schemas.openxmlformats.org/officeDocument/2006/relationships/customXml" Target="../ink/ink1224.xml"/><Relationship Id="rId293" Type="http://schemas.openxmlformats.org/officeDocument/2006/relationships/customXml" Target="../ink/ink1223.xml"/><Relationship Id="rId292" Type="http://schemas.openxmlformats.org/officeDocument/2006/relationships/customXml" Target="../ink/ink1222.xml"/><Relationship Id="rId291" Type="http://schemas.openxmlformats.org/officeDocument/2006/relationships/customXml" Target="../ink/ink1221.xml"/><Relationship Id="rId290" Type="http://schemas.openxmlformats.org/officeDocument/2006/relationships/customXml" Target="../ink/ink1220.xml"/><Relationship Id="rId29" Type="http://schemas.openxmlformats.org/officeDocument/2006/relationships/customXml" Target="../ink/ink959.xml"/><Relationship Id="rId289" Type="http://schemas.openxmlformats.org/officeDocument/2006/relationships/customXml" Target="../ink/ink1219.xml"/><Relationship Id="rId288" Type="http://schemas.openxmlformats.org/officeDocument/2006/relationships/customXml" Target="../ink/ink1218.xml"/><Relationship Id="rId287" Type="http://schemas.openxmlformats.org/officeDocument/2006/relationships/customXml" Target="../ink/ink1217.xml"/><Relationship Id="rId286" Type="http://schemas.openxmlformats.org/officeDocument/2006/relationships/customXml" Target="../ink/ink1216.xml"/><Relationship Id="rId285" Type="http://schemas.openxmlformats.org/officeDocument/2006/relationships/customXml" Target="../ink/ink1215.xml"/><Relationship Id="rId284" Type="http://schemas.openxmlformats.org/officeDocument/2006/relationships/customXml" Target="../ink/ink1214.xml"/><Relationship Id="rId283" Type="http://schemas.openxmlformats.org/officeDocument/2006/relationships/customXml" Target="../ink/ink1213.xml"/><Relationship Id="rId282" Type="http://schemas.openxmlformats.org/officeDocument/2006/relationships/customXml" Target="../ink/ink1212.xml"/><Relationship Id="rId281" Type="http://schemas.openxmlformats.org/officeDocument/2006/relationships/customXml" Target="../ink/ink1211.xml"/><Relationship Id="rId280" Type="http://schemas.openxmlformats.org/officeDocument/2006/relationships/customXml" Target="../ink/ink1210.xml"/><Relationship Id="rId28" Type="http://schemas.openxmlformats.org/officeDocument/2006/relationships/customXml" Target="../ink/ink958.xml"/><Relationship Id="rId279" Type="http://schemas.openxmlformats.org/officeDocument/2006/relationships/customXml" Target="../ink/ink1209.xml"/><Relationship Id="rId278" Type="http://schemas.openxmlformats.org/officeDocument/2006/relationships/customXml" Target="../ink/ink1208.xml"/><Relationship Id="rId277" Type="http://schemas.openxmlformats.org/officeDocument/2006/relationships/customXml" Target="../ink/ink1207.xml"/><Relationship Id="rId276" Type="http://schemas.openxmlformats.org/officeDocument/2006/relationships/customXml" Target="../ink/ink1206.xml"/><Relationship Id="rId275" Type="http://schemas.openxmlformats.org/officeDocument/2006/relationships/customXml" Target="../ink/ink1205.xml"/><Relationship Id="rId274" Type="http://schemas.openxmlformats.org/officeDocument/2006/relationships/customXml" Target="../ink/ink1204.xml"/><Relationship Id="rId273" Type="http://schemas.openxmlformats.org/officeDocument/2006/relationships/customXml" Target="../ink/ink1203.xml"/><Relationship Id="rId272" Type="http://schemas.openxmlformats.org/officeDocument/2006/relationships/customXml" Target="../ink/ink1202.xml"/><Relationship Id="rId271" Type="http://schemas.openxmlformats.org/officeDocument/2006/relationships/customXml" Target="../ink/ink1201.xml"/><Relationship Id="rId270" Type="http://schemas.openxmlformats.org/officeDocument/2006/relationships/customXml" Target="../ink/ink1200.xml"/><Relationship Id="rId27" Type="http://schemas.openxmlformats.org/officeDocument/2006/relationships/customXml" Target="../ink/ink957.xml"/><Relationship Id="rId269" Type="http://schemas.openxmlformats.org/officeDocument/2006/relationships/customXml" Target="../ink/ink1199.xml"/><Relationship Id="rId268" Type="http://schemas.openxmlformats.org/officeDocument/2006/relationships/customXml" Target="../ink/ink1198.xml"/><Relationship Id="rId267" Type="http://schemas.openxmlformats.org/officeDocument/2006/relationships/customXml" Target="../ink/ink1197.xml"/><Relationship Id="rId266" Type="http://schemas.openxmlformats.org/officeDocument/2006/relationships/customXml" Target="../ink/ink1196.xml"/><Relationship Id="rId265" Type="http://schemas.openxmlformats.org/officeDocument/2006/relationships/customXml" Target="../ink/ink1195.xml"/><Relationship Id="rId264" Type="http://schemas.openxmlformats.org/officeDocument/2006/relationships/customXml" Target="../ink/ink1194.xml"/><Relationship Id="rId263" Type="http://schemas.openxmlformats.org/officeDocument/2006/relationships/customXml" Target="../ink/ink1193.xml"/><Relationship Id="rId262" Type="http://schemas.openxmlformats.org/officeDocument/2006/relationships/customXml" Target="../ink/ink1192.xml"/><Relationship Id="rId261" Type="http://schemas.openxmlformats.org/officeDocument/2006/relationships/customXml" Target="../ink/ink1191.xml"/><Relationship Id="rId260" Type="http://schemas.openxmlformats.org/officeDocument/2006/relationships/customXml" Target="../ink/ink1190.xml"/><Relationship Id="rId26" Type="http://schemas.openxmlformats.org/officeDocument/2006/relationships/customXml" Target="../ink/ink956.xml"/><Relationship Id="rId259" Type="http://schemas.openxmlformats.org/officeDocument/2006/relationships/customXml" Target="../ink/ink1189.xml"/><Relationship Id="rId258" Type="http://schemas.openxmlformats.org/officeDocument/2006/relationships/customXml" Target="../ink/ink1188.xml"/><Relationship Id="rId257" Type="http://schemas.openxmlformats.org/officeDocument/2006/relationships/customXml" Target="../ink/ink1187.xml"/><Relationship Id="rId256" Type="http://schemas.openxmlformats.org/officeDocument/2006/relationships/customXml" Target="../ink/ink1186.xml"/><Relationship Id="rId255" Type="http://schemas.openxmlformats.org/officeDocument/2006/relationships/customXml" Target="../ink/ink1185.xml"/><Relationship Id="rId254" Type="http://schemas.openxmlformats.org/officeDocument/2006/relationships/customXml" Target="../ink/ink1184.xml"/><Relationship Id="rId253" Type="http://schemas.openxmlformats.org/officeDocument/2006/relationships/customXml" Target="../ink/ink1183.xml"/><Relationship Id="rId252" Type="http://schemas.openxmlformats.org/officeDocument/2006/relationships/customXml" Target="../ink/ink1182.xml"/><Relationship Id="rId251" Type="http://schemas.openxmlformats.org/officeDocument/2006/relationships/customXml" Target="../ink/ink1181.xml"/><Relationship Id="rId250" Type="http://schemas.openxmlformats.org/officeDocument/2006/relationships/customXml" Target="../ink/ink1180.xml"/><Relationship Id="rId25" Type="http://schemas.openxmlformats.org/officeDocument/2006/relationships/customXml" Target="../ink/ink955.xml"/><Relationship Id="rId249" Type="http://schemas.openxmlformats.org/officeDocument/2006/relationships/customXml" Target="../ink/ink1179.xml"/><Relationship Id="rId248" Type="http://schemas.openxmlformats.org/officeDocument/2006/relationships/customXml" Target="../ink/ink1178.xml"/><Relationship Id="rId247" Type="http://schemas.openxmlformats.org/officeDocument/2006/relationships/customXml" Target="../ink/ink1177.xml"/><Relationship Id="rId246" Type="http://schemas.openxmlformats.org/officeDocument/2006/relationships/customXml" Target="../ink/ink1176.xml"/><Relationship Id="rId245" Type="http://schemas.openxmlformats.org/officeDocument/2006/relationships/customXml" Target="../ink/ink1175.xml"/><Relationship Id="rId244" Type="http://schemas.openxmlformats.org/officeDocument/2006/relationships/customXml" Target="../ink/ink1174.xml"/><Relationship Id="rId243" Type="http://schemas.openxmlformats.org/officeDocument/2006/relationships/customXml" Target="../ink/ink1173.xml"/><Relationship Id="rId242" Type="http://schemas.openxmlformats.org/officeDocument/2006/relationships/customXml" Target="../ink/ink1172.xml"/><Relationship Id="rId241" Type="http://schemas.openxmlformats.org/officeDocument/2006/relationships/customXml" Target="../ink/ink1171.xml"/><Relationship Id="rId240" Type="http://schemas.openxmlformats.org/officeDocument/2006/relationships/customXml" Target="../ink/ink1170.xml"/><Relationship Id="rId24" Type="http://schemas.openxmlformats.org/officeDocument/2006/relationships/customXml" Target="../ink/ink954.xml"/><Relationship Id="rId239" Type="http://schemas.openxmlformats.org/officeDocument/2006/relationships/customXml" Target="../ink/ink1169.xml"/><Relationship Id="rId238" Type="http://schemas.openxmlformats.org/officeDocument/2006/relationships/customXml" Target="../ink/ink1168.xml"/><Relationship Id="rId237" Type="http://schemas.openxmlformats.org/officeDocument/2006/relationships/customXml" Target="../ink/ink1167.xml"/><Relationship Id="rId236" Type="http://schemas.openxmlformats.org/officeDocument/2006/relationships/customXml" Target="../ink/ink1166.xml"/><Relationship Id="rId235" Type="http://schemas.openxmlformats.org/officeDocument/2006/relationships/customXml" Target="../ink/ink1165.xml"/><Relationship Id="rId234" Type="http://schemas.openxmlformats.org/officeDocument/2006/relationships/customXml" Target="../ink/ink1164.xml"/><Relationship Id="rId233" Type="http://schemas.openxmlformats.org/officeDocument/2006/relationships/customXml" Target="../ink/ink1163.xml"/><Relationship Id="rId232" Type="http://schemas.openxmlformats.org/officeDocument/2006/relationships/customXml" Target="../ink/ink1162.xml"/><Relationship Id="rId231" Type="http://schemas.openxmlformats.org/officeDocument/2006/relationships/customXml" Target="../ink/ink1161.xml"/><Relationship Id="rId230" Type="http://schemas.openxmlformats.org/officeDocument/2006/relationships/customXml" Target="../ink/ink1160.xml"/><Relationship Id="rId23" Type="http://schemas.openxmlformats.org/officeDocument/2006/relationships/customXml" Target="../ink/ink953.xml"/><Relationship Id="rId229" Type="http://schemas.openxmlformats.org/officeDocument/2006/relationships/customXml" Target="../ink/ink1159.xml"/><Relationship Id="rId228" Type="http://schemas.openxmlformats.org/officeDocument/2006/relationships/customXml" Target="../ink/ink1158.xml"/><Relationship Id="rId227" Type="http://schemas.openxmlformats.org/officeDocument/2006/relationships/customXml" Target="../ink/ink1157.xml"/><Relationship Id="rId226" Type="http://schemas.openxmlformats.org/officeDocument/2006/relationships/customXml" Target="../ink/ink1156.xml"/><Relationship Id="rId225" Type="http://schemas.openxmlformats.org/officeDocument/2006/relationships/customXml" Target="../ink/ink1155.xml"/><Relationship Id="rId224" Type="http://schemas.openxmlformats.org/officeDocument/2006/relationships/customXml" Target="../ink/ink1154.xml"/><Relationship Id="rId223" Type="http://schemas.openxmlformats.org/officeDocument/2006/relationships/customXml" Target="../ink/ink1153.xml"/><Relationship Id="rId222" Type="http://schemas.openxmlformats.org/officeDocument/2006/relationships/customXml" Target="../ink/ink1152.xml"/><Relationship Id="rId221" Type="http://schemas.openxmlformats.org/officeDocument/2006/relationships/customXml" Target="../ink/ink1151.xml"/><Relationship Id="rId220" Type="http://schemas.openxmlformats.org/officeDocument/2006/relationships/customXml" Target="../ink/ink1150.xml"/><Relationship Id="rId22" Type="http://schemas.openxmlformats.org/officeDocument/2006/relationships/customXml" Target="../ink/ink952.xml"/><Relationship Id="rId219" Type="http://schemas.openxmlformats.org/officeDocument/2006/relationships/customXml" Target="../ink/ink1149.xml"/><Relationship Id="rId218" Type="http://schemas.openxmlformats.org/officeDocument/2006/relationships/customXml" Target="../ink/ink1148.xml"/><Relationship Id="rId217" Type="http://schemas.openxmlformats.org/officeDocument/2006/relationships/customXml" Target="../ink/ink1147.xml"/><Relationship Id="rId216" Type="http://schemas.openxmlformats.org/officeDocument/2006/relationships/customXml" Target="../ink/ink1146.xml"/><Relationship Id="rId215" Type="http://schemas.openxmlformats.org/officeDocument/2006/relationships/customXml" Target="../ink/ink1145.xml"/><Relationship Id="rId214" Type="http://schemas.openxmlformats.org/officeDocument/2006/relationships/customXml" Target="../ink/ink1144.xml"/><Relationship Id="rId213" Type="http://schemas.openxmlformats.org/officeDocument/2006/relationships/customXml" Target="../ink/ink1143.xml"/><Relationship Id="rId212" Type="http://schemas.openxmlformats.org/officeDocument/2006/relationships/customXml" Target="../ink/ink1142.xml"/><Relationship Id="rId211" Type="http://schemas.openxmlformats.org/officeDocument/2006/relationships/customXml" Target="../ink/ink1141.xml"/><Relationship Id="rId210" Type="http://schemas.openxmlformats.org/officeDocument/2006/relationships/customXml" Target="../ink/ink1140.xml"/><Relationship Id="rId21" Type="http://schemas.openxmlformats.org/officeDocument/2006/relationships/customXml" Target="../ink/ink951.xml"/><Relationship Id="rId209" Type="http://schemas.openxmlformats.org/officeDocument/2006/relationships/customXml" Target="../ink/ink1139.xml"/><Relationship Id="rId208" Type="http://schemas.openxmlformats.org/officeDocument/2006/relationships/customXml" Target="../ink/ink1138.xml"/><Relationship Id="rId207" Type="http://schemas.openxmlformats.org/officeDocument/2006/relationships/customXml" Target="../ink/ink1137.xml"/><Relationship Id="rId206" Type="http://schemas.openxmlformats.org/officeDocument/2006/relationships/customXml" Target="../ink/ink1136.xml"/><Relationship Id="rId205" Type="http://schemas.openxmlformats.org/officeDocument/2006/relationships/customXml" Target="../ink/ink1135.xml"/><Relationship Id="rId204" Type="http://schemas.openxmlformats.org/officeDocument/2006/relationships/customXml" Target="../ink/ink1134.xml"/><Relationship Id="rId203" Type="http://schemas.openxmlformats.org/officeDocument/2006/relationships/customXml" Target="../ink/ink1133.xml"/><Relationship Id="rId202" Type="http://schemas.openxmlformats.org/officeDocument/2006/relationships/customXml" Target="../ink/ink1132.xml"/><Relationship Id="rId201" Type="http://schemas.openxmlformats.org/officeDocument/2006/relationships/customXml" Target="../ink/ink1131.xml"/><Relationship Id="rId200" Type="http://schemas.openxmlformats.org/officeDocument/2006/relationships/customXml" Target="../ink/ink1130.xml"/><Relationship Id="rId20" Type="http://schemas.openxmlformats.org/officeDocument/2006/relationships/customXml" Target="../ink/ink950.xml"/><Relationship Id="rId2" Type="http://schemas.openxmlformats.org/officeDocument/2006/relationships/customXml" Target="../ink/ink932.xml"/><Relationship Id="rId199" Type="http://schemas.openxmlformats.org/officeDocument/2006/relationships/customXml" Target="../ink/ink1129.xml"/><Relationship Id="rId198" Type="http://schemas.openxmlformats.org/officeDocument/2006/relationships/customXml" Target="../ink/ink1128.xml"/><Relationship Id="rId197" Type="http://schemas.openxmlformats.org/officeDocument/2006/relationships/customXml" Target="../ink/ink1127.xml"/><Relationship Id="rId196" Type="http://schemas.openxmlformats.org/officeDocument/2006/relationships/customXml" Target="../ink/ink1126.xml"/><Relationship Id="rId195" Type="http://schemas.openxmlformats.org/officeDocument/2006/relationships/customXml" Target="../ink/ink1125.xml"/><Relationship Id="rId194" Type="http://schemas.openxmlformats.org/officeDocument/2006/relationships/customXml" Target="../ink/ink1124.xml"/><Relationship Id="rId193" Type="http://schemas.openxmlformats.org/officeDocument/2006/relationships/customXml" Target="../ink/ink1123.xml"/><Relationship Id="rId192" Type="http://schemas.openxmlformats.org/officeDocument/2006/relationships/customXml" Target="../ink/ink1122.xml"/><Relationship Id="rId191" Type="http://schemas.openxmlformats.org/officeDocument/2006/relationships/customXml" Target="../ink/ink1121.xml"/><Relationship Id="rId190" Type="http://schemas.openxmlformats.org/officeDocument/2006/relationships/customXml" Target="../ink/ink1120.xml"/><Relationship Id="rId19" Type="http://schemas.openxmlformats.org/officeDocument/2006/relationships/customXml" Target="../ink/ink949.xml"/><Relationship Id="rId189" Type="http://schemas.openxmlformats.org/officeDocument/2006/relationships/customXml" Target="../ink/ink1119.xml"/><Relationship Id="rId188" Type="http://schemas.openxmlformats.org/officeDocument/2006/relationships/customXml" Target="../ink/ink1118.xml"/><Relationship Id="rId187" Type="http://schemas.openxmlformats.org/officeDocument/2006/relationships/customXml" Target="../ink/ink1117.xml"/><Relationship Id="rId186" Type="http://schemas.openxmlformats.org/officeDocument/2006/relationships/customXml" Target="../ink/ink1116.xml"/><Relationship Id="rId185" Type="http://schemas.openxmlformats.org/officeDocument/2006/relationships/customXml" Target="../ink/ink1115.xml"/><Relationship Id="rId184" Type="http://schemas.openxmlformats.org/officeDocument/2006/relationships/customXml" Target="../ink/ink1114.xml"/><Relationship Id="rId183" Type="http://schemas.openxmlformats.org/officeDocument/2006/relationships/customXml" Target="../ink/ink1113.xml"/><Relationship Id="rId182" Type="http://schemas.openxmlformats.org/officeDocument/2006/relationships/customXml" Target="../ink/ink1112.xml"/><Relationship Id="rId181" Type="http://schemas.openxmlformats.org/officeDocument/2006/relationships/customXml" Target="../ink/ink1111.xml"/><Relationship Id="rId180" Type="http://schemas.openxmlformats.org/officeDocument/2006/relationships/customXml" Target="../ink/ink1110.xml"/><Relationship Id="rId18" Type="http://schemas.openxmlformats.org/officeDocument/2006/relationships/customXml" Target="../ink/ink948.xml"/><Relationship Id="rId179" Type="http://schemas.openxmlformats.org/officeDocument/2006/relationships/customXml" Target="../ink/ink1109.xml"/><Relationship Id="rId178" Type="http://schemas.openxmlformats.org/officeDocument/2006/relationships/customXml" Target="../ink/ink1108.xml"/><Relationship Id="rId177" Type="http://schemas.openxmlformats.org/officeDocument/2006/relationships/customXml" Target="../ink/ink1107.xml"/><Relationship Id="rId176" Type="http://schemas.openxmlformats.org/officeDocument/2006/relationships/customXml" Target="../ink/ink1106.xml"/><Relationship Id="rId175" Type="http://schemas.openxmlformats.org/officeDocument/2006/relationships/customXml" Target="../ink/ink1105.xml"/><Relationship Id="rId174" Type="http://schemas.openxmlformats.org/officeDocument/2006/relationships/customXml" Target="../ink/ink1104.xml"/><Relationship Id="rId173" Type="http://schemas.openxmlformats.org/officeDocument/2006/relationships/customXml" Target="../ink/ink1103.xml"/><Relationship Id="rId172" Type="http://schemas.openxmlformats.org/officeDocument/2006/relationships/customXml" Target="../ink/ink1102.xml"/><Relationship Id="rId171" Type="http://schemas.openxmlformats.org/officeDocument/2006/relationships/customXml" Target="../ink/ink1101.xml"/><Relationship Id="rId170" Type="http://schemas.openxmlformats.org/officeDocument/2006/relationships/customXml" Target="../ink/ink1100.xml"/><Relationship Id="rId17" Type="http://schemas.openxmlformats.org/officeDocument/2006/relationships/customXml" Target="../ink/ink947.xml"/><Relationship Id="rId169" Type="http://schemas.openxmlformats.org/officeDocument/2006/relationships/customXml" Target="../ink/ink1099.xml"/><Relationship Id="rId168" Type="http://schemas.openxmlformats.org/officeDocument/2006/relationships/customXml" Target="../ink/ink1098.xml"/><Relationship Id="rId167" Type="http://schemas.openxmlformats.org/officeDocument/2006/relationships/customXml" Target="../ink/ink1097.xml"/><Relationship Id="rId166" Type="http://schemas.openxmlformats.org/officeDocument/2006/relationships/customXml" Target="../ink/ink1096.xml"/><Relationship Id="rId165" Type="http://schemas.openxmlformats.org/officeDocument/2006/relationships/customXml" Target="../ink/ink1095.xml"/><Relationship Id="rId164" Type="http://schemas.openxmlformats.org/officeDocument/2006/relationships/customXml" Target="../ink/ink1094.xml"/><Relationship Id="rId163" Type="http://schemas.openxmlformats.org/officeDocument/2006/relationships/customXml" Target="../ink/ink1093.xml"/><Relationship Id="rId162" Type="http://schemas.openxmlformats.org/officeDocument/2006/relationships/customXml" Target="../ink/ink1092.xml"/><Relationship Id="rId161" Type="http://schemas.openxmlformats.org/officeDocument/2006/relationships/customXml" Target="../ink/ink1091.xml"/><Relationship Id="rId160" Type="http://schemas.openxmlformats.org/officeDocument/2006/relationships/customXml" Target="../ink/ink1090.xml"/><Relationship Id="rId16" Type="http://schemas.openxmlformats.org/officeDocument/2006/relationships/customXml" Target="../ink/ink946.xml"/><Relationship Id="rId159" Type="http://schemas.openxmlformats.org/officeDocument/2006/relationships/customXml" Target="../ink/ink1089.xml"/><Relationship Id="rId158" Type="http://schemas.openxmlformats.org/officeDocument/2006/relationships/customXml" Target="../ink/ink1088.xml"/><Relationship Id="rId157" Type="http://schemas.openxmlformats.org/officeDocument/2006/relationships/customXml" Target="../ink/ink1087.xml"/><Relationship Id="rId156" Type="http://schemas.openxmlformats.org/officeDocument/2006/relationships/customXml" Target="../ink/ink1086.xml"/><Relationship Id="rId155" Type="http://schemas.openxmlformats.org/officeDocument/2006/relationships/customXml" Target="../ink/ink1085.xml"/><Relationship Id="rId154" Type="http://schemas.openxmlformats.org/officeDocument/2006/relationships/customXml" Target="../ink/ink1084.xml"/><Relationship Id="rId153" Type="http://schemas.openxmlformats.org/officeDocument/2006/relationships/customXml" Target="../ink/ink1083.xml"/><Relationship Id="rId152" Type="http://schemas.openxmlformats.org/officeDocument/2006/relationships/customXml" Target="../ink/ink1082.xml"/><Relationship Id="rId151" Type="http://schemas.openxmlformats.org/officeDocument/2006/relationships/customXml" Target="../ink/ink1081.xml"/><Relationship Id="rId150" Type="http://schemas.openxmlformats.org/officeDocument/2006/relationships/customXml" Target="../ink/ink1080.xml"/><Relationship Id="rId15" Type="http://schemas.openxmlformats.org/officeDocument/2006/relationships/customXml" Target="../ink/ink945.xml"/><Relationship Id="rId149" Type="http://schemas.openxmlformats.org/officeDocument/2006/relationships/customXml" Target="../ink/ink1079.xml"/><Relationship Id="rId148" Type="http://schemas.openxmlformats.org/officeDocument/2006/relationships/customXml" Target="../ink/ink1078.xml"/><Relationship Id="rId147" Type="http://schemas.openxmlformats.org/officeDocument/2006/relationships/customXml" Target="../ink/ink1077.xml"/><Relationship Id="rId146" Type="http://schemas.openxmlformats.org/officeDocument/2006/relationships/customXml" Target="../ink/ink1076.xml"/><Relationship Id="rId145" Type="http://schemas.openxmlformats.org/officeDocument/2006/relationships/customXml" Target="../ink/ink1075.xml"/><Relationship Id="rId144" Type="http://schemas.openxmlformats.org/officeDocument/2006/relationships/customXml" Target="../ink/ink1074.xml"/><Relationship Id="rId143" Type="http://schemas.openxmlformats.org/officeDocument/2006/relationships/customXml" Target="../ink/ink1073.xml"/><Relationship Id="rId142" Type="http://schemas.openxmlformats.org/officeDocument/2006/relationships/customXml" Target="../ink/ink1072.xml"/><Relationship Id="rId141" Type="http://schemas.openxmlformats.org/officeDocument/2006/relationships/customXml" Target="../ink/ink1071.xml"/><Relationship Id="rId140" Type="http://schemas.openxmlformats.org/officeDocument/2006/relationships/customXml" Target="../ink/ink1070.xml"/><Relationship Id="rId14" Type="http://schemas.openxmlformats.org/officeDocument/2006/relationships/customXml" Target="../ink/ink944.xml"/><Relationship Id="rId139" Type="http://schemas.openxmlformats.org/officeDocument/2006/relationships/customXml" Target="../ink/ink1069.xml"/><Relationship Id="rId138" Type="http://schemas.openxmlformats.org/officeDocument/2006/relationships/customXml" Target="../ink/ink1068.xml"/><Relationship Id="rId137" Type="http://schemas.openxmlformats.org/officeDocument/2006/relationships/customXml" Target="../ink/ink1067.xml"/><Relationship Id="rId136" Type="http://schemas.openxmlformats.org/officeDocument/2006/relationships/customXml" Target="../ink/ink1066.xml"/><Relationship Id="rId135" Type="http://schemas.openxmlformats.org/officeDocument/2006/relationships/customXml" Target="../ink/ink1065.xml"/><Relationship Id="rId134" Type="http://schemas.openxmlformats.org/officeDocument/2006/relationships/customXml" Target="../ink/ink1064.xml"/><Relationship Id="rId133" Type="http://schemas.openxmlformats.org/officeDocument/2006/relationships/customXml" Target="../ink/ink1063.xml"/><Relationship Id="rId132" Type="http://schemas.openxmlformats.org/officeDocument/2006/relationships/customXml" Target="../ink/ink1062.xml"/><Relationship Id="rId131" Type="http://schemas.openxmlformats.org/officeDocument/2006/relationships/customXml" Target="../ink/ink1061.xml"/><Relationship Id="rId130" Type="http://schemas.openxmlformats.org/officeDocument/2006/relationships/customXml" Target="../ink/ink1060.xml"/><Relationship Id="rId13" Type="http://schemas.openxmlformats.org/officeDocument/2006/relationships/customXml" Target="../ink/ink943.xml"/><Relationship Id="rId129" Type="http://schemas.openxmlformats.org/officeDocument/2006/relationships/customXml" Target="../ink/ink1059.xml"/><Relationship Id="rId128" Type="http://schemas.openxmlformats.org/officeDocument/2006/relationships/customXml" Target="../ink/ink1058.xml"/><Relationship Id="rId127" Type="http://schemas.openxmlformats.org/officeDocument/2006/relationships/customXml" Target="../ink/ink1057.xml"/><Relationship Id="rId126" Type="http://schemas.openxmlformats.org/officeDocument/2006/relationships/customXml" Target="../ink/ink1056.xml"/><Relationship Id="rId125" Type="http://schemas.openxmlformats.org/officeDocument/2006/relationships/customXml" Target="../ink/ink1055.xml"/><Relationship Id="rId124" Type="http://schemas.openxmlformats.org/officeDocument/2006/relationships/customXml" Target="../ink/ink1054.xml"/><Relationship Id="rId123" Type="http://schemas.openxmlformats.org/officeDocument/2006/relationships/customXml" Target="../ink/ink1053.xml"/><Relationship Id="rId122" Type="http://schemas.openxmlformats.org/officeDocument/2006/relationships/customXml" Target="../ink/ink1052.xml"/><Relationship Id="rId121" Type="http://schemas.openxmlformats.org/officeDocument/2006/relationships/customXml" Target="../ink/ink1051.xml"/><Relationship Id="rId120" Type="http://schemas.openxmlformats.org/officeDocument/2006/relationships/customXml" Target="../ink/ink1050.xml"/><Relationship Id="rId12" Type="http://schemas.openxmlformats.org/officeDocument/2006/relationships/customXml" Target="../ink/ink942.xml"/><Relationship Id="rId119" Type="http://schemas.openxmlformats.org/officeDocument/2006/relationships/customXml" Target="../ink/ink1049.xml"/><Relationship Id="rId118" Type="http://schemas.openxmlformats.org/officeDocument/2006/relationships/customXml" Target="../ink/ink1048.xml"/><Relationship Id="rId117" Type="http://schemas.openxmlformats.org/officeDocument/2006/relationships/customXml" Target="../ink/ink1047.xml"/><Relationship Id="rId116" Type="http://schemas.openxmlformats.org/officeDocument/2006/relationships/customXml" Target="../ink/ink1046.xml"/><Relationship Id="rId115" Type="http://schemas.openxmlformats.org/officeDocument/2006/relationships/customXml" Target="../ink/ink1045.xml"/><Relationship Id="rId114" Type="http://schemas.openxmlformats.org/officeDocument/2006/relationships/customXml" Target="../ink/ink1044.xml"/><Relationship Id="rId113" Type="http://schemas.openxmlformats.org/officeDocument/2006/relationships/customXml" Target="../ink/ink1043.xml"/><Relationship Id="rId112" Type="http://schemas.openxmlformats.org/officeDocument/2006/relationships/customXml" Target="../ink/ink1042.xml"/><Relationship Id="rId111" Type="http://schemas.openxmlformats.org/officeDocument/2006/relationships/customXml" Target="../ink/ink1041.xml"/><Relationship Id="rId110" Type="http://schemas.openxmlformats.org/officeDocument/2006/relationships/customXml" Target="../ink/ink1040.xml"/><Relationship Id="rId11" Type="http://schemas.openxmlformats.org/officeDocument/2006/relationships/customXml" Target="../ink/ink941.xml"/><Relationship Id="rId109" Type="http://schemas.openxmlformats.org/officeDocument/2006/relationships/customXml" Target="../ink/ink1039.xml"/><Relationship Id="rId108" Type="http://schemas.openxmlformats.org/officeDocument/2006/relationships/customXml" Target="../ink/ink1038.xml"/><Relationship Id="rId107" Type="http://schemas.openxmlformats.org/officeDocument/2006/relationships/customXml" Target="../ink/ink1037.xml"/><Relationship Id="rId106" Type="http://schemas.openxmlformats.org/officeDocument/2006/relationships/customXml" Target="../ink/ink1036.xml"/><Relationship Id="rId105" Type="http://schemas.openxmlformats.org/officeDocument/2006/relationships/customXml" Target="../ink/ink1035.xml"/><Relationship Id="rId104" Type="http://schemas.openxmlformats.org/officeDocument/2006/relationships/customXml" Target="../ink/ink1034.xml"/><Relationship Id="rId103" Type="http://schemas.openxmlformats.org/officeDocument/2006/relationships/customXml" Target="../ink/ink1033.xml"/><Relationship Id="rId102" Type="http://schemas.openxmlformats.org/officeDocument/2006/relationships/customXml" Target="../ink/ink1032.xml"/><Relationship Id="rId101" Type="http://schemas.openxmlformats.org/officeDocument/2006/relationships/customXml" Target="../ink/ink1031.xml"/><Relationship Id="rId100" Type="http://schemas.openxmlformats.org/officeDocument/2006/relationships/customXml" Target="../ink/ink1030.xml"/><Relationship Id="rId10" Type="http://schemas.openxmlformats.org/officeDocument/2006/relationships/customXml" Target="../ink/ink940.xml"/><Relationship Id="rId1" Type="http://schemas.openxmlformats.org/officeDocument/2006/relationships/customXml" Target="../ink/ink931.xml"/></Relationships>
</file>

<file path=ppt/slides/_rels/slide6.xml.rels><?xml version="1.0" encoding="UTF-8" standalone="yes"?>
<Relationships xmlns="http://schemas.openxmlformats.org/package/2006/relationships"><Relationship Id="rId99" Type="http://schemas.openxmlformats.org/officeDocument/2006/relationships/customXml" Target="../ink/ink1342.xml"/><Relationship Id="rId98" Type="http://schemas.openxmlformats.org/officeDocument/2006/relationships/customXml" Target="../ink/ink1341.xml"/><Relationship Id="rId97" Type="http://schemas.openxmlformats.org/officeDocument/2006/relationships/customXml" Target="../ink/ink1340.xml"/><Relationship Id="rId96" Type="http://schemas.openxmlformats.org/officeDocument/2006/relationships/customXml" Target="../ink/ink1339.xml"/><Relationship Id="rId95" Type="http://schemas.openxmlformats.org/officeDocument/2006/relationships/customXml" Target="../ink/ink1338.xml"/><Relationship Id="rId94" Type="http://schemas.openxmlformats.org/officeDocument/2006/relationships/customXml" Target="../ink/ink1337.xml"/><Relationship Id="rId93" Type="http://schemas.openxmlformats.org/officeDocument/2006/relationships/customXml" Target="../ink/ink1336.xml"/><Relationship Id="rId92" Type="http://schemas.openxmlformats.org/officeDocument/2006/relationships/customXml" Target="../ink/ink1335.xml"/><Relationship Id="rId91" Type="http://schemas.openxmlformats.org/officeDocument/2006/relationships/customXml" Target="../ink/ink1334.xml"/><Relationship Id="rId90" Type="http://schemas.openxmlformats.org/officeDocument/2006/relationships/customXml" Target="../ink/ink1333.xml"/><Relationship Id="rId9" Type="http://schemas.openxmlformats.org/officeDocument/2006/relationships/customXml" Target="../ink/ink1252.xml"/><Relationship Id="rId89" Type="http://schemas.openxmlformats.org/officeDocument/2006/relationships/customXml" Target="../ink/ink1332.xml"/><Relationship Id="rId88" Type="http://schemas.openxmlformats.org/officeDocument/2006/relationships/customXml" Target="../ink/ink1331.xml"/><Relationship Id="rId87" Type="http://schemas.openxmlformats.org/officeDocument/2006/relationships/customXml" Target="../ink/ink1330.xml"/><Relationship Id="rId86" Type="http://schemas.openxmlformats.org/officeDocument/2006/relationships/customXml" Target="../ink/ink1329.xml"/><Relationship Id="rId85" Type="http://schemas.openxmlformats.org/officeDocument/2006/relationships/customXml" Target="../ink/ink1328.xml"/><Relationship Id="rId84" Type="http://schemas.openxmlformats.org/officeDocument/2006/relationships/customXml" Target="../ink/ink1327.xml"/><Relationship Id="rId83" Type="http://schemas.openxmlformats.org/officeDocument/2006/relationships/customXml" Target="../ink/ink1326.xml"/><Relationship Id="rId82" Type="http://schemas.openxmlformats.org/officeDocument/2006/relationships/customXml" Target="../ink/ink1325.xml"/><Relationship Id="rId81" Type="http://schemas.openxmlformats.org/officeDocument/2006/relationships/customXml" Target="../ink/ink1324.xml"/><Relationship Id="rId80" Type="http://schemas.openxmlformats.org/officeDocument/2006/relationships/customXml" Target="../ink/ink1323.xml"/><Relationship Id="rId8" Type="http://schemas.openxmlformats.org/officeDocument/2006/relationships/customXml" Target="../ink/ink1251.xml"/><Relationship Id="rId79" Type="http://schemas.openxmlformats.org/officeDocument/2006/relationships/customXml" Target="../ink/ink1322.xml"/><Relationship Id="rId78" Type="http://schemas.openxmlformats.org/officeDocument/2006/relationships/customXml" Target="../ink/ink1321.xml"/><Relationship Id="rId77" Type="http://schemas.openxmlformats.org/officeDocument/2006/relationships/customXml" Target="../ink/ink1320.xml"/><Relationship Id="rId76" Type="http://schemas.openxmlformats.org/officeDocument/2006/relationships/customXml" Target="../ink/ink1319.xml"/><Relationship Id="rId75" Type="http://schemas.openxmlformats.org/officeDocument/2006/relationships/customXml" Target="../ink/ink1318.xml"/><Relationship Id="rId74" Type="http://schemas.openxmlformats.org/officeDocument/2006/relationships/customXml" Target="../ink/ink1317.xml"/><Relationship Id="rId73" Type="http://schemas.openxmlformats.org/officeDocument/2006/relationships/customXml" Target="../ink/ink1316.xml"/><Relationship Id="rId72" Type="http://schemas.openxmlformats.org/officeDocument/2006/relationships/customXml" Target="../ink/ink1315.xml"/><Relationship Id="rId71" Type="http://schemas.openxmlformats.org/officeDocument/2006/relationships/customXml" Target="../ink/ink1314.xml"/><Relationship Id="rId70" Type="http://schemas.openxmlformats.org/officeDocument/2006/relationships/customXml" Target="../ink/ink1313.xml"/><Relationship Id="rId7" Type="http://schemas.openxmlformats.org/officeDocument/2006/relationships/customXml" Target="../ink/ink1250.xml"/><Relationship Id="rId69" Type="http://schemas.openxmlformats.org/officeDocument/2006/relationships/customXml" Target="../ink/ink1312.xml"/><Relationship Id="rId68" Type="http://schemas.openxmlformats.org/officeDocument/2006/relationships/customXml" Target="../ink/ink1311.xml"/><Relationship Id="rId67" Type="http://schemas.openxmlformats.org/officeDocument/2006/relationships/customXml" Target="../ink/ink1310.xml"/><Relationship Id="rId66" Type="http://schemas.openxmlformats.org/officeDocument/2006/relationships/customXml" Target="../ink/ink1309.xml"/><Relationship Id="rId65" Type="http://schemas.openxmlformats.org/officeDocument/2006/relationships/customXml" Target="../ink/ink1308.xml"/><Relationship Id="rId64" Type="http://schemas.openxmlformats.org/officeDocument/2006/relationships/customXml" Target="../ink/ink1307.xml"/><Relationship Id="rId63" Type="http://schemas.openxmlformats.org/officeDocument/2006/relationships/customXml" Target="../ink/ink1306.xml"/><Relationship Id="rId62" Type="http://schemas.openxmlformats.org/officeDocument/2006/relationships/customXml" Target="../ink/ink1305.xml"/><Relationship Id="rId61" Type="http://schemas.openxmlformats.org/officeDocument/2006/relationships/customXml" Target="../ink/ink1304.xml"/><Relationship Id="rId60" Type="http://schemas.openxmlformats.org/officeDocument/2006/relationships/customXml" Target="../ink/ink1303.xml"/><Relationship Id="rId6" Type="http://schemas.openxmlformats.org/officeDocument/2006/relationships/customXml" Target="../ink/ink1249.xml"/><Relationship Id="rId59" Type="http://schemas.openxmlformats.org/officeDocument/2006/relationships/customXml" Target="../ink/ink1302.xml"/><Relationship Id="rId58" Type="http://schemas.openxmlformats.org/officeDocument/2006/relationships/customXml" Target="../ink/ink1301.xml"/><Relationship Id="rId57" Type="http://schemas.openxmlformats.org/officeDocument/2006/relationships/customXml" Target="../ink/ink1300.xml"/><Relationship Id="rId56" Type="http://schemas.openxmlformats.org/officeDocument/2006/relationships/customXml" Target="../ink/ink1299.xml"/><Relationship Id="rId55" Type="http://schemas.openxmlformats.org/officeDocument/2006/relationships/customXml" Target="../ink/ink1298.xml"/><Relationship Id="rId54" Type="http://schemas.openxmlformats.org/officeDocument/2006/relationships/customXml" Target="../ink/ink1297.xml"/><Relationship Id="rId53" Type="http://schemas.openxmlformats.org/officeDocument/2006/relationships/customXml" Target="../ink/ink1296.xml"/><Relationship Id="rId52" Type="http://schemas.openxmlformats.org/officeDocument/2006/relationships/customXml" Target="../ink/ink1295.xml"/><Relationship Id="rId51" Type="http://schemas.openxmlformats.org/officeDocument/2006/relationships/customXml" Target="../ink/ink1294.xml"/><Relationship Id="rId50" Type="http://schemas.openxmlformats.org/officeDocument/2006/relationships/customXml" Target="../ink/ink1293.xml"/><Relationship Id="rId5" Type="http://schemas.openxmlformats.org/officeDocument/2006/relationships/customXml" Target="../ink/ink1248.xml"/><Relationship Id="rId49" Type="http://schemas.openxmlformats.org/officeDocument/2006/relationships/customXml" Target="../ink/ink1292.xml"/><Relationship Id="rId48" Type="http://schemas.openxmlformats.org/officeDocument/2006/relationships/customXml" Target="../ink/ink1291.xml"/><Relationship Id="rId47" Type="http://schemas.openxmlformats.org/officeDocument/2006/relationships/customXml" Target="../ink/ink1290.xml"/><Relationship Id="rId46" Type="http://schemas.openxmlformats.org/officeDocument/2006/relationships/customXml" Target="../ink/ink1289.xml"/><Relationship Id="rId45" Type="http://schemas.openxmlformats.org/officeDocument/2006/relationships/customXml" Target="../ink/ink1288.xml"/><Relationship Id="rId44" Type="http://schemas.openxmlformats.org/officeDocument/2006/relationships/customXml" Target="../ink/ink1287.xml"/><Relationship Id="rId43" Type="http://schemas.openxmlformats.org/officeDocument/2006/relationships/customXml" Target="../ink/ink1286.xml"/><Relationship Id="rId42" Type="http://schemas.openxmlformats.org/officeDocument/2006/relationships/customXml" Target="../ink/ink1285.xml"/><Relationship Id="rId41" Type="http://schemas.openxmlformats.org/officeDocument/2006/relationships/customXml" Target="../ink/ink1284.xml"/><Relationship Id="rId40" Type="http://schemas.openxmlformats.org/officeDocument/2006/relationships/customXml" Target="../ink/ink1283.xml"/><Relationship Id="rId4" Type="http://schemas.openxmlformats.org/officeDocument/2006/relationships/customXml" Target="../ink/ink1247.xml"/><Relationship Id="rId39" Type="http://schemas.openxmlformats.org/officeDocument/2006/relationships/customXml" Target="../ink/ink1282.xml"/><Relationship Id="rId38" Type="http://schemas.openxmlformats.org/officeDocument/2006/relationships/customXml" Target="../ink/ink1281.xml"/><Relationship Id="rId37" Type="http://schemas.openxmlformats.org/officeDocument/2006/relationships/customXml" Target="../ink/ink1280.xml"/><Relationship Id="rId36" Type="http://schemas.openxmlformats.org/officeDocument/2006/relationships/customXml" Target="../ink/ink1279.xml"/><Relationship Id="rId35" Type="http://schemas.openxmlformats.org/officeDocument/2006/relationships/customXml" Target="../ink/ink1278.xml"/><Relationship Id="rId34" Type="http://schemas.openxmlformats.org/officeDocument/2006/relationships/customXml" Target="../ink/ink1277.xml"/><Relationship Id="rId33" Type="http://schemas.openxmlformats.org/officeDocument/2006/relationships/customXml" Target="../ink/ink1276.xml"/><Relationship Id="rId32" Type="http://schemas.openxmlformats.org/officeDocument/2006/relationships/customXml" Target="../ink/ink1275.xml"/><Relationship Id="rId31" Type="http://schemas.openxmlformats.org/officeDocument/2006/relationships/customXml" Target="../ink/ink1274.xml"/><Relationship Id="rId30" Type="http://schemas.openxmlformats.org/officeDocument/2006/relationships/customXml" Target="../ink/ink1273.xml"/><Relationship Id="rId3" Type="http://schemas.openxmlformats.org/officeDocument/2006/relationships/customXml" Target="../ink/ink1246.xml"/><Relationship Id="rId29" Type="http://schemas.openxmlformats.org/officeDocument/2006/relationships/customXml" Target="../ink/ink1272.xml"/><Relationship Id="rId28" Type="http://schemas.openxmlformats.org/officeDocument/2006/relationships/customXml" Target="../ink/ink1271.xml"/><Relationship Id="rId27" Type="http://schemas.openxmlformats.org/officeDocument/2006/relationships/customXml" Target="../ink/ink1270.xml"/><Relationship Id="rId26" Type="http://schemas.openxmlformats.org/officeDocument/2006/relationships/customXml" Target="../ink/ink1269.xml"/><Relationship Id="rId257" Type="http://schemas.openxmlformats.org/officeDocument/2006/relationships/slideLayout" Target="../slideLayouts/slideLayout16.xml"/><Relationship Id="rId256" Type="http://schemas.openxmlformats.org/officeDocument/2006/relationships/tags" Target="../tags/tag49.xml"/><Relationship Id="rId255" Type="http://schemas.openxmlformats.org/officeDocument/2006/relationships/customXml" Target="../ink/ink1498.xml"/><Relationship Id="rId254" Type="http://schemas.openxmlformats.org/officeDocument/2006/relationships/customXml" Target="../ink/ink1497.xml"/><Relationship Id="rId253" Type="http://schemas.openxmlformats.org/officeDocument/2006/relationships/customXml" Target="../ink/ink1496.xml"/><Relationship Id="rId252" Type="http://schemas.openxmlformats.org/officeDocument/2006/relationships/customXml" Target="../ink/ink1495.xml"/><Relationship Id="rId251" Type="http://schemas.openxmlformats.org/officeDocument/2006/relationships/customXml" Target="../ink/ink1494.xml"/><Relationship Id="rId250" Type="http://schemas.openxmlformats.org/officeDocument/2006/relationships/customXml" Target="../ink/ink1493.xml"/><Relationship Id="rId25" Type="http://schemas.openxmlformats.org/officeDocument/2006/relationships/customXml" Target="../ink/ink1268.xml"/><Relationship Id="rId249" Type="http://schemas.openxmlformats.org/officeDocument/2006/relationships/customXml" Target="../ink/ink1492.xml"/><Relationship Id="rId248" Type="http://schemas.openxmlformats.org/officeDocument/2006/relationships/customXml" Target="../ink/ink1491.xml"/><Relationship Id="rId247" Type="http://schemas.openxmlformats.org/officeDocument/2006/relationships/customXml" Target="../ink/ink1490.xml"/><Relationship Id="rId246" Type="http://schemas.openxmlformats.org/officeDocument/2006/relationships/customXml" Target="../ink/ink1489.xml"/><Relationship Id="rId245" Type="http://schemas.openxmlformats.org/officeDocument/2006/relationships/customXml" Target="../ink/ink1488.xml"/><Relationship Id="rId244" Type="http://schemas.openxmlformats.org/officeDocument/2006/relationships/customXml" Target="../ink/ink1487.xml"/><Relationship Id="rId243" Type="http://schemas.openxmlformats.org/officeDocument/2006/relationships/customXml" Target="../ink/ink1486.xml"/><Relationship Id="rId242" Type="http://schemas.openxmlformats.org/officeDocument/2006/relationships/customXml" Target="../ink/ink1485.xml"/><Relationship Id="rId241" Type="http://schemas.openxmlformats.org/officeDocument/2006/relationships/customXml" Target="../ink/ink1484.xml"/><Relationship Id="rId240" Type="http://schemas.openxmlformats.org/officeDocument/2006/relationships/customXml" Target="../ink/ink1483.xml"/><Relationship Id="rId24" Type="http://schemas.openxmlformats.org/officeDocument/2006/relationships/customXml" Target="../ink/ink1267.xml"/><Relationship Id="rId239" Type="http://schemas.openxmlformats.org/officeDocument/2006/relationships/customXml" Target="../ink/ink1482.xml"/><Relationship Id="rId238" Type="http://schemas.openxmlformats.org/officeDocument/2006/relationships/customXml" Target="../ink/ink1481.xml"/><Relationship Id="rId237" Type="http://schemas.openxmlformats.org/officeDocument/2006/relationships/customXml" Target="../ink/ink1480.xml"/><Relationship Id="rId236" Type="http://schemas.openxmlformats.org/officeDocument/2006/relationships/customXml" Target="../ink/ink1479.xml"/><Relationship Id="rId235" Type="http://schemas.openxmlformats.org/officeDocument/2006/relationships/customXml" Target="../ink/ink1478.xml"/><Relationship Id="rId234" Type="http://schemas.openxmlformats.org/officeDocument/2006/relationships/customXml" Target="../ink/ink1477.xml"/><Relationship Id="rId233" Type="http://schemas.openxmlformats.org/officeDocument/2006/relationships/customXml" Target="../ink/ink1476.xml"/><Relationship Id="rId232" Type="http://schemas.openxmlformats.org/officeDocument/2006/relationships/customXml" Target="../ink/ink1475.xml"/><Relationship Id="rId231" Type="http://schemas.openxmlformats.org/officeDocument/2006/relationships/customXml" Target="../ink/ink1474.xml"/><Relationship Id="rId230" Type="http://schemas.openxmlformats.org/officeDocument/2006/relationships/customXml" Target="../ink/ink1473.xml"/><Relationship Id="rId23" Type="http://schemas.openxmlformats.org/officeDocument/2006/relationships/customXml" Target="../ink/ink1266.xml"/><Relationship Id="rId229" Type="http://schemas.openxmlformats.org/officeDocument/2006/relationships/customXml" Target="../ink/ink1472.xml"/><Relationship Id="rId228" Type="http://schemas.openxmlformats.org/officeDocument/2006/relationships/customXml" Target="../ink/ink1471.xml"/><Relationship Id="rId227" Type="http://schemas.openxmlformats.org/officeDocument/2006/relationships/customXml" Target="../ink/ink1470.xml"/><Relationship Id="rId226" Type="http://schemas.openxmlformats.org/officeDocument/2006/relationships/customXml" Target="../ink/ink1469.xml"/><Relationship Id="rId225" Type="http://schemas.openxmlformats.org/officeDocument/2006/relationships/customXml" Target="../ink/ink1468.xml"/><Relationship Id="rId224" Type="http://schemas.openxmlformats.org/officeDocument/2006/relationships/customXml" Target="../ink/ink1467.xml"/><Relationship Id="rId223" Type="http://schemas.openxmlformats.org/officeDocument/2006/relationships/customXml" Target="../ink/ink1466.xml"/><Relationship Id="rId222" Type="http://schemas.openxmlformats.org/officeDocument/2006/relationships/customXml" Target="../ink/ink1465.xml"/><Relationship Id="rId221" Type="http://schemas.openxmlformats.org/officeDocument/2006/relationships/customXml" Target="../ink/ink1464.xml"/><Relationship Id="rId220" Type="http://schemas.openxmlformats.org/officeDocument/2006/relationships/customXml" Target="../ink/ink1463.xml"/><Relationship Id="rId22" Type="http://schemas.openxmlformats.org/officeDocument/2006/relationships/customXml" Target="../ink/ink1265.xml"/><Relationship Id="rId219" Type="http://schemas.openxmlformats.org/officeDocument/2006/relationships/customXml" Target="../ink/ink1462.xml"/><Relationship Id="rId218" Type="http://schemas.openxmlformats.org/officeDocument/2006/relationships/customXml" Target="../ink/ink1461.xml"/><Relationship Id="rId217" Type="http://schemas.openxmlformats.org/officeDocument/2006/relationships/customXml" Target="../ink/ink1460.xml"/><Relationship Id="rId216" Type="http://schemas.openxmlformats.org/officeDocument/2006/relationships/customXml" Target="../ink/ink1459.xml"/><Relationship Id="rId215" Type="http://schemas.openxmlformats.org/officeDocument/2006/relationships/customXml" Target="../ink/ink1458.xml"/><Relationship Id="rId214" Type="http://schemas.openxmlformats.org/officeDocument/2006/relationships/customXml" Target="../ink/ink1457.xml"/><Relationship Id="rId213" Type="http://schemas.openxmlformats.org/officeDocument/2006/relationships/customXml" Target="../ink/ink1456.xml"/><Relationship Id="rId212" Type="http://schemas.openxmlformats.org/officeDocument/2006/relationships/customXml" Target="../ink/ink1455.xml"/><Relationship Id="rId211" Type="http://schemas.openxmlformats.org/officeDocument/2006/relationships/customXml" Target="../ink/ink1454.xml"/><Relationship Id="rId210" Type="http://schemas.openxmlformats.org/officeDocument/2006/relationships/customXml" Target="../ink/ink1453.xml"/><Relationship Id="rId21" Type="http://schemas.openxmlformats.org/officeDocument/2006/relationships/customXml" Target="../ink/ink1264.xml"/><Relationship Id="rId209" Type="http://schemas.openxmlformats.org/officeDocument/2006/relationships/customXml" Target="../ink/ink1452.xml"/><Relationship Id="rId208" Type="http://schemas.openxmlformats.org/officeDocument/2006/relationships/customXml" Target="../ink/ink1451.xml"/><Relationship Id="rId207" Type="http://schemas.openxmlformats.org/officeDocument/2006/relationships/customXml" Target="../ink/ink1450.xml"/><Relationship Id="rId206" Type="http://schemas.openxmlformats.org/officeDocument/2006/relationships/customXml" Target="../ink/ink1449.xml"/><Relationship Id="rId205" Type="http://schemas.openxmlformats.org/officeDocument/2006/relationships/customXml" Target="../ink/ink1448.xml"/><Relationship Id="rId204" Type="http://schemas.openxmlformats.org/officeDocument/2006/relationships/customXml" Target="../ink/ink1447.xml"/><Relationship Id="rId203" Type="http://schemas.openxmlformats.org/officeDocument/2006/relationships/customXml" Target="../ink/ink1446.xml"/><Relationship Id="rId202" Type="http://schemas.openxmlformats.org/officeDocument/2006/relationships/customXml" Target="../ink/ink1445.xml"/><Relationship Id="rId201" Type="http://schemas.openxmlformats.org/officeDocument/2006/relationships/customXml" Target="../ink/ink1444.xml"/><Relationship Id="rId200" Type="http://schemas.openxmlformats.org/officeDocument/2006/relationships/customXml" Target="../ink/ink1443.xml"/><Relationship Id="rId20" Type="http://schemas.openxmlformats.org/officeDocument/2006/relationships/customXml" Target="../ink/ink1263.xml"/><Relationship Id="rId2" Type="http://schemas.openxmlformats.org/officeDocument/2006/relationships/customXml" Target="../ink/ink1245.xml"/><Relationship Id="rId199" Type="http://schemas.openxmlformats.org/officeDocument/2006/relationships/customXml" Target="../ink/ink1442.xml"/><Relationship Id="rId198" Type="http://schemas.openxmlformats.org/officeDocument/2006/relationships/customXml" Target="../ink/ink1441.xml"/><Relationship Id="rId197" Type="http://schemas.openxmlformats.org/officeDocument/2006/relationships/customXml" Target="../ink/ink1440.xml"/><Relationship Id="rId196" Type="http://schemas.openxmlformats.org/officeDocument/2006/relationships/customXml" Target="../ink/ink1439.xml"/><Relationship Id="rId195" Type="http://schemas.openxmlformats.org/officeDocument/2006/relationships/customXml" Target="../ink/ink1438.xml"/><Relationship Id="rId194" Type="http://schemas.openxmlformats.org/officeDocument/2006/relationships/customXml" Target="../ink/ink1437.xml"/><Relationship Id="rId193" Type="http://schemas.openxmlformats.org/officeDocument/2006/relationships/customXml" Target="../ink/ink1436.xml"/><Relationship Id="rId192" Type="http://schemas.openxmlformats.org/officeDocument/2006/relationships/customXml" Target="../ink/ink1435.xml"/><Relationship Id="rId191" Type="http://schemas.openxmlformats.org/officeDocument/2006/relationships/customXml" Target="../ink/ink1434.xml"/><Relationship Id="rId190" Type="http://schemas.openxmlformats.org/officeDocument/2006/relationships/customXml" Target="../ink/ink1433.xml"/><Relationship Id="rId19" Type="http://schemas.openxmlformats.org/officeDocument/2006/relationships/customXml" Target="../ink/ink1262.xml"/><Relationship Id="rId189" Type="http://schemas.openxmlformats.org/officeDocument/2006/relationships/customXml" Target="../ink/ink1432.xml"/><Relationship Id="rId188" Type="http://schemas.openxmlformats.org/officeDocument/2006/relationships/customXml" Target="../ink/ink1431.xml"/><Relationship Id="rId187" Type="http://schemas.openxmlformats.org/officeDocument/2006/relationships/customXml" Target="../ink/ink1430.xml"/><Relationship Id="rId186" Type="http://schemas.openxmlformats.org/officeDocument/2006/relationships/customXml" Target="../ink/ink1429.xml"/><Relationship Id="rId185" Type="http://schemas.openxmlformats.org/officeDocument/2006/relationships/customXml" Target="../ink/ink1428.xml"/><Relationship Id="rId184" Type="http://schemas.openxmlformats.org/officeDocument/2006/relationships/customXml" Target="../ink/ink1427.xml"/><Relationship Id="rId183" Type="http://schemas.openxmlformats.org/officeDocument/2006/relationships/customXml" Target="../ink/ink1426.xml"/><Relationship Id="rId182" Type="http://schemas.openxmlformats.org/officeDocument/2006/relationships/customXml" Target="../ink/ink1425.xml"/><Relationship Id="rId181" Type="http://schemas.openxmlformats.org/officeDocument/2006/relationships/customXml" Target="../ink/ink1424.xml"/><Relationship Id="rId180" Type="http://schemas.openxmlformats.org/officeDocument/2006/relationships/customXml" Target="../ink/ink1423.xml"/><Relationship Id="rId18" Type="http://schemas.openxmlformats.org/officeDocument/2006/relationships/customXml" Target="../ink/ink1261.xml"/><Relationship Id="rId179" Type="http://schemas.openxmlformats.org/officeDocument/2006/relationships/customXml" Target="../ink/ink1422.xml"/><Relationship Id="rId178" Type="http://schemas.openxmlformats.org/officeDocument/2006/relationships/customXml" Target="../ink/ink1421.xml"/><Relationship Id="rId177" Type="http://schemas.openxmlformats.org/officeDocument/2006/relationships/customXml" Target="../ink/ink1420.xml"/><Relationship Id="rId176" Type="http://schemas.openxmlformats.org/officeDocument/2006/relationships/customXml" Target="../ink/ink1419.xml"/><Relationship Id="rId175" Type="http://schemas.openxmlformats.org/officeDocument/2006/relationships/customXml" Target="../ink/ink1418.xml"/><Relationship Id="rId174" Type="http://schemas.openxmlformats.org/officeDocument/2006/relationships/customXml" Target="../ink/ink1417.xml"/><Relationship Id="rId173" Type="http://schemas.openxmlformats.org/officeDocument/2006/relationships/customXml" Target="../ink/ink1416.xml"/><Relationship Id="rId172" Type="http://schemas.openxmlformats.org/officeDocument/2006/relationships/customXml" Target="../ink/ink1415.xml"/><Relationship Id="rId171" Type="http://schemas.openxmlformats.org/officeDocument/2006/relationships/customXml" Target="../ink/ink1414.xml"/><Relationship Id="rId170" Type="http://schemas.openxmlformats.org/officeDocument/2006/relationships/customXml" Target="../ink/ink1413.xml"/><Relationship Id="rId17" Type="http://schemas.openxmlformats.org/officeDocument/2006/relationships/customXml" Target="../ink/ink1260.xml"/><Relationship Id="rId169" Type="http://schemas.openxmlformats.org/officeDocument/2006/relationships/customXml" Target="../ink/ink1412.xml"/><Relationship Id="rId168" Type="http://schemas.openxmlformats.org/officeDocument/2006/relationships/customXml" Target="../ink/ink1411.xml"/><Relationship Id="rId167" Type="http://schemas.openxmlformats.org/officeDocument/2006/relationships/customXml" Target="../ink/ink1410.xml"/><Relationship Id="rId166" Type="http://schemas.openxmlformats.org/officeDocument/2006/relationships/customXml" Target="../ink/ink1409.xml"/><Relationship Id="rId165" Type="http://schemas.openxmlformats.org/officeDocument/2006/relationships/customXml" Target="../ink/ink1408.xml"/><Relationship Id="rId164" Type="http://schemas.openxmlformats.org/officeDocument/2006/relationships/customXml" Target="../ink/ink1407.xml"/><Relationship Id="rId163" Type="http://schemas.openxmlformats.org/officeDocument/2006/relationships/customXml" Target="../ink/ink1406.xml"/><Relationship Id="rId162" Type="http://schemas.openxmlformats.org/officeDocument/2006/relationships/customXml" Target="../ink/ink1405.xml"/><Relationship Id="rId161" Type="http://schemas.openxmlformats.org/officeDocument/2006/relationships/customXml" Target="../ink/ink1404.xml"/><Relationship Id="rId160" Type="http://schemas.openxmlformats.org/officeDocument/2006/relationships/customXml" Target="../ink/ink1403.xml"/><Relationship Id="rId16" Type="http://schemas.openxmlformats.org/officeDocument/2006/relationships/customXml" Target="../ink/ink1259.xml"/><Relationship Id="rId159" Type="http://schemas.openxmlformats.org/officeDocument/2006/relationships/customXml" Target="../ink/ink1402.xml"/><Relationship Id="rId158" Type="http://schemas.openxmlformats.org/officeDocument/2006/relationships/customXml" Target="../ink/ink1401.xml"/><Relationship Id="rId157" Type="http://schemas.openxmlformats.org/officeDocument/2006/relationships/customXml" Target="../ink/ink1400.xml"/><Relationship Id="rId156" Type="http://schemas.openxmlformats.org/officeDocument/2006/relationships/customXml" Target="../ink/ink1399.xml"/><Relationship Id="rId155" Type="http://schemas.openxmlformats.org/officeDocument/2006/relationships/customXml" Target="../ink/ink1398.xml"/><Relationship Id="rId154" Type="http://schemas.openxmlformats.org/officeDocument/2006/relationships/customXml" Target="../ink/ink1397.xml"/><Relationship Id="rId153" Type="http://schemas.openxmlformats.org/officeDocument/2006/relationships/customXml" Target="../ink/ink1396.xml"/><Relationship Id="rId152" Type="http://schemas.openxmlformats.org/officeDocument/2006/relationships/customXml" Target="../ink/ink1395.xml"/><Relationship Id="rId151" Type="http://schemas.openxmlformats.org/officeDocument/2006/relationships/customXml" Target="../ink/ink1394.xml"/><Relationship Id="rId150" Type="http://schemas.openxmlformats.org/officeDocument/2006/relationships/customXml" Target="../ink/ink1393.xml"/><Relationship Id="rId15" Type="http://schemas.openxmlformats.org/officeDocument/2006/relationships/customXml" Target="../ink/ink1258.xml"/><Relationship Id="rId149" Type="http://schemas.openxmlformats.org/officeDocument/2006/relationships/customXml" Target="../ink/ink1392.xml"/><Relationship Id="rId148" Type="http://schemas.openxmlformats.org/officeDocument/2006/relationships/customXml" Target="../ink/ink1391.xml"/><Relationship Id="rId147" Type="http://schemas.openxmlformats.org/officeDocument/2006/relationships/customXml" Target="../ink/ink1390.xml"/><Relationship Id="rId146" Type="http://schemas.openxmlformats.org/officeDocument/2006/relationships/customXml" Target="../ink/ink1389.xml"/><Relationship Id="rId145" Type="http://schemas.openxmlformats.org/officeDocument/2006/relationships/customXml" Target="../ink/ink1388.xml"/><Relationship Id="rId144" Type="http://schemas.openxmlformats.org/officeDocument/2006/relationships/customXml" Target="../ink/ink1387.xml"/><Relationship Id="rId143" Type="http://schemas.openxmlformats.org/officeDocument/2006/relationships/customXml" Target="../ink/ink1386.xml"/><Relationship Id="rId142" Type="http://schemas.openxmlformats.org/officeDocument/2006/relationships/customXml" Target="../ink/ink1385.xml"/><Relationship Id="rId141" Type="http://schemas.openxmlformats.org/officeDocument/2006/relationships/customXml" Target="../ink/ink1384.xml"/><Relationship Id="rId140" Type="http://schemas.openxmlformats.org/officeDocument/2006/relationships/customXml" Target="../ink/ink1383.xml"/><Relationship Id="rId14" Type="http://schemas.openxmlformats.org/officeDocument/2006/relationships/customXml" Target="../ink/ink1257.xml"/><Relationship Id="rId139" Type="http://schemas.openxmlformats.org/officeDocument/2006/relationships/customXml" Target="../ink/ink1382.xml"/><Relationship Id="rId138" Type="http://schemas.openxmlformats.org/officeDocument/2006/relationships/customXml" Target="../ink/ink1381.xml"/><Relationship Id="rId137" Type="http://schemas.openxmlformats.org/officeDocument/2006/relationships/customXml" Target="../ink/ink1380.xml"/><Relationship Id="rId136" Type="http://schemas.openxmlformats.org/officeDocument/2006/relationships/customXml" Target="../ink/ink1379.xml"/><Relationship Id="rId135" Type="http://schemas.openxmlformats.org/officeDocument/2006/relationships/customXml" Target="../ink/ink1378.xml"/><Relationship Id="rId134" Type="http://schemas.openxmlformats.org/officeDocument/2006/relationships/customXml" Target="../ink/ink1377.xml"/><Relationship Id="rId133" Type="http://schemas.openxmlformats.org/officeDocument/2006/relationships/customXml" Target="../ink/ink1376.xml"/><Relationship Id="rId132" Type="http://schemas.openxmlformats.org/officeDocument/2006/relationships/customXml" Target="../ink/ink1375.xml"/><Relationship Id="rId131" Type="http://schemas.openxmlformats.org/officeDocument/2006/relationships/customXml" Target="../ink/ink1374.xml"/><Relationship Id="rId130" Type="http://schemas.openxmlformats.org/officeDocument/2006/relationships/customXml" Target="../ink/ink1373.xml"/><Relationship Id="rId13" Type="http://schemas.openxmlformats.org/officeDocument/2006/relationships/customXml" Target="../ink/ink1256.xml"/><Relationship Id="rId129" Type="http://schemas.openxmlformats.org/officeDocument/2006/relationships/customXml" Target="../ink/ink1372.xml"/><Relationship Id="rId128" Type="http://schemas.openxmlformats.org/officeDocument/2006/relationships/customXml" Target="../ink/ink1371.xml"/><Relationship Id="rId127" Type="http://schemas.openxmlformats.org/officeDocument/2006/relationships/customXml" Target="../ink/ink1370.xml"/><Relationship Id="rId126" Type="http://schemas.openxmlformats.org/officeDocument/2006/relationships/customXml" Target="../ink/ink1369.xml"/><Relationship Id="rId125" Type="http://schemas.openxmlformats.org/officeDocument/2006/relationships/customXml" Target="../ink/ink1368.xml"/><Relationship Id="rId124" Type="http://schemas.openxmlformats.org/officeDocument/2006/relationships/customXml" Target="../ink/ink1367.xml"/><Relationship Id="rId123" Type="http://schemas.openxmlformats.org/officeDocument/2006/relationships/customXml" Target="../ink/ink1366.xml"/><Relationship Id="rId122" Type="http://schemas.openxmlformats.org/officeDocument/2006/relationships/customXml" Target="../ink/ink1365.xml"/><Relationship Id="rId121" Type="http://schemas.openxmlformats.org/officeDocument/2006/relationships/customXml" Target="../ink/ink1364.xml"/><Relationship Id="rId120" Type="http://schemas.openxmlformats.org/officeDocument/2006/relationships/customXml" Target="../ink/ink1363.xml"/><Relationship Id="rId12" Type="http://schemas.openxmlformats.org/officeDocument/2006/relationships/customXml" Target="../ink/ink1255.xml"/><Relationship Id="rId119" Type="http://schemas.openxmlformats.org/officeDocument/2006/relationships/customXml" Target="../ink/ink1362.xml"/><Relationship Id="rId118" Type="http://schemas.openxmlformats.org/officeDocument/2006/relationships/customXml" Target="../ink/ink1361.xml"/><Relationship Id="rId117" Type="http://schemas.openxmlformats.org/officeDocument/2006/relationships/customXml" Target="../ink/ink1360.xml"/><Relationship Id="rId116" Type="http://schemas.openxmlformats.org/officeDocument/2006/relationships/customXml" Target="../ink/ink1359.xml"/><Relationship Id="rId115" Type="http://schemas.openxmlformats.org/officeDocument/2006/relationships/customXml" Target="../ink/ink1358.xml"/><Relationship Id="rId114" Type="http://schemas.openxmlformats.org/officeDocument/2006/relationships/customXml" Target="../ink/ink1357.xml"/><Relationship Id="rId113" Type="http://schemas.openxmlformats.org/officeDocument/2006/relationships/customXml" Target="../ink/ink1356.xml"/><Relationship Id="rId112" Type="http://schemas.openxmlformats.org/officeDocument/2006/relationships/customXml" Target="../ink/ink1355.xml"/><Relationship Id="rId111" Type="http://schemas.openxmlformats.org/officeDocument/2006/relationships/customXml" Target="../ink/ink1354.xml"/><Relationship Id="rId110" Type="http://schemas.openxmlformats.org/officeDocument/2006/relationships/customXml" Target="../ink/ink1353.xml"/><Relationship Id="rId11" Type="http://schemas.openxmlformats.org/officeDocument/2006/relationships/customXml" Target="../ink/ink1254.xml"/><Relationship Id="rId109" Type="http://schemas.openxmlformats.org/officeDocument/2006/relationships/customXml" Target="../ink/ink1352.xml"/><Relationship Id="rId108" Type="http://schemas.openxmlformats.org/officeDocument/2006/relationships/customXml" Target="../ink/ink1351.xml"/><Relationship Id="rId107" Type="http://schemas.openxmlformats.org/officeDocument/2006/relationships/customXml" Target="../ink/ink1350.xml"/><Relationship Id="rId106" Type="http://schemas.openxmlformats.org/officeDocument/2006/relationships/customXml" Target="../ink/ink1349.xml"/><Relationship Id="rId105" Type="http://schemas.openxmlformats.org/officeDocument/2006/relationships/customXml" Target="../ink/ink1348.xml"/><Relationship Id="rId104" Type="http://schemas.openxmlformats.org/officeDocument/2006/relationships/customXml" Target="../ink/ink1347.xml"/><Relationship Id="rId103" Type="http://schemas.openxmlformats.org/officeDocument/2006/relationships/customXml" Target="../ink/ink1346.xml"/><Relationship Id="rId102" Type="http://schemas.openxmlformats.org/officeDocument/2006/relationships/customXml" Target="../ink/ink1345.xml"/><Relationship Id="rId101" Type="http://schemas.openxmlformats.org/officeDocument/2006/relationships/customXml" Target="../ink/ink1344.xml"/><Relationship Id="rId100" Type="http://schemas.openxmlformats.org/officeDocument/2006/relationships/customXml" Target="../ink/ink1343.xml"/><Relationship Id="rId10" Type="http://schemas.openxmlformats.org/officeDocument/2006/relationships/customXml" Target="../ink/ink1253.xml"/><Relationship Id="rId1" Type="http://schemas.openxmlformats.org/officeDocument/2006/relationships/customXml" Target="../ink/ink12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618494" y="112481"/>
              <a:ext cx="67160" cy="249009"/>
            </p14:xfrm>
          </p:contentPart>
        </mc:Choice>
        <mc:Fallback xmlns="">
          <p:pic>
            <p:nvPicPr>
              <p:cNvPr id="2" name="墨迹 1"/>
            </p:nvPicPr>
            <p:blipFill>
              <a:blip/>
            </p:blipFill>
            <p:spPr>
              <a:xfrm>
                <a:off x="4618494" y="112481"/>
                <a:ext cx="67160" cy="249009"/>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4661922" y="209148"/>
              <a:ext cx="170966" cy="59388"/>
            </p14:xfrm>
          </p:contentPart>
        </mc:Choice>
        <mc:Fallback xmlns="">
          <p:pic>
            <p:nvPicPr>
              <p:cNvPr id="3" name="墨迹 2"/>
            </p:nvPicPr>
            <p:blipFill>
              <a:blip/>
            </p:blipFill>
            <p:spPr>
              <a:xfrm>
                <a:off x="4661922" y="209148"/>
                <a:ext cx="170966" cy="5938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4794142" y="144596"/>
              <a:ext cx="61993" cy="232387"/>
            </p14:xfrm>
          </p:contentPart>
        </mc:Choice>
        <mc:Fallback xmlns="">
          <p:pic>
            <p:nvPicPr>
              <p:cNvPr id="6" name="墨迹 5"/>
            </p:nvPicPr>
            <p:blipFill>
              <a:blip/>
            </p:blipFill>
            <p:spPr>
              <a:xfrm>
                <a:off x="4794142" y="144596"/>
                <a:ext cx="61993" cy="232387"/>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4897464" y="285319"/>
              <a:ext cx="56827" cy="91664"/>
            </p14:xfrm>
          </p:contentPart>
        </mc:Choice>
        <mc:Fallback xmlns="">
          <p:pic>
            <p:nvPicPr>
              <p:cNvPr id="7" name="墨迹 6"/>
            </p:nvPicPr>
            <p:blipFill>
              <a:blip/>
            </p:blipFill>
            <p:spPr>
              <a:xfrm>
                <a:off x="4897464" y="285319"/>
                <a:ext cx="56827" cy="91664"/>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5023388" y="263371"/>
              <a:ext cx="271866" cy="132009"/>
            </p14:xfrm>
          </p:contentPart>
        </mc:Choice>
        <mc:Fallback xmlns="">
          <p:pic>
            <p:nvPicPr>
              <p:cNvPr id="8" name="墨迹 7"/>
            </p:nvPicPr>
            <p:blipFill>
              <a:blip/>
            </p:blipFill>
            <p:spPr>
              <a:xfrm>
                <a:off x="5023388" y="263371"/>
                <a:ext cx="271866" cy="132009"/>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 name="墨迹 8"/>
              <p14:cNvContentPartPr/>
              <p14:nvPr/>
            </p14:nvContentPartPr>
            <p14:xfrm>
              <a:off x="6142495" y="201402"/>
              <a:ext cx="56827" cy="347289"/>
            </p14:xfrm>
          </p:contentPart>
        </mc:Choice>
        <mc:Fallback xmlns="">
          <p:pic>
            <p:nvPicPr>
              <p:cNvPr id="9" name="墨迹 8"/>
            </p:nvPicPr>
            <p:blipFill>
              <a:blip/>
            </p:blipFill>
            <p:spPr>
              <a:xfrm>
                <a:off x="6142495" y="201402"/>
                <a:ext cx="56827" cy="347289"/>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0" name="墨迹 9"/>
              <p14:cNvContentPartPr/>
              <p14:nvPr/>
            </p14:nvContentPartPr>
            <p14:xfrm>
              <a:off x="6194155" y="175581"/>
              <a:ext cx="95735" cy="178163"/>
            </p14:xfrm>
          </p:contentPart>
        </mc:Choice>
        <mc:Fallback xmlns="">
          <p:pic>
            <p:nvPicPr>
              <p:cNvPr id="10" name="墨迹 9"/>
            </p:nvPicPr>
            <p:blipFill>
              <a:blip/>
            </p:blipFill>
            <p:spPr>
              <a:xfrm>
                <a:off x="6194155" y="175581"/>
                <a:ext cx="95735" cy="178163"/>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6323308" y="259983"/>
              <a:ext cx="247973" cy="302910"/>
            </p14:xfrm>
          </p:contentPart>
        </mc:Choice>
        <mc:Fallback xmlns="">
          <p:pic>
            <p:nvPicPr>
              <p:cNvPr id="11" name="墨迹 10"/>
            </p:nvPicPr>
            <p:blipFill>
              <a:blip/>
            </p:blipFill>
            <p:spPr>
              <a:xfrm>
                <a:off x="6323308" y="259983"/>
                <a:ext cx="247973" cy="30291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2" name="墨迹 11"/>
              <p14:cNvContentPartPr/>
              <p14:nvPr/>
            </p14:nvContentPartPr>
            <p14:xfrm>
              <a:off x="6612932" y="271763"/>
              <a:ext cx="115914" cy="108125"/>
            </p14:xfrm>
          </p:contentPart>
        </mc:Choice>
        <mc:Fallback xmlns="">
          <p:pic>
            <p:nvPicPr>
              <p:cNvPr id="12" name="墨迹 11"/>
            </p:nvPicPr>
            <p:blipFill>
              <a:blip/>
            </p:blipFill>
            <p:spPr>
              <a:xfrm>
                <a:off x="6612932" y="271763"/>
                <a:ext cx="115914" cy="1081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4" name="墨迹 13"/>
              <p14:cNvContentPartPr/>
              <p14:nvPr/>
            </p14:nvContentPartPr>
            <p14:xfrm>
              <a:off x="377125" y="557728"/>
              <a:ext cx="10755823" cy="154925"/>
            </p14:xfrm>
          </p:contentPart>
        </mc:Choice>
        <mc:Fallback xmlns="">
          <p:pic>
            <p:nvPicPr>
              <p:cNvPr id="14" name="墨迹 13"/>
            </p:nvPicPr>
            <p:blipFill>
              <a:blip/>
            </p:blipFill>
            <p:spPr>
              <a:xfrm>
                <a:off x="377125" y="557728"/>
                <a:ext cx="10755823" cy="15492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5" name="墨迹 14"/>
              <p14:cNvContentPartPr/>
              <p14:nvPr/>
            </p14:nvContentPartPr>
            <p14:xfrm>
              <a:off x="611375" y="144596"/>
              <a:ext cx="529041" cy="552565"/>
            </p14:xfrm>
          </p:contentPart>
        </mc:Choice>
        <mc:Fallback xmlns="">
          <p:pic>
            <p:nvPicPr>
              <p:cNvPr id="15" name="墨迹 14"/>
            </p:nvPicPr>
            <p:blipFill>
              <a:blip/>
            </p:blipFill>
            <p:spPr>
              <a:xfrm>
                <a:off x="611375" y="144596"/>
                <a:ext cx="529041" cy="55256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6" name="墨迹 15"/>
              <p14:cNvContentPartPr/>
              <p14:nvPr/>
            </p14:nvContentPartPr>
            <p14:xfrm>
              <a:off x="743918" y="356326"/>
              <a:ext cx="142068" cy="170417"/>
            </p14:xfrm>
          </p:contentPart>
        </mc:Choice>
        <mc:Fallback xmlns="">
          <p:pic>
            <p:nvPicPr>
              <p:cNvPr id="16" name="墨迹 15"/>
            </p:nvPicPr>
            <p:blipFill>
              <a:blip/>
            </p:blipFill>
            <p:spPr>
              <a:xfrm>
                <a:off x="743918" y="356326"/>
                <a:ext cx="142068" cy="170417"/>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7" name="墨迹 16"/>
              <p14:cNvContentPartPr/>
              <p14:nvPr/>
            </p14:nvContentPartPr>
            <p14:xfrm>
              <a:off x="878237" y="423460"/>
              <a:ext cx="30996" cy="75526"/>
            </p14:xfrm>
          </p:contentPart>
        </mc:Choice>
        <mc:Fallback xmlns="">
          <p:pic>
            <p:nvPicPr>
              <p:cNvPr id="17" name="墨迹 16"/>
            </p:nvPicPr>
            <p:blipFill>
              <a:blip/>
            </p:blipFill>
            <p:spPr>
              <a:xfrm>
                <a:off x="878237" y="423460"/>
                <a:ext cx="30996" cy="75526"/>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8" name="墨迹 17"/>
              <p14:cNvContentPartPr/>
              <p14:nvPr/>
            </p14:nvContentPartPr>
            <p14:xfrm>
              <a:off x="929898" y="423460"/>
              <a:ext cx="56827" cy="200111"/>
            </p14:xfrm>
          </p:contentPart>
        </mc:Choice>
        <mc:Fallback xmlns="">
          <p:pic>
            <p:nvPicPr>
              <p:cNvPr id="18" name="墨迹 17"/>
            </p:nvPicPr>
            <p:blipFill>
              <a:blip/>
            </p:blipFill>
            <p:spPr>
              <a:xfrm>
                <a:off x="929898" y="423460"/>
                <a:ext cx="56827" cy="200111"/>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9" name="墨迹 18"/>
              <p14:cNvContentPartPr/>
              <p14:nvPr/>
            </p14:nvContentPartPr>
            <p14:xfrm>
              <a:off x="1033220" y="444117"/>
              <a:ext cx="61993" cy="50350"/>
            </p14:xfrm>
          </p:contentPart>
        </mc:Choice>
        <mc:Fallback xmlns="">
          <p:pic>
            <p:nvPicPr>
              <p:cNvPr id="19" name="墨迹 18"/>
            </p:nvPicPr>
            <p:blipFill>
              <a:blip/>
            </p:blipFill>
            <p:spPr>
              <a:xfrm>
                <a:off x="1033220" y="444117"/>
                <a:ext cx="61993" cy="5035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20" name="墨迹 19"/>
              <p14:cNvContentPartPr/>
              <p14:nvPr/>
            </p14:nvContentPartPr>
            <p14:xfrm>
              <a:off x="924732" y="872903"/>
              <a:ext cx="5166" cy="168320"/>
            </p14:xfrm>
          </p:contentPart>
        </mc:Choice>
        <mc:Fallback xmlns="">
          <p:pic>
            <p:nvPicPr>
              <p:cNvPr id="20" name="墨迹 19"/>
            </p:nvPicPr>
            <p:blipFill>
              <a:blip/>
            </p:blipFill>
            <p:spPr>
              <a:xfrm>
                <a:off x="924732" y="872903"/>
                <a:ext cx="5166" cy="16832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21" name="墨迹 20"/>
              <p14:cNvContentPartPr/>
              <p14:nvPr/>
            </p14:nvContentPartPr>
            <p14:xfrm>
              <a:off x="960894" y="945040"/>
              <a:ext cx="129153" cy="15493"/>
            </p14:xfrm>
          </p:contentPart>
        </mc:Choice>
        <mc:Fallback xmlns="">
          <p:pic>
            <p:nvPicPr>
              <p:cNvPr id="21" name="墨迹 20"/>
            </p:nvPicPr>
            <p:blipFill>
              <a:blip/>
            </p:blipFill>
            <p:spPr>
              <a:xfrm>
                <a:off x="960894" y="945040"/>
                <a:ext cx="129153" cy="15493"/>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22" name="墨迹 21"/>
              <p14:cNvContentPartPr/>
              <p14:nvPr/>
            </p14:nvContentPartPr>
            <p14:xfrm>
              <a:off x="1084881" y="857250"/>
              <a:ext cx="10332" cy="180745"/>
            </p14:xfrm>
          </p:contentPart>
        </mc:Choice>
        <mc:Fallback xmlns="">
          <p:pic>
            <p:nvPicPr>
              <p:cNvPr id="22" name="墨迹 21"/>
            </p:nvPicPr>
            <p:blipFill>
              <a:blip/>
            </p:blipFill>
            <p:spPr>
              <a:xfrm>
                <a:off x="1084881" y="857250"/>
                <a:ext cx="10332" cy="18074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3" name="墨迹 22"/>
              <p14:cNvContentPartPr/>
              <p14:nvPr/>
            </p14:nvContentPartPr>
            <p14:xfrm>
              <a:off x="1152040" y="955368"/>
              <a:ext cx="67160" cy="80852"/>
            </p14:xfrm>
          </p:contentPart>
        </mc:Choice>
        <mc:Fallback xmlns="">
          <p:pic>
            <p:nvPicPr>
              <p:cNvPr id="23" name="墨迹 22"/>
            </p:nvPicPr>
            <p:blipFill>
              <a:blip/>
            </p:blipFill>
            <p:spPr>
              <a:xfrm>
                <a:off x="1152040" y="955368"/>
                <a:ext cx="67160" cy="8085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4" name="墨迹 23"/>
              <p14:cNvContentPartPr/>
              <p14:nvPr/>
            </p14:nvContentPartPr>
            <p14:xfrm>
              <a:off x="1298467" y="967633"/>
              <a:ext cx="124794" cy="58097"/>
            </p14:xfrm>
          </p:contentPart>
        </mc:Choice>
        <mc:Fallback xmlns="">
          <p:pic>
            <p:nvPicPr>
              <p:cNvPr id="24" name="墨迹 23"/>
            </p:nvPicPr>
            <p:blipFill>
              <a:blip/>
            </p:blipFill>
            <p:spPr>
              <a:xfrm>
                <a:off x="1298467" y="967633"/>
                <a:ext cx="124794" cy="5809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5" name="墨迹 24"/>
              <p14:cNvContentPartPr/>
              <p14:nvPr/>
            </p14:nvContentPartPr>
            <p14:xfrm>
              <a:off x="1518833" y="945040"/>
              <a:ext cx="43912" cy="90373"/>
            </p14:xfrm>
          </p:contentPart>
        </mc:Choice>
        <mc:Fallback xmlns="">
          <p:pic>
            <p:nvPicPr>
              <p:cNvPr id="25" name="墨迹 24"/>
            </p:nvPicPr>
            <p:blipFill>
              <a:blip/>
            </p:blipFill>
            <p:spPr>
              <a:xfrm>
                <a:off x="1518833" y="945040"/>
                <a:ext cx="43912" cy="90373"/>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6" name="墨迹 25"/>
              <p14:cNvContentPartPr/>
              <p14:nvPr/>
            </p14:nvContentPartPr>
            <p14:xfrm>
              <a:off x="3037667" y="791406"/>
              <a:ext cx="118821" cy="220768"/>
            </p14:xfrm>
          </p:contentPart>
        </mc:Choice>
        <mc:Fallback xmlns="">
          <p:pic>
            <p:nvPicPr>
              <p:cNvPr id="26" name="墨迹 25"/>
            </p:nvPicPr>
            <p:blipFill>
              <a:blip/>
            </p:blipFill>
            <p:spPr>
              <a:xfrm>
                <a:off x="3037667" y="791406"/>
                <a:ext cx="118821" cy="220768"/>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7" name="墨迹 26"/>
              <p14:cNvContentPartPr/>
              <p14:nvPr/>
            </p14:nvContentPartPr>
            <p14:xfrm>
              <a:off x="3117742" y="903727"/>
              <a:ext cx="64576" cy="5164"/>
            </p14:xfrm>
          </p:contentPart>
        </mc:Choice>
        <mc:Fallback xmlns="">
          <p:pic>
            <p:nvPicPr>
              <p:cNvPr id="27" name="墨迹 26"/>
            </p:nvPicPr>
            <p:blipFill>
              <a:blip/>
            </p:blipFill>
            <p:spPr>
              <a:xfrm>
                <a:off x="3117742" y="903727"/>
                <a:ext cx="64576" cy="5164"/>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8" name="墨迹 27"/>
              <p14:cNvContentPartPr/>
              <p14:nvPr/>
            </p14:nvContentPartPr>
            <p14:xfrm>
              <a:off x="3233979" y="915830"/>
              <a:ext cx="90407" cy="79561"/>
            </p14:xfrm>
          </p:contentPart>
        </mc:Choice>
        <mc:Fallback xmlns="">
          <p:pic>
            <p:nvPicPr>
              <p:cNvPr id="28" name="墨迹 27"/>
            </p:nvPicPr>
            <p:blipFill>
              <a:blip/>
            </p:blipFill>
            <p:spPr>
              <a:xfrm>
                <a:off x="3233979" y="915830"/>
                <a:ext cx="90407" cy="79561"/>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9" name="墨迹 28"/>
              <p14:cNvContentPartPr/>
              <p14:nvPr/>
            </p14:nvContentPartPr>
            <p14:xfrm>
              <a:off x="3357966" y="936003"/>
              <a:ext cx="118820" cy="61970"/>
            </p14:xfrm>
          </p:contentPart>
        </mc:Choice>
        <mc:Fallback xmlns="">
          <p:pic>
            <p:nvPicPr>
              <p:cNvPr id="29" name="墨迹 28"/>
            </p:nvPicPr>
            <p:blipFill>
              <a:blip/>
            </p:blipFill>
            <p:spPr>
              <a:xfrm>
                <a:off x="3357966" y="936003"/>
                <a:ext cx="118820" cy="6197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30" name="墨迹 29"/>
              <p14:cNvContentPartPr/>
              <p14:nvPr/>
            </p14:nvContentPartPr>
            <p14:xfrm>
              <a:off x="3545721" y="900822"/>
              <a:ext cx="55051" cy="113934"/>
            </p14:xfrm>
          </p:contentPart>
        </mc:Choice>
        <mc:Fallback xmlns="">
          <p:pic>
            <p:nvPicPr>
              <p:cNvPr id="30" name="墨迹 29"/>
            </p:nvPicPr>
            <p:blipFill>
              <a:blip/>
            </p:blipFill>
            <p:spPr>
              <a:xfrm>
                <a:off x="3545721" y="900822"/>
                <a:ext cx="55051" cy="11393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31" name="墨迹 30"/>
              <p14:cNvContentPartPr/>
              <p14:nvPr/>
            </p14:nvContentPartPr>
            <p14:xfrm>
              <a:off x="4778601" y="834019"/>
              <a:ext cx="218845" cy="190868"/>
            </p14:xfrm>
          </p:contentPart>
        </mc:Choice>
        <mc:Fallback xmlns="">
          <p:pic>
            <p:nvPicPr>
              <p:cNvPr id="31" name="墨迹 30"/>
            </p:nvPicPr>
            <p:blipFill>
              <a:blip/>
            </p:blipFill>
            <p:spPr>
              <a:xfrm>
                <a:off x="4778601" y="834019"/>
                <a:ext cx="218845" cy="190868"/>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32" name="墨迹 31"/>
              <p14:cNvContentPartPr/>
              <p14:nvPr/>
            </p14:nvContentPartPr>
            <p14:xfrm>
              <a:off x="5047457" y="925703"/>
              <a:ext cx="128027" cy="87186"/>
            </p14:xfrm>
          </p:contentPart>
        </mc:Choice>
        <mc:Fallback xmlns="">
          <p:pic>
            <p:nvPicPr>
              <p:cNvPr id="32" name="墨迹 31"/>
            </p:nvPicPr>
            <p:blipFill>
              <a:blip/>
            </p:blipFill>
            <p:spPr>
              <a:xfrm>
                <a:off x="5047457" y="925703"/>
                <a:ext cx="128027" cy="87186"/>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33" name="墨迹 32"/>
              <p14:cNvContentPartPr/>
              <p14:nvPr/>
            </p14:nvContentPartPr>
            <p14:xfrm>
              <a:off x="5207491" y="919304"/>
              <a:ext cx="116824" cy="77587"/>
            </p14:xfrm>
          </p:contentPart>
        </mc:Choice>
        <mc:Fallback xmlns="">
          <p:pic>
            <p:nvPicPr>
              <p:cNvPr id="33" name="墨迹 32"/>
            </p:nvPicPr>
            <p:blipFill>
              <a:blip/>
            </p:blipFill>
            <p:spPr>
              <a:xfrm>
                <a:off x="5207491" y="919304"/>
                <a:ext cx="116824" cy="77587"/>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34" name="墨迹 33"/>
              <p14:cNvContentPartPr/>
              <p14:nvPr/>
            </p14:nvContentPartPr>
            <p14:xfrm>
              <a:off x="5380327" y="909706"/>
              <a:ext cx="68813" cy="86386"/>
            </p14:xfrm>
          </p:contentPart>
        </mc:Choice>
        <mc:Fallback xmlns="">
          <p:pic>
            <p:nvPicPr>
              <p:cNvPr id="34" name="墨迹 33"/>
            </p:nvPicPr>
            <p:blipFill>
              <a:blip/>
            </p:blipFill>
            <p:spPr>
              <a:xfrm>
                <a:off x="5380327" y="909706"/>
                <a:ext cx="68813" cy="86386"/>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35" name="墨迹 34"/>
              <p14:cNvContentPartPr/>
              <p14:nvPr/>
            </p14:nvContentPartPr>
            <p14:xfrm>
              <a:off x="5476347" y="914005"/>
              <a:ext cx="67214" cy="62890"/>
            </p14:xfrm>
          </p:contentPart>
        </mc:Choice>
        <mc:Fallback xmlns="">
          <p:pic>
            <p:nvPicPr>
              <p:cNvPr id="35" name="墨迹 34"/>
            </p:nvPicPr>
            <p:blipFill>
              <a:blip/>
            </p:blipFill>
            <p:spPr>
              <a:xfrm>
                <a:off x="5476347" y="914005"/>
                <a:ext cx="67214" cy="6289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36" name="墨迹 35"/>
              <p14:cNvContentPartPr/>
              <p14:nvPr/>
            </p14:nvContentPartPr>
            <p14:xfrm>
              <a:off x="5569166" y="874512"/>
              <a:ext cx="46409" cy="11198"/>
            </p14:xfrm>
          </p:contentPart>
        </mc:Choice>
        <mc:Fallback xmlns="">
          <p:pic>
            <p:nvPicPr>
              <p:cNvPr id="36" name="墨迹 35"/>
            </p:nvPicPr>
            <p:blipFill>
              <a:blip/>
            </p:blipFill>
            <p:spPr>
              <a:xfrm>
                <a:off x="5569166" y="874512"/>
                <a:ext cx="46409" cy="11198"/>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37" name="墨迹 36"/>
              <p14:cNvContentPartPr/>
              <p14:nvPr/>
            </p14:nvContentPartPr>
            <p14:xfrm>
              <a:off x="5597972" y="922504"/>
              <a:ext cx="1601" cy="60790"/>
            </p14:xfrm>
          </p:contentPart>
        </mc:Choice>
        <mc:Fallback xmlns="">
          <p:pic>
            <p:nvPicPr>
              <p:cNvPr id="37" name="墨迹 36"/>
            </p:nvPicPr>
            <p:blipFill>
              <a:blip/>
            </p:blipFill>
            <p:spPr>
              <a:xfrm>
                <a:off x="5597972" y="922504"/>
                <a:ext cx="1601" cy="6079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38" name="墨迹 37"/>
              <p14:cNvContentPartPr/>
              <p14:nvPr/>
            </p14:nvContentPartPr>
            <p14:xfrm>
              <a:off x="5651884" y="909706"/>
              <a:ext cx="94919" cy="12798"/>
            </p14:xfrm>
          </p:contentPart>
        </mc:Choice>
        <mc:Fallback xmlns="">
          <p:pic>
            <p:nvPicPr>
              <p:cNvPr id="38" name="墨迹 37"/>
            </p:nvPicPr>
            <p:blipFill>
              <a:blip/>
            </p:blipFill>
            <p:spPr>
              <a:xfrm>
                <a:off x="5651884" y="909706"/>
                <a:ext cx="94919" cy="12798"/>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39" name="墨迹 38"/>
              <p14:cNvContentPartPr/>
              <p14:nvPr/>
            </p14:nvContentPartPr>
            <p14:xfrm>
              <a:off x="5700393" y="890509"/>
              <a:ext cx="117625" cy="214364"/>
            </p14:xfrm>
          </p:contentPart>
        </mc:Choice>
        <mc:Fallback xmlns="">
          <p:pic>
            <p:nvPicPr>
              <p:cNvPr id="39" name="墨迹 38"/>
            </p:nvPicPr>
            <p:blipFill>
              <a:blip/>
            </p:blipFill>
            <p:spPr>
              <a:xfrm>
                <a:off x="5700393" y="890509"/>
                <a:ext cx="117625" cy="214364"/>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43" name="墨迹 42"/>
              <p14:cNvContentPartPr/>
              <p14:nvPr/>
            </p14:nvContentPartPr>
            <p14:xfrm>
              <a:off x="11032122" y="743868"/>
              <a:ext cx="496868" cy="443957"/>
            </p14:xfrm>
          </p:contentPart>
        </mc:Choice>
        <mc:Fallback xmlns="">
          <p:pic>
            <p:nvPicPr>
              <p:cNvPr id="43" name="墨迹 42"/>
            </p:nvPicPr>
            <p:blipFill>
              <a:blip/>
            </p:blipFill>
            <p:spPr>
              <a:xfrm>
                <a:off x="11032122" y="743868"/>
                <a:ext cx="496868" cy="443957"/>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4" name="墨迹 43"/>
              <p14:cNvContentPartPr/>
              <p14:nvPr/>
            </p14:nvContentPartPr>
            <p14:xfrm>
              <a:off x="11140652" y="917232"/>
              <a:ext cx="76166" cy="98121"/>
            </p14:xfrm>
          </p:contentPart>
        </mc:Choice>
        <mc:Fallback xmlns="">
          <p:pic>
            <p:nvPicPr>
              <p:cNvPr id="44" name="墨迹 43"/>
            </p:nvPicPr>
            <p:blipFill>
              <a:blip/>
            </p:blipFill>
            <p:spPr>
              <a:xfrm>
                <a:off x="11140652" y="917232"/>
                <a:ext cx="76166" cy="98121"/>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45" name="墨迹 44"/>
              <p14:cNvContentPartPr/>
              <p14:nvPr/>
            </p14:nvContentPartPr>
            <p14:xfrm>
              <a:off x="11256867" y="911513"/>
              <a:ext cx="38978" cy="105806"/>
            </p14:xfrm>
          </p:contentPart>
        </mc:Choice>
        <mc:Fallback xmlns="">
          <p:pic>
            <p:nvPicPr>
              <p:cNvPr id="45" name="墨迹 44"/>
            </p:nvPicPr>
            <p:blipFill>
              <a:blip/>
            </p:blipFill>
            <p:spPr>
              <a:xfrm>
                <a:off x="11256867" y="911513"/>
                <a:ext cx="38978" cy="105806"/>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6" name="墨迹 45"/>
              <p14:cNvContentPartPr/>
              <p14:nvPr/>
            </p14:nvContentPartPr>
            <p14:xfrm>
              <a:off x="11311221" y="945829"/>
              <a:ext cx="74378" cy="65771"/>
            </p14:xfrm>
          </p:contentPart>
        </mc:Choice>
        <mc:Fallback xmlns="">
          <p:pic>
            <p:nvPicPr>
              <p:cNvPr id="46" name="墨迹 45"/>
            </p:nvPicPr>
            <p:blipFill>
              <a:blip/>
            </p:blipFill>
            <p:spPr>
              <a:xfrm>
                <a:off x="11311221" y="945829"/>
                <a:ext cx="74378" cy="65771"/>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47" name="墨迹 46"/>
              <p14:cNvContentPartPr/>
              <p14:nvPr/>
            </p14:nvContentPartPr>
            <p14:xfrm>
              <a:off x="11389441" y="951548"/>
              <a:ext cx="80547" cy="57103"/>
            </p14:xfrm>
          </p:contentPart>
        </mc:Choice>
        <mc:Fallback xmlns="">
          <p:pic>
            <p:nvPicPr>
              <p:cNvPr id="47" name="墨迹 46"/>
            </p:nvPicPr>
            <p:blipFill>
              <a:blip/>
            </p:blipFill>
            <p:spPr>
              <a:xfrm>
                <a:off x="11389441" y="951548"/>
                <a:ext cx="80547" cy="57103"/>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9" name="墨迹 48"/>
              <p14:cNvContentPartPr/>
              <p14:nvPr/>
            </p14:nvContentPartPr>
            <p14:xfrm>
              <a:off x="187233" y="5586875"/>
              <a:ext cx="10810245" cy="93581"/>
            </p14:xfrm>
          </p:contentPart>
        </mc:Choice>
        <mc:Fallback xmlns="">
          <p:pic>
            <p:nvPicPr>
              <p:cNvPr id="49" name="墨迹 48"/>
            </p:nvPicPr>
            <p:blipFill>
              <a:blip/>
            </p:blipFill>
            <p:spPr>
              <a:xfrm>
                <a:off x="187233" y="5586875"/>
                <a:ext cx="10810245" cy="93581"/>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50" name="墨迹 49"/>
              <p14:cNvContentPartPr/>
              <p14:nvPr/>
            </p14:nvContentPartPr>
            <p14:xfrm>
              <a:off x="10958061" y="5682919"/>
              <a:ext cx="505037" cy="41865"/>
            </p14:xfrm>
          </p:contentPart>
        </mc:Choice>
        <mc:Fallback xmlns="">
          <p:pic>
            <p:nvPicPr>
              <p:cNvPr id="50" name="墨迹 49"/>
            </p:nvPicPr>
            <p:blipFill>
              <a:blip/>
            </p:blipFill>
            <p:spPr>
              <a:xfrm>
                <a:off x="10958061" y="5682919"/>
                <a:ext cx="505037" cy="4186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4" name="墨迹 3"/>
              <p14:cNvContentPartPr/>
              <p14:nvPr/>
            </p14:nvContentPartPr>
            <p14:xfrm>
              <a:off x="2449394" y="1467282"/>
              <a:ext cx="6931585" cy="2260577"/>
            </p14:xfrm>
          </p:contentPart>
        </mc:Choice>
        <mc:Fallback xmlns="">
          <p:pic>
            <p:nvPicPr>
              <p:cNvPr id="4" name="墨迹 3"/>
            </p:nvPicPr>
            <p:blipFill>
              <a:blip/>
            </p:blipFill>
            <p:spPr>
              <a:xfrm>
                <a:off x="2449394" y="1467282"/>
                <a:ext cx="6931585" cy="2260577"/>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5" name="墨迹 4"/>
              <p14:cNvContentPartPr/>
              <p14:nvPr/>
            </p14:nvContentPartPr>
            <p14:xfrm>
              <a:off x="4716650" y="2295467"/>
              <a:ext cx="30997" cy="302749"/>
            </p14:xfrm>
          </p:contentPart>
        </mc:Choice>
        <mc:Fallback xmlns="">
          <p:pic>
            <p:nvPicPr>
              <p:cNvPr id="5" name="墨迹 4"/>
            </p:nvPicPr>
            <p:blipFill>
              <a:blip/>
            </p:blipFill>
            <p:spPr>
              <a:xfrm>
                <a:off x="4716650" y="2295467"/>
                <a:ext cx="30997" cy="302749"/>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13" name="墨迹 12"/>
              <p14:cNvContentPartPr/>
              <p14:nvPr/>
            </p14:nvContentPartPr>
            <p14:xfrm>
              <a:off x="4776061" y="2269162"/>
              <a:ext cx="76522" cy="165737"/>
            </p14:xfrm>
          </p:contentPart>
        </mc:Choice>
        <mc:Fallback xmlns="">
          <p:pic>
            <p:nvPicPr>
              <p:cNvPr id="13" name="墨迹 12"/>
            </p:nvPicPr>
            <p:blipFill>
              <a:blip/>
            </p:blipFill>
            <p:spPr>
              <a:xfrm>
                <a:off x="4776061" y="2269162"/>
                <a:ext cx="76522" cy="165737"/>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40" name="墨迹 39"/>
              <p14:cNvContentPartPr/>
              <p14:nvPr/>
            </p14:nvContentPartPr>
            <p14:xfrm>
              <a:off x="4947188" y="2267064"/>
              <a:ext cx="40683" cy="38731"/>
            </p14:xfrm>
          </p:contentPart>
        </mc:Choice>
        <mc:Fallback xmlns="">
          <p:pic>
            <p:nvPicPr>
              <p:cNvPr id="40" name="墨迹 39"/>
            </p:nvPicPr>
            <p:blipFill>
              <a:blip/>
            </p:blipFill>
            <p:spPr>
              <a:xfrm>
                <a:off x="4947188" y="2267064"/>
                <a:ext cx="40683" cy="38731"/>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41" name="墨迹 40"/>
              <p14:cNvContentPartPr/>
              <p14:nvPr/>
            </p14:nvContentPartPr>
            <p14:xfrm>
              <a:off x="4949125" y="2344527"/>
              <a:ext cx="36163" cy="178163"/>
            </p14:xfrm>
          </p:contentPart>
        </mc:Choice>
        <mc:Fallback xmlns="">
          <p:pic>
            <p:nvPicPr>
              <p:cNvPr id="41" name="墨迹 40"/>
            </p:nvPicPr>
            <p:blipFill>
              <a:blip/>
            </p:blipFill>
            <p:spPr>
              <a:xfrm>
                <a:off x="4949125" y="2344527"/>
                <a:ext cx="36163" cy="178163"/>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42" name="墨迹 41"/>
              <p14:cNvContentPartPr/>
              <p14:nvPr/>
            </p14:nvContentPartPr>
            <p14:xfrm>
              <a:off x="5090708" y="2329034"/>
              <a:ext cx="191630" cy="142499"/>
            </p14:xfrm>
          </p:contentPart>
        </mc:Choice>
        <mc:Fallback xmlns="">
          <p:pic>
            <p:nvPicPr>
              <p:cNvPr id="42" name="墨迹 41"/>
            </p:nvPicPr>
            <p:blipFill>
              <a:blip/>
            </p:blipFill>
            <p:spPr>
              <a:xfrm>
                <a:off x="5090708" y="2329034"/>
                <a:ext cx="191630" cy="142499"/>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48" name="墨迹 47"/>
              <p14:cNvContentPartPr/>
              <p14:nvPr/>
            </p14:nvContentPartPr>
            <p14:xfrm>
              <a:off x="5315273" y="2321288"/>
              <a:ext cx="111717" cy="18074"/>
            </p14:xfrm>
          </p:contentPart>
        </mc:Choice>
        <mc:Fallback xmlns="">
          <p:pic>
            <p:nvPicPr>
              <p:cNvPr id="48" name="墨迹 47"/>
            </p:nvPicPr>
            <p:blipFill>
              <a:blip/>
            </p:blipFill>
            <p:spPr>
              <a:xfrm>
                <a:off x="5315273" y="2321288"/>
                <a:ext cx="111717" cy="18074"/>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51" name="墨迹 50"/>
              <p14:cNvContentPartPr/>
              <p14:nvPr/>
            </p14:nvContentPartPr>
            <p14:xfrm>
              <a:off x="5362413" y="2282557"/>
              <a:ext cx="113655" cy="214796"/>
            </p14:xfrm>
          </p:contentPart>
        </mc:Choice>
        <mc:Fallback xmlns="">
          <p:pic>
            <p:nvPicPr>
              <p:cNvPr id="51" name="墨迹 50"/>
            </p:nvPicPr>
            <p:blipFill>
              <a:blip/>
            </p:blipFill>
            <p:spPr>
              <a:xfrm>
                <a:off x="5362413" y="2282557"/>
                <a:ext cx="113655" cy="214796"/>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52" name="墨迹 51"/>
              <p14:cNvContentPartPr/>
              <p14:nvPr/>
            </p14:nvContentPartPr>
            <p14:xfrm>
              <a:off x="5507064" y="2347109"/>
              <a:ext cx="103322" cy="131686"/>
            </p14:xfrm>
          </p:contentPart>
        </mc:Choice>
        <mc:Fallback xmlns="">
          <p:pic>
            <p:nvPicPr>
              <p:cNvPr id="52" name="墨迹 51"/>
            </p:nvPicPr>
            <p:blipFill>
              <a:blip/>
            </p:blipFill>
            <p:spPr>
              <a:xfrm>
                <a:off x="5507064" y="2347109"/>
                <a:ext cx="103322" cy="131686"/>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53" name="墨迹 52"/>
              <p14:cNvContentPartPr/>
              <p14:nvPr/>
            </p14:nvContentPartPr>
            <p14:xfrm>
              <a:off x="5682711" y="2318706"/>
              <a:ext cx="136902" cy="142014"/>
            </p14:xfrm>
          </p:contentPart>
        </mc:Choice>
        <mc:Fallback xmlns="">
          <p:pic>
            <p:nvPicPr>
              <p:cNvPr id="53" name="墨迹 52"/>
            </p:nvPicPr>
            <p:blipFill>
              <a:blip/>
            </p:blipFill>
            <p:spPr>
              <a:xfrm>
                <a:off x="5682711" y="2318706"/>
                <a:ext cx="136902" cy="142014"/>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54" name="墨迹 53"/>
              <p14:cNvContentPartPr/>
              <p14:nvPr/>
            </p14:nvContentPartPr>
            <p14:xfrm>
              <a:off x="5897104" y="2310960"/>
              <a:ext cx="93474" cy="175581"/>
            </p14:xfrm>
          </p:contentPart>
        </mc:Choice>
        <mc:Fallback xmlns="">
          <p:pic>
            <p:nvPicPr>
              <p:cNvPr id="54" name="墨迹 53"/>
            </p:nvPicPr>
            <p:blipFill>
              <a:blip/>
            </p:blipFill>
            <p:spPr>
              <a:xfrm>
                <a:off x="5897104" y="2310960"/>
                <a:ext cx="93474" cy="175581"/>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55" name="墨迹 54"/>
              <p14:cNvContentPartPr/>
              <p14:nvPr/>
            </p14:nvContentPartPr>
            <p14:xfrm>
              <a:off x="1823633" y="4126161"/>
              <a:ext cx="6008177" cy="56806"/>
            </p14:xfrm>
          </p:contentPart>
        </mc:Choice>
        <mc:Fallback xmlns="">
          <p:pic>
            <p:nvPicPr>
              <p:cNvPr id="55" name="墨迹 54"/>
            </p:nvPicPr>
            <p:blipFill>
              <a:blip/>
            </p:blipFill>
            <p:spPr>
              <a:xfrm>
                <a:off x="1823633" y="4126161"/>
                <a:ext cx="6008177" cy="56806"/>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6" name="墨迹 55"/>
              <p14:cNvContentPartPr/>
              <p14:nvPr/>
            </p14:nvContentPartPr>
            <p14:xfrm>
              <a:off x="4014061" y="4088075"/>
              <a:ext cx="216976" cy="169933"/>
            </p14:xfrm>
          </p:contentPart>
        </mc:Choice>
        <mc:Fallback xmlns="">
          <p:pic>
            <p:nvPicPr>
              <p:cNvPr id="56" name="墨迹 55"/>
            </p:nvPicPr>
            <p:blipFill>
              <a:blip/>
            </p:blipFill>
            <p:spPr>
              <a:xfrm>
                <a:off x="4014061" y="4088075"/>
                <a:ext cx="216976" cy="169933"/>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57" name="墨迹 56"/>
              <p14:cNvContentPartPr/>
              <p14:nvPr/>
            </p14:nvContentPartPr>
            <p14:xfrm>
              <a:off x="4418308" y="4095176"/>
              <a:ext cx="100255" cy="134268"/>
            </p14:xfrm>
          </p:contentPart>
        </mc:Choice>
        <mc:Fallback xmlns="">
          <p:pic>
            <p:nvPicPr>
              <p:cNvPr id="57" name="墨迹 56"/>
            </p:nvPicPr>
            <p:blipFill>
              <a:blip/>
            </p:blipFill>
            <p:spPr>
              <a:xfrm>
                <a:off x="4418308" y="4095176"/>
                <a:ext cx="100255" cy="134268"/>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8" name="墨迹 57"/>
              <p14:cNvContentPartPr/>
              <p14:nvPr/>
            </p14:nvContentPartPr>
            <p14:xfrm>
              <a:off x="4541003" y="4110668"/>
              <a:ext cx="183397" cy="92794"/>
            </p14:xfrm>
          </p:contentPart>
        </mc:Choice>
        <mc:Fallback xmlns="">
          <p:pic>
            <p:nvPicPr>
              <p:cNvPr id="58" name="墨迹 57"/>
            </p:nvPicPr>
            <p:blipFill>
              <a:blip/>
            </p:blipFill>
            <p:spPr>
              <a:xfrm>
                <a:off x="4541003" y="4110668"/>
                <a:ext cx="183397" cy="92794"/>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59" name="墨迹 58"/>
              <p14:cNvContentPartPr/>
              <p14:nvPr/>
            </p14:nvContentPartPr>
            <p14:xfrm>
              <a:off x="4876800" y="3932182"/>
              <a:ext cx="204868" cy="328247"/>
            </p14:xfrm>
          </p:contentPart>
        </mc:Choice>
        <mc:Fallback xmlns="">
          <p:pic>
            <p:nvPicPr>
              <p:cNvPr id="59" name="墨迹 58"/>
            </p:nvPicPr>
            <p:blipFill>
              <a:blip/>
            </p:blipFill>
            <p:spPr>
              <a:xfrm>
                <a:off x="4876800" y="3932182"/>
                <a:ext cx="204868" cy="328247"/>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60" name="墨迹 59"/>
              <p14:cNvContentPartPr/>
              <p14:nvPr/>
            </p14:nvContentPartPr>
            <p14:xfrm>
              <a:off x="5140271" y="4090012"/>
              <a:ext cx="72325" cy="183327"/>
            </p14:xfrm>
          </p:contentPart>
        </mc:Choice>
        <mc:Fallback xmlns="">
          <p:pic>
            <p:nvPicPr>
              <p:cNvPr id="60" name="墨迹 59"/>
            </p:nvPicPr>
            <p:blipFill>
              <a:blip/>
            </p:blipFill>
            <p:spPr>
              <a:xfrm>
                <a:off x="5140271" y="4090012"/>
                <a:ext cx="72325" cy="183327"/>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61" name="墨迹 60"/>
              <p14:cNvContentPartPr/>
              <p14:nvPr/>
            </p14:nvContentPartPr>
            <p14:xfrm>
              <a:off x="3874576" y="4565114"/>
              <a:ext cx="5331417" cy="77462"/>
            </p14:xfrm>
          </p:contentPart>
        </mc:Choice>
        <mc:Fallback xmlns="">
          <p:pic>
            <p:nvPicPr>
              <p:cNvPr id="61" name="墨迹 60"/>
            </p:nvPicPr>
            <p:blipFill>
              <a:blip/>
            </p:blipFill>
            <p:spPr>
              <a:xfrm>
                <a:off x="3874576" y="4565114"/>
                <a:ext cx="5331417" cy="77462"/>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62" name="墨迹 61"/>
              <p14:cNvContentPartPr/>
              <p14:nvPr/>
            </p14:nvContentPartPr>
            <p14:xfrm>
              <a:off x="9144000" y="5802575"/>
              <a:ext cx="87823" cy="251430"/>
            </p14:xfrm>
          </p:contentPart>
        </mc:Choice>
        <mc:Fallback xmlns="">
          <p:pic>
            <p:nvPicPr>
              <p:cNvPr id="62" name="墨迹 61"/>
            </p:nvPicPr>
            <p:blipFill>
              <a:blip/>
            </p:blipFill>
            <p:spPr>
              <a:xfrm>
                <a:off x="9144000" y="5802575"/>
                <a:ext cx="87823" cy="25143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63" name="墨迹 62"/>
              <p14:cNvContentPartPr/>
              <p14:nvPr/>
            </p14:nvContentPartPr>
            <p14:xfrm>
              <a:off x="9179517" y="5843888"/>
              <a:ext cx="83303" cy="222705"/>
            </p14:xfrm>
          </p:contentPart>
        </mc:Choice>
        <mc:Fallback xmlns="">
          <p:pic>
            <p:nvPicPr>
              <p:cNvPr id="63" name="墨迹 62"/>
            </p:nvPicPr>
            <p:blipFill>
              <a:blip/>
            </p:blipFill>
            <p:spPr>
              <a:xfrm>
                <a:off x="9179517" y="5843888"/>
                <a:ext cx="83303" cy="22270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64" name="墨迹 63"/>
              <p14:cNvContentPartPr/>
              <p14:nvPr/>
            </p14:nvContentPartPr>
            <p14:xfrm>
              <a:off x="9350644" y="5825168"/>
              <a:ext cx="108488" cy="237552"/>
            </p14:xfrm>
          </p:contentPart>
        </mc:Choice>
        <mc:Fallback xmlns="">
          <p:pic>
            <p:nvPicPr>
              <p:cNvPr id="64" name="墨迹 63"/>
            </p:nvPicPr>
            <p:blipFill>
              <a:blip/>
            </p:blipFill>
            <p:spPr>
              <a:xfrm>
                <a:off x="9350644" y="5825168"/>
                <a:ext cx="108488" cy="237552"/>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65" name="墨迹 64"/>
              <p14:cNvContentPartPr/>
              <p14:nvPr/>
            </p14:nvContentPartPr>
            <p14:xfrm>
              <a:off x="9479796" y="5943944"/>
              <a:ext cx="67159" cy="103928"/>
            </p14:xfrm>
          </p:contentPart>
        </mc:Choice>
        <mc:Fallback xmlns="">
          <p:pic>
            <p:nvPicPr>
              <p:cNvPr id="65" name="墨迹 64"/>
            </p:nvPicPr>
            <p:blipFill>
              <a:blip/>
            </p:blipFill>
            <p:spPr>
              <a:xfrm>
                <a:off x="9479796" y="5943944"/>
                <a:ext cx="67159" cy="103928"/>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66" name="墨迹 65"/>
              <p14:cNvContentPartPr/>
              <p14:nvPr/>
            </p14:nvContentPartPr>
            <p14:xfrm>
              <a:off x="9577952" y="5930227"/>
              <a:ext cx="95573" cy="130395"/>
            </p14:xfrm>
          </p:contentPart>
        </mc:Choice>
        <mc:Fallback xmlns="">
          <p:pic>
            <p:nvPicPr>
              <p:cNvPr id="66" name="墨迹 65"/>
            </p:nvPicPr>
            <p:blipFill>
              <a:blip/>
            </p:blipFill>
            <p:spPr>
              <a:xfrm>
                <a:off x="9577952" y="5930227"/>
                <a:ext cx="95573" cy="130395"/>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67" name="墨迹 66"/>
              <p14:cNvContentPartPr/>
              <p14:nvPr/>
            </p14:nvContentPartPr>
            <p14:xfrm>
              <a:off x="9716791" y="5902630"/>
              <a:ext cx="119466" cy="20657"/>
            </p14:xfrm>
          </p:contentPart>
        </mc:Choice>
        <mc:Fallback xmlns="">
          <p:pic>
            <p:nvPicPr>
              <p:cNvPr id="67" name="墨迹 66"/>
            </p:nvPicPr>
            <p:blipFill>
              <a:blip/>
            </p:blipFill>
            <p:spPr>
              <a:xfrm>
                <a:off x="9716791" y="5902630"/>
                <a:ext cx="119466" cy="20657"/>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68" name="墨迹 67"/>
              <p14:cNvContentPartPr/>
              <p14:nvPr/>
            </p14:nvContentPartPr>
            <p14:xfrm>
              <a:off x="9739393" y="5871645"/>
              <a:ext cx="81366" cy="185265"/>
            </p14:xfrm>
          </p:contentPart>
        </mc:Choice>
        <mc:Fallback xmlns="">
          <p:pic>
            <p:nvPicPr>
              <p:cNvPr id="68" name="墨迹 67"/>
            </p:nvPicPr>
            <p:blipFill>
              <a:blip/>
            </p:blipFill>
            <p:spPr>
              <a:xfrm>
                <a:off x="9739393" y="5871645"/>
                <a:ext cx="81366" cy="18526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69" name="墨迹 68"/>
              <p14:cNvContentPartPr/>
              <p14:nvPr/>
            </p14:nvContentPartPr>
            <p14:xfrm>
              <a:off x="9955077" y="5923287"/>
              <a:ext cx="103323" cy="113612"/>
            </p14:xfrm>
          </p:contentPart>
        </mc:Choice>
        <mc:Fallback xmlns="">
          <p:pic>
            <p:nvPicPr>
              <p:cNvPr id="69" name="墨迹 68"/>
            </p:nvPicPr>
            <p:blipFill>
              <a:blip/>
            </p:blipFill>
            <p:spPr>
              <a:xfrm>
                <a:off x="9955077" y="5923287"/>
                <a:ext cx="103323" cy="113612"/>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70" name="墨迹 69"/>
              <p14:cNvContentPartPr/>
              <p14:nvPr/>
            </p14:nvContentPartPr>
            <p14:xfrm>
              <a:off x="10120393" y="5905858"/>
              <a:ext cx="51660" cy="154279"/>
            </p14:xfrm>
          </p:contentPart>
        </mc:Choice>
        <mc:Fallback xmlns="">
          <p:pic>
            <p:nvPicPr>
              <p:cNvPr id="70" name="墨迹 69"/>
            </p:nvPicPr>
            <p:blipFill>
              <a:blip/>
            </p:blipFill>
            <p:spPr>
              <a:xfrm>
                <a:off x="10120393" y="5905858"/>
                <a:ext cx="51660" cy="154279"/>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71" name="墨迹 70"/>
              <p14:cNvContentPartPr/>
              <p14:nvPr/>
            </p14:nvContentPartPr>
            <p14:xfrm>
              <a:off x="6673473" y="5777722"/>
              <a:ext cx="305930" cy="334703"/>
            </p14:xfrm>
          </p:contentPart>
        </mc:Choice>
        <mc:Fallback xmlns="">
          <p:pic>
            <p:nvPicPr>
              <p:cNvPr id="71" name="墨迹 70"/>
            </p:nvPicPr>
            <p:blipFill>
              <a:blip/>
            </p:blipFill>
            <p:spPr>
              <a:xfrm>
                <a:off x="6673473" y="5777722"/>
                <a:ext cx="305930" cy="334703"/>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72" name="墨迹 71"/>
              <p14:cNvContentPartPr/>
              <p14:nvPr/>
            </p14:nvContentPartPr>
            <p14:xfrm>
              <a:off x="7007171" y="5974928"/>
              <a:ext cx="127215" cy="111675"/>
            </p14:xfrm>
          </p:contentPart>
        </mc:Choice>
        <mc:Fallback xmlns="">
          <p:pic>
            <p:nvPicPr>
              <p:cNvPr id="72" name="墨迹 71"/>
            </p:nvPicPr>
            <p:blipFill>
              <a:blip/>
            </p:blipFill>
            <p:spPr>
              <a:xfrm>
                <a:off x="7007171" y="5974928"/>
                <a:ext cx="127215" cy="111675"/>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73" name="墨迹 72"/>
              <p14:cNvContentPartPr/>
              <p14:nvPr/>
            </p14:nvContentPartPr>
            <p14:xfrm>
              <a:off x="7127928" y="5941361"/>
              <a:ext cx="114946" cy="12911"/>
            </p14:xfrm>
          </p:contentPart>
        </mc:Choice>
        <mc:Fallback xmlns="">
          <p:pic>
            <p:nvPicPr>
              <p:cNvPr id="73" name="墨迹 72"/>
            </p:nvPicPr>
            <p:blipFill>
              <a:blip/>
            </p:blipFill>
            <p:spPr>
              <a:xfrm>
                <a:off x="7127928" y="5941361"/>
                <a:ext cx="114946" cy="12911"/>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74" name="墨迹 73"/>
              <p14:cNvContentPartPr/>
              <p14:nvPr/>
            </p14:nvContentPartPr>
            <p14:xfrm>
              <a:off x="7175715" y="5918123"/>
              <a:ext cx="157566" cy="160089"/>
            </p14:xfrm>
          </p:contentPart>
        </mc:Choice>
        <mc:Fallback xmlns="">
          <p:pic>
            <p:nvPicPr>
              <p:cNvPr id="74" name="墨迹 73"/>
            </p:nvPicPr>
            <p:blipFill>
              <a:blip/>
            </p:blipFill>
            <p:spPr>
              <a:xfrm>
                <a:off x="7175715" y="5918123"/>
                <a:ext cx="157566" cy="160089"/>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75" name="墨迹 74"/>
              <p14:cNvContentPartPr/>
              <p14:nvPr/>
            </p14:nvContentPartPr>
            <p14:xfrm>
              <a:off x="7379776" y="5956208"/>
              <a:ext cx="85241" cy="119421"/>
            </p14:xfrm>
          </p:contentPart>
        </mc:Choice>
        <mc:Fallback xmlns="">
          <p:pic>
            <p:nvPicPr>
              <p:cNvPr id="75" name="墨迹 74"/>
            </p:nvPicPr>
            <p:blipFill>
              <a:blip/>
            </p:blipFill>
            <p:spPr>
              <a:xfrm>
                <a:off x="7379776" y="5956208"/>
                <a:ext cx="85241" cy="119421"/>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76" name="墨迹 75"/>
              <p14:cNvContentPartPr/>
              <p14:nvPr/>
            </p14:nvContentPartPr>
            <p14:xfrm>
              <a:off x="7470182" y="5962018"/>
              <a:ext cx="80075" cy="7747"/>
            </p14:xfrm>
          </p:contentPart>
        </mc:Choice>
        <mc:Fallback xmlns="">
          <p:pic>
            <p:nvPicPr>
              <p:cNvPr id="76" name="墨迹 75"/>
            </p:nvPicPr>
            <p:blipFill>
              <a:blip/>
            </p:blipFill>
            <p:spPr>
              <a:xfrm>
                <a:off x="7470182" y="5962018"/>
                <a:ext cx="80075" cy="7747"/>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77" name="墨迹 76"/>
              <p14:cNvContentPartPr/>
              <p14:nvPr/>
            </p14:nvContentPartPr>
            <p14:xfrm>
              <a:off x="7501179" y="5923287"/>
              <a:ext cx="118821" cy="188976"/>
            </p14:xfrm>
          </p:contentPart>
        </mc:Choice>
        <mc:Fallback xmlns="">
          <p:pic>
            <p:nvPicPr>
              <p:cNvPr id="77" name="墨迹 76"/>
            </p:nvPicPr>
            <p:blipFill>
              <a:blip/>
            </p:blipFill>
            <p:spPr>
              <a:xfrm>
                <a:off x="7501179" y="5923287"/>
                <a:ext cx="118821" cy="188976"/>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78" name="墨迹 77"/>
              <p14:cNvContentPartPr/>
              <p14:nvPr/>
            </p14:nvContentPartPr>
            <p14:xfrm>
              <a:off x="7723322" y="5937166"/>
              <a:ext cx="139484" cy="141046"/>
            </p14:xfrm>
          </p:contentPart>
        </mc:Choice>
        <mc:Fallback xmlns="">
          <p:pic>
            <p:nvPicPr>
              <p:cNvPr id="78" name="墨迹 77"/>
            </p:nvPicPr>
            <p:blipFill>
              <a:blip/>
            </p:blipFill>
            <p:spPr>
              <a:xfrm>
                <a:off x="7723322" y="5937166"/>
                <a:ext cx="139484" cy="141046"/>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79" name="墨迹 78"/>
              <p14:cNvContentPartPr/>
              <p14:nvPr/>
            </p14:nvContentPartPr>
            <p14:xfrm>
              <a:off x="7911077" y="5925062"/>
              <a:ext cx="48109" cy="181553"/>
            </p14:xfrm>
          </p:contentPart>
        </mc:Choice>
        <mc:Fallback xmlns="">
          <p:pic>
            <p:nvPicPr>
              <p:cNvPr id="79" name="墨迹 78"/>
            </p:nvPicPr>
            <p:blipFill>
              <a:blip/>
            </p:blipFill>
            <p:spPr>
              <a:xfrm>
                <a:off x="7911077" y="5925062"/>
                <a:ext cx="48109" cy="181553"/>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80" name="墨迹 79"/>
              <p14:cNvContentPartPr/>
              <p14:nvPr/>
            </p14:nvContentPartPr>
            <p14:xfrm>
              <a:off x="7392691" y="983771"/>
              <a:ext cx="67160" cy="43896"/>
            </p14:xfrm>
          </p:contentPart>
        </mc:Choice>
        <mc:Fallback xmlns="">
          <p:pic>
            <p:nvPicPr>
              <p:cNvPr id="80" name="墨迹 79"/>
            </p:nvPicPr>
            <p:blipFill>
              <a:blip/>
            </p:blipFill>
            <p:spPr>
              <a:xfrm>
                <a:off x="7392691" y="983771"/>
                <a:ext cx="67160" cy="43896"/>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81" name="墨迹 80"/>
              <p14:cNvContentPartPr/>
              <p14:nvPr/>
            </p14:nvContentPartPr>
            <p14:xfrm>
              <a:off x="6749422" y="820536"/>
              <a:ext cx="121155" cy="207982"/>
            </p14:xfrm>
          </p:contentPart>
        </mc:Choice>
        <mc:Fallback xmlns="">
          <p:pic>
            <p:nvPicPr>
              <p:cNvPr id="81" name="墨迹 80"/>
            </p:nvPicPr>
            <p:blipFill>
              <a:blip/>
            </p:blipFill>
            <p:spPr>
              <a:xfrm>
                <a:off x="6749422" y="820536"/>
                <a:ext cx="121155" cy="207982"/>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82" name="墨迹 81"/>
              <p14:cNvContentPartPr/>
              <p14:nvPr/>
            </p14:nvContentPartPr>
            <p14:xfrm>
              <a:off x="6916586" y="888629"/>
              <a:ext cx="78725" cy="123537"/>
            </p14:xfrm>
          </p:contentPart>
        </mc:Choice>
        <mc:Fallback xmlns="">
          <p:pic>
            <p:nvPicPr>
              <p:cNvPr id="82" name="墨迹 81"/>
            </p:nvPicPr>
            <p:blipFill>
              <a:blip/>
            </p:blipFill>
            <p:spPr>
              <a:xfrm>
                <a:off x="6916586" y="888629"/>
                <a:ext cx="78725" cy="123537"/>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83" name="墨迹 82"/>
              <p14:cNvContentPartPr/>
              <p14:nvPr/>
            </p14:nvContentPartPr>
            <p14:xfrm>
              <a:off x="7019338" y="892717"/>
              <a:ext cx="63900" cy="136440"/>
            </p14:xfrm>
          </p:contentPart>
        </mc:Choice>
        <mc:Fallback xmlns="">
          <p:pic>
            <p:nvPicPr>
              <p:cNvPr id="83" name="墨迹 82"/>
            </p:nvPicPr>
            <p:blipFill>
              <a:blip/>
            </p:blipFill>
            <p:spPr>
              <a:xfrm>
                <a:off x="7019338" y="892717"/>
                <a:ext cx="63900" cy="136440"/>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84" name="墨迹 83"/>
              <p14:cNvContentPartPr/>
              <p14:nvPr/>
            </p14:nvContentPartPr>
            <p14:xfrm>
              <a:off x="7111866" y="895272"/>
              <a:ext cx="53165" cy="118555"/>
            </p14:xfrm>
          </p:contentPart>
        </mc:Choice>
        <mc:Fallback xmlns="">
          <p:pic>
            <p:nvPicPr>
              <p:cNvPr id="84" name="墨迹 83"/>
            </p:nvPicPr>
            <p:blipFill>
              <a:blip/>
            </p:blipFill>
            <p:spPr>
              <a:xfrm>
                <a:off x="7111866" y="895272"/>
                <a:ext cx="53165" cy="118555"/>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85" name="墨迹 84"/>
              <p14:cNvContentPartPr/>
              <p14:nvPr/>
            </p14:nvContentPartPr>
            <p14:xfrm>
              <a:off x="7214106" y="904470"/>
              <a:ext cx="76170" cy="115744"/>
            </p14:xfrm>
          </p:contentPart>
        </mc:Choice>
        <mc:Fallback xmlns="">
          <p:pic>
            <p:nvPicPr>
              <p:cNvPr id="85" name="墨迹 84"/>
            </p:nvPicPr>
            <p:blipFill>
              <a:blip/>
            </p:blipFill>
            <p:spPr>
              <a:xfrm>
                <a:off x="7214106" y="904470"/>
                <a:ext cx="76170" cy="115744"/>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86" name="墨迹 85"/>
              <p14:cNvContentPartPr/>
              <p14:nvPr/>
            </p14:nvContentPartPr>
            <p14:xfrm>
              <a:off x="7295898" y="917245"/>
              <a:ext cx="106332" cy="106291"/>
            </p14:xfrm>
          </p:contentPart>
        </mc:Choice>
        <mc:Fallback xmlns="">
          <p:pic>
            <p:nvPicPr>
              <p:cNvPr id="86" name="墨迹 85"/>
            </p:nvPicPr>
            <p:blipFill>
              <a:blip/>
            </p:blipFill>
            <p:spPr>
              <a:xfrm>
                <a:off x="7295898" y="917245"/>
                <a:ext cx="106332" cy="106291"/>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87" name="墨迹 86"/>
              <p14:cNvContentPartPr/>
              <p14:nvPr/>
            </p14:nvContentPartPr>
            <p14:xfrm>
              <a:off x="7460890" y="896805"/>
              <a:ext cx="33995" cy="129286"/>
            </p14:xfrm>
          </p:contentPart>
        </mc:Choice>
        <mc:Fallback xmlns="">
          <p:pic>
            <p:nvPicPr>
              <p:cNvPr id="87" name="墨迹 86"/>
            </p:nvPicPr>
            <p:blipFill>
              <a:blip/>
            </p:blipFill>
            <p:spPr>
              <a:xfrm>
                <a:off x="7460890" y="896805"/>
                <a:ext cx="33995" cy="129286"/>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88" name="墨迹 87"/>
              <p14:cNvContentPartPr/>
              <p14:nvPr/>
            </p14:nvContentPartPr>
            <p14:xfrm>
              <a:off x="933127" y="1167099"/>
              <a:ext cx="771686" cy="25821"/>
            </p14:xfrm>
          </p:contentPart>
        </mc:Choice>
        <mc:Fallback xmlns="">
          <p:pic>
            <p:nvPicPr>
              <p:cNvPr id="88" name="墨迹 87"/>
            </p:nvPicPr>
            <p:blipFill>
              <a:blip/>
            </p:blipFill>
            <p:spPr>
              <a:xfrm>
                <a:off x="933127" y="1167099"/>
                <a:ext cx="771686" cy="25821"/>
              </a:xfrm>
              <a:prstGeom prst="rect"/>
            </p:spPr>
          </p:pic>
        </mc:Fallback>
      </mc:AlternateContent>
    </p:spTree>
    <p:custDataLst>
      <p:tags r:id="rId8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201477" y="965697"/>
              <a:ext cx="11065791" cy="206566"/>
            </p14:xfrm>
          </p:contentPart>
        </mc:Choice>
        <mc:Fallback xmlns="">
          <p:pic>
            <p:nvPicPr>
              <p:cNvPr id="18" name="墨迹 17"/>
            </p:nvPicPr>
            <p:blipFill>
              <a:blip/>
            </p:blipFill>
            <p:spPr>
              <a:xfrm>
                <a:off x="201477" y="965697"/>
                <a:ext cx="11065791" cy="206566"/>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19" name="墨迹 18"/>
              <p14:cNvContentPartPr/>
              <p14:nvPr/>
            </p14:nvContentPartPr>
            <p14:xfrm>
              <a:off x="5463152" y="276927"/>
              <a:ext cx="410705" cy="669727"/>
            </p14:xfrm>
          </p:contentPart>
        </mc:Choice>
        <mc:Fallback xmlns="">
          <p:pic>
            <p:nvPicPr>
              <p:cNvPr id="19" name="墨迹 18"/>
            </p:nvPicPr>
            <p:blipFill>
              <a:blip/>
            </p:blipFill>
            <p:spPr>
              <a:xfrm>
                <a:off x="5463152" y="276927"/>
                <a:ext cx="410705" cy="669727"/>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 name="墨迹 19"/>
              <p14:cNvContentPartPr/>
              <p14:nvPr/>
            </p14:nvContentPartPr>
            <p14:xfrm>
              <a:off x="5650101" y="712653"/>
              <a:ext cx="208258" cy="5164"/>
            </p14:xfrm>
          </p:contentPart>
        </mc:Choice>
        <mc:Fallback xmlns="">
          <p:pic>
            <p:nvPicPr>
              <p:cNvPr id="20" name="墨迹 19"/>
            </p:nvPicPr>
            <p:blipFill>
              <a:blip/>
            </p:blipFill>
            <p:spPr>
              <a:xfrm>
                <a:off x="5650101" y="712653"/>
                <a:ext cx="208258" cy="5164"/>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5896298" y="705552"/>
              <a:ext cx="160956" cy="223996"/>
            </p14:xfrm>
          </p:contentPart>
        </mc:Choice>
        <mc:Fallback xmlns="">
          <p:pic>
            <p:nvPicPr>
              <p:cNvPr id="21" name="墨迹 20"/>
            </p:nvPicPr>
            <p:blipFill>
              <a:blip/>
            </p:blipFill>
            <p:spPr>
              <a:xfrm>
                <a:off x="5896298" y="705552"/>
                <a:ext cx="160956" cy="223996"/>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6126996" y="748802"/>
              <a:ext cx="322881" cy="170417"/>
            </p14:xfrm>
          </p:contentPart>
        </mc:Choice>
        <mc:Fallback xmlns="">
          <p:pic>
            <p:nvPicPr>
              <p:cNvPr id="22" name="墨迹 21"/>
            </p:nvPicPr>
            <p:blipFill>
              <a:blip/>
            </p:blipFill>
            <p:spPr>
              <a:xfrm>
                <a:off x="6126996" y="748802"/>
                <a:ext cx="322881" cy="170417"/>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3" name="墨迹 22"/>
              <p14:cNvContentPartPr/>
              <p14:nvPr/>
            </p14:nvContentPartPr>
            <p14:xfrm>
              <a:off x="6540284" y="711685"/>
              <a:ext cx="178231" cy="202047"/>
            </p14:xfrm>
          </p:contentPart>
        </mc:Choice>
        <mc:Fallback xmlns="">
          <p:pic>
            <p:nvPicPr>
              <p:cNvPr id="23" name="墨迹 22"/>
            </p:nvPicPr>
            <p:blipFill>
              <a:blip/>
            </p:blipFill>
            <p:spPr>
              <a:xfrm>
                <a:off x="6540284" y="711685"/>
                <a:ext cx="178231" cy="202047"/>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4" name="墨迹 23"/>
              <p14:cNvContentPartPr/>
              <p14:nvPr/>
            </p14:nvContentPartPr>
            <p14:xfrm>
              <a:off x="6757260" y="1688679"/>
              <a:ext cx="360" cy="15492"/>
            </p14:xfrm>
          </p:contentPart>
        </mc:Choice>
        <mc:Fallback xmlns="">
          <p:pic>
            <p:nvPicPr>
              <p:cNvPr id="24" name="墨迹 23"/>
            </p:nvPicPr>
            <p:blipFill>
              <a:blip/>
            </p:blipFill>
            <p:spPr>
              <a:xfrm>
                <a:off x="6757260" y="1688679"/>
                <a:ext cx="360" cy="15492"/>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5" name="墨迹 24"/>
              <p14:cNvContentPartPr/>
              <p14:nvPr/>
            </p14:nvContentPartPr>
            <p14:xfrm>
              <a:off x="459460" y="66165"/>
              <a:ext cx="1101509" cy="1099966"/>
            </p14:xfrm>
          </p:contentPart>
        </mc:Choice>
        <mc:Fallback xmlns="">
          <p:pic>
            <p:nvPicPr>
              <p:cNvPr id="25" name="墨迹 24"/>
            </p:nvPicPr>
            <p:blipFill>
              <a:blip/>
            </p:blipFill>
            <p:spPr>
              <a:xfrm>
                <a:off x="459460" y="66165"/>
                <a:ext cx="1101509" cy="109996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6" name="墨迹 25"/>
              <p14:cNvContentPartPr/>
              <p14:nvPr/>
            </p14:nvContentPartPr>
            <p14:xfrm>
              <a:off x="678535" y="581613"/>
              <a:ext cx="217783" cy="291129"/>
            </p14:xfrm>
          </p:contentPart>
        </mc:Choice>
        <mc:Fallback xmlns="">
          <p:pic>
            <p:nvPicPr>
              <p:cNvPr id="26" name="墨迹 25"/>
            </p:nvPicPr>
            <p:blipFill>
              <a:blip/>
            </p:blipFill>
            <p:spPr>
              <a:xfrm>
                <a:off x="678535" y="581613"/>
                <a:ext cx="217783" cy="291129"/>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7" name="墨迹 26"/>
              <p14:cNvContentPartPr/>
              <p14:nvPr/>
            </p14:nvContentPartPr>
            <p14:xfrm>
              <a:off x="874847" y="704907"/>
              <a:ext cx="83464" cy="128458"/>
            </p14:xfrm>
          </p:contentPart>
        </mc:Choice>
        <mc:Fallback xmlns="">
          <p:pic>
            <p:nvPicPr>
              <p:cNvPr id="27" name="墨迹 26"/>
            </p:nvPicPr>
            <p:blipFill>
              <a:blip/>
            </p:blipFill>
            <p:spPr>
              <a:xfrm>
                <a:off x="874847" y="704907"/>
                <a:ext cx="83464" cy="128458"/>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8" name="墨迹 27"/>
              <p14:cNvContentPartPr/>
              <p14:nvPr/>
            </p14:nvContentPartPr>
            <p14:xfrm>
              <a:off x="1030637" y="642291"/>
              <a:ext cx="85241" cy="357618"/>
            </p14:xfrm>
          </p:contentPart>
        </mc:Choice>
        <mc:Fallback xmlns="">
          <p:pic>
            <p:nvPicPr>
              <p:cNvPr id="28" name="墨迹 27"/>
            </p:nvPicPr>
            <p:blipFill>
              <a:blip/>
            </p:blipFill>
            <p:spPr>
              <a:xfrm>
                <a:off x="1030637" y="642291"/>
                <a:ext cx="85241" cy="357618"/>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9" name="墨迹 28"/>
              <p14:cNvContentPartPr/>
              <p14:nvPr/>
            </p14:nvContentPartPr>
            <p14:xfrm>
              <a:off x="1203701" y="626960"/>
              <a:ext cx="95573" cy="102477"/>
            </p14:xfrm>
          </p:contentPart>
        </mc:Choice>
        <mc:Fallback xmlns="">
          <p:pic>
            <p:nvPicPr>
              <p:cNvPr id="29" name="墨迹 28"/>
            </p:nvPicPr>
            <p:blipFill>
              <a:blip/>
            </p:blipFill>
            <p:spPr>
              <a:xfrm>
                <a:off x="1203701" y="626960"/>
                <a:ext cx="95573" cy="102477"/>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40" name="墨迹 39"/>
              <p14:cNvContentPartPr/>
              <p14:nvPr/>
            </p14:nvContentPartPr>
            <p14:xfrm>
              <a:off x="583769" y="1371083"/>
              <a:ext cx="46495" cy="295648"/>
            </p14:xfrm>
          </p:contentPart>
        </mc:Choice>
        <mc:Fallback xmlns="">
          <p:pic>
            <p:nvPicPr>
              <p:cNvPr id="40" name="墨迹 39"/>
            </p:nvPicPr>
            <p:blipFill>
              <a:blip/>
            </p:blipFill>
            <p:spPr>
              <a:xfrm>
                <a:off x="583769" y="1371083"/>
                <a:ext cx="46495" cy="295648"/>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41" name="墨迹 40"/>
              <p14:cNvContentPartPr/>
              <p14:nvPr/>
            </p14:nvContentPartPr>
            <p14:xfrm>
              <a:off x="609600" y="1492441"/>
              <a:ext cx="152400" cy="36149"/>
            </p14:xfrm>
          </p:contentPart>
        </mc:Choice>
        <mc:Fallback xmlns="">
          <p:pic>
            <p:nvPicPr>
              <p:cNvPr id="41" name="墨迹 40"/>
            </p:nvPicPr>
            <p:blipFill>
              <a:blip/>
            </p:blipFill>
            <p:spPr>
              <a:xfrm>
                <a:off x="609600" y="1492441"/>
                <a:ext cx="152400" cy="36149"/>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42" name="墨迹 41"/>
              <p14:cNvContentPartPr/>
              <p14:nvPr/>
            </p14:nvContentPartPr>
            <p14:xfrm>
              <a:off x="750376" y="1394322"/>
              <a:ext cx="19373" cy="276282"/>
            </p14:xfrm>
          </p:contentPart>
        </mc:Choice>
        <mc:Fallback xmlns="">
          <p:pic>
            <p:nvPicPr>
              <p:cNvPr id="42" name="墨迹 41"/>
            </p:nvPicPr>
            <p:blipFill>
              <a:blip/>
            </p:blipFill>
            <p:spPr>
              <a:xfrm>
                <a:off x="750376" y="1394322"/>
                <a:ext cx="19373" cy="276282"/>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43" name="墨迹 42"/>
              <p14:cNvContentPartPr/>
              <p14:nvPr/>
            </p14:nvContentPartPr>
            <p14:xfrm>
              <a:off x="842074" y="1507933"/>
              <a:ext cx="51661" cy="116516"/>
            </p14:xfrm>
          </p:contentPart>
        </mc:Choice>
        <mc:Fallback xmlns="">
          <p:pic>
            <p:nvPicPr>
              <p:cNvPr id="43" name="墨迹 42"/>
            </p:nvPicPr>
            <p:blipFill>
              <a:blip/>
            </p:blipFill>
            <p:spPr>
              <a:xfrm>
                <a:off x="842074" y="1507933"/>
                <a:ext cx="51661" cy="116516"/>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44" name="墨迹 43"/>
              <p14:cNvContentPartPr/>
              <p14:nvPr/>
            </p14:nvContentPartPr>
            <p14:xfrm>
              <a:off x="940230" y="1505351"/>
              <a:ext cx="160149" cy="122810"/>
            </p14:xfrm>
          </p:contentPart>
        </mc:Choice>
        <mc:Fallback xmlns="">
          <p:pic>
            <p:nvPicPr>
              <p:cNvPr id="44" name="墨迹 43"/>
            </p:nvPicPr>
            <p:blipFill>
              <a:blip/>
            </p:blipFill>
            <p:spPr>
              <a:xfrm>
                <a:off x="940230" y="1505351"/>
                <a:ext cx="160149" cy="12281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45" name="墨迹 44"/>
              <p14:cNvContentPartPr/>
              <p14:nvPr/>
            </p14:nvContentPartPr>
            <p14:xfrm>
              <a:off x="1141708" y="1475012"/>
              <a:ext cx="95573" cy="131040"/>
            </p14:xfrm>
          </p:contentPart>
        </mc:Choice>
        <mc:Fallback xmlns="">
          <p:pic>
            <p:nvPicPr>
              <p:cNvPr id="45" name="墨迹 44"/>
            </p:nvPicPr>
            <p:blipFill>
              <a:blip/>
            </p:blipFill>
            <p:spPr>
              <a:xfrm>
                <a:off x="1141708" y="1475012"/>
                <a:ext cx="95573" cy="13104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46" name="墨迹 45"/>
              <p14:cNvContentPartPr/>
              <p14:nvPr/>
            </p14:nvContentPartPr>
            <p14:xfrm>
              <a:off x="2481504" y="1301367"/>
              <a:ext cx="150624" cy="305976"/>
            </p14:xfrm>
          </p:contentPart>
        </mc:Choice>
        <mc:Fallback xmlns="">
          <p:pic>
            <p:nvPicPr>
              <p:cNvPr id="46" name="墨迹 45"/>
            </p:nvPicPr>
            <p:blipFill>
              <a:blip/>
            </p:blipFill>
            <p:spPr>
              <a:xfrm>
                <a:off x="2481504" y="1301367"/>
                <a:ext cx="150624" cy="305976"/>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47" name="墨迹 46"/>
              <p14:cNvContentPartPr/>
              <p14:nvPr/>
            </p14:nvContentPartPr>
            <p14:xfrm>
              <a:off x="2565938" y="1471784"/>
              <a:ext cx="112685" cy="12910"/>
            </p14:xfrm>
          </p:contentPart>
        </mc:Choice>
        <mc:Fallback xmlns="">
          <p:pic>
            <p:nvPicPr>
              <p:cNvPr id="47" name="墨迹 46"/>
            </p:nvPicPr>
            <p:blipFill>
              <a:blip/>
            </p:blipFill>
            <p:spPr>
              <a:xfrm>
                <a:off x="2565938" y="1471784"/>
                <a:ext cx="112685" cy="1291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48" name="墨迹 47"/>
              <p14:cNvContentPartPr/>
              <p14:nvPr/>
            </p14:nvContentPartPr>
            <p14:xfrm>
              <a:off x="2707037" y="1453064"/>
              <a:ext cx="80074" cy="119744"/>
            </p14:xfrm>
          </p:contentPart>
        </mc:Choice>
        <mc:Fallback xmlns="">
          <p:pic>
            <p:nvPicPr>
              <p:cNvPr id="48" name="墨迹 47"/>
            </p:nvPicPr>
            <p:blipFill>
              <a:blip/>
            </p:blipFill>
            <p:spPr>
              <a:xfrm>
                <a:off x="2707037" y="1453064"/>
                <a:ext cx="80074" cy="119744"/>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49" name="墨迹 48"/>
              <p14:cNvContentPartPr/>
              <p14:nvPr/>
            </p14:nvContentPartPr>
            <p14:xfrm>
              <a:off x="2831023" y="1476948"/>
              <a:ext cx="139485" cy="119906"/>
            </p14:xfrm>
          </p:contentPart>
        </mc:Choice>
        <mc:Fallback xmlns="">
          <p:pic>
            <p:nvPicPr>
              <p:cNvPr id="49" name="墨迹 48"/>
            </p:nvPicPr>
            <p:blipFill>
              <a:blip/>
            </p:blipFill>
            <p:spPr>
              <a:xfrm>
                <a:off x="2831023" y="1476948"/>
                <a:ext cx="139485" cy="119906"/>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50" name="墨迹 49"/>
              <p14:cNvContentPartPr/>
              <p14:nvPr/>
            </p14:nvContentPartPr>
            <p14:xfrm>
              <a:off x="3013613" y="1453548"/>
              <a:ext cx="73455" cy="114418"/>
            </p14:xfrm>
          </p:contentPart>
        </mc:Choice>
        <mc:Fallback xmlns="">
          <p:pic>
            <p:nvPicPr>
              <p:cNvPr id="50" name="墨迹 49"/>
            </p:nvPicPr>
            <p:blipFill>
              <a:blip/>
            </p:blipFill>
            <p:spPr>
              <a:xfrm>
                <a:off x="3013613" y="1453548"/>
                <a:ext cx="73455" cy="114418"/>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51" name="墨迹 50"/>
              <p14:cNvContentPartPr/>
              <p14:nvPr/>
            </p14:nvContentPartPr>
            <p14:xfrm>
              <a:off x="4355669" y="1220677"/>
              <a:ext cx="314487" cy="383116"/>
            </p14:xfrm>
          </p:contentPart>
        </mc:Choice>
        <mc:Fallback xmlns="">
          <p:pic>
            <p:nvPicPr>
              <p:cNvPr id="51" name="墨迹 50"/>
            </p:nvPicPr>
            <p:blipFill>
              <a:blip/>
            </p:blipFill>
            <p:spPr>
              <a:xfrm>
                <a:off x="4355669" y="1220677"/>
                <a:ext cx="314487" cy="383116"/>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52" name="墨迹 51"/>
              <p14:cNvContentPartPr/>
              <p14:nvPr/>
            </p14:nvContentPartPr>
            <p14:xfrm>
              <a:off x="4694372" y="1444027"/>
              <a:ext cx="146265" cy="113450"/>
            </p14:xfrm>
          </p:contentPart>
        </mc:Choice>
        <mc:Fallback xmlns="">
          <p:pic>
            <p:nvPicPr>
              <p:cNvPr id="52" name="墨迹 51"/>
            </p:nvPicPr>
            <p:blipFill>
              <a:blip/>
            </p:blipFill>
            <p:spPr>
              <a:xfrm>
                <a:off x="4694372" y="1444027"/>
                <a:ext cx="146265" cy="11345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53" name="墨迹 52"/>
              <p14:cNvContentPartPr/>
              <p14:nvPr/>
            </p14:nvContentPartPr>
            <p14:xfrm>
              <a:off x="4902630" y="1451128"/>
              <a:ext cx="118820" cy="88436"/>
            </p14:xfrm>
          </p:contentPart>
        </mc:Choice>
        <mc:Fallback xmlns="">
          <p:pic>
            <p:nvPicPr>
              <p:cNvPr id="53" name="墨迹 52"/>
            </p:nvPicPr>
            <p:blipFill>
              <a:blip/>
            </p:blipFill>
            <p:spPr>
              <a:xfrm>
                <a:off x="4902630" y="1451128"/>
                <a:ext cx="118820" cy="88436"/>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54" name="墨迹 53"/>
              <p14:cNvContentPartPr/>
              <p14:nvPr/>
            </p14:nvContentPartPr>
            <p14:xfrm>
              <a:off x="5073111" y="1453710"/>
              <a:ext cx="76200" cy="72943"/>
            </p14:xfrm>
          </p:contentPart>
        </mc:Choice>
        <mc:Fallback xmlns="">
          <p:pic>
            <p:nvPicPr>
              <p:cNvPr id="54" name="墨迹 53"/>
            </p:nvPicPr>
            <p:blipFill>
              <a:blip/>
            </p:blipFill>
            <p:spPr>
              <a:xfrm>
                <a:off x="5073111" y="1453710"/>
                <a:ext cx="76200" cy="72943"/>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55" name="墨迹 54"/>
              <p14:cNvContentPartPr/>
              <p14:nvPr/>
            </p14:nvContentPartPr>
            <p14:xfrm>
              <a:off x="5197098" y="1434021"/>
              <a:ext cx="134319" cy="121681"/>
            </p14:xfrm>
          </p:contentPart>
        </mc:Choice>
        <mc:Fallback xmlns="">
          <p:pic>
            <p:nvPicPr>
              <p:cNvPr id="55" name="墨迹 54"/>
            </p:nvPicPr>
            <p:blipFill>
              <a:blip/>
            </p:blipFill>
            <p:spPr>
              <a:xfrm>
                <a:off x="5197098" y="1434021"/>
                <a:ext cx="134319" cy="121681"/>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56" name="墨迹 55"/>
              <p14:cNvContentPartPr/>
              <p14:nvPr/>
            </p14:nvContentPartPr>
            <p14:xfrm>
              <a:off x="5377911" y="1389158"/>
              <a:ext cx="33580" cy="23238"/>
            </p14:xfrm>
          </p:contentPart>
        </mc:Choice>
        <mc:Fallback xmlns="">
          <p:pic>
            <p:nvPicPr>
              <p:cNvPr id="56" name="墨迹 55"/>
            </p:nvPicPr>
            <p:blipFill>
              <a:blip/>
            </p:blipFill>
            <p:spPr>
              <a:xfrm>
                <a:off x="5377911" y="1389158"/>
                <a:ext cx="33580" cy="23238"/>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57" name="墨迹 56"/>
              <p14:cNvContentPartPr/>
              <p14:nvPr/>
            </p14:nvContentPartPr>
            <p14:xfrm>
              <a:off x="5398576" y="1445963"/>
              <a:ext cx="10332" cy="108448"/>
            </p14:xfrm>
          </p:contentPart>
        </mc:Choice>
        <mc:Fallback xmlns="">
          <p:pic>
            <p:nvPicPr>
              <p:cNvPr id="57" name="墨迹 56"/>
            </p:nvPicPr>
            <p:blipFill>
              <a:blip/>
            </p:blipFill>
            <p:spPr>
              <a:xfrm>
                <a:off x="5398576" y="1445963"/>
                <a:ext cx="10332" cy="10844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58" name="墨迹 57"/>
              <p14:cNvContentPartPr/>
              <p14:nvPr/>
            </p14:nvContentPartPr>
            <p14:xfrm>
              <a:off x="5467511" y="1409814"/>
              <a:ext cx="117044" cy="15493"/>
            </p14:xfrm>
          </p:contentPart>
        </mc:Choice>
        <mc:Fallback xmlns="">
          <p:pic>
            <p:nvPicPr>
              <p:cNvPr id="58" name="墨迹 57"/>
            </p:nvPicPr>
            <p:blipFill>
              <a:blip/>
            </p:blipFill>
            <p:spPr>
              <a:xfrm>
                <a:off x="5467511" y="1409814"/>
                <a:ext cx="117044" cy="15493"/>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59" name="墨迹 58"/>
              <p14:cNvContentPartPr/>
              <p14:nvPr/>
            </p14:nvContentPartPr>
            <p14:xfrm>
              <a:off x="5527728" y="1387705"/>
              <a:ext cx="165316" cy="316466"/>
            </p14:xfrm>
          </p:contentPart>
        </mc:Choice>
        <mc:Fallback xmlns="">
          <p:pic>
            <p:nvPicPr>
              <p:cNvPr id="59" name="墨迹 58"/>
            </p:nvPicPr>
            <p:blipFill>
              <a:blip/>
            </p:blipFill>
            <p:spPr>
              <a:xfrm>
                <a:off x="5527728" y="1387705"/>
                <a:ext cx="165316" cy="316466"/>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60" name="墨迹 59"/>
              <p14:cNvContentPartPr/>
              <p14:nvPr/>
            </p14:nvContentPartPr>
            <p14:xfrm>
              <a:off x="3898469" y="1921066"/>
              <a:ext cx="30351" cy="306137"/>
            </p14:xfrm>
          </p:contentPart>
        </mc:Choice>
        <mc:Fallback xmlns="">
          <p:pic>
            <p:nvPicPr>
              <p:cNvPr id="60" name="墨迹 59"/>
            </p:nvPicPr>
            <p:blipFill>
              <a:blip/>
            </p:blipFill>
            <p:spPr>
              <a:xfrm>
                <a:off x="3898469" y="1921066"/>
                <a:ext cx="30351" cy="306137"/>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61" name="墨迹 60"/>
              <p14:cNvContentPartPr/>
              <p14:nvPr/>
            </p14:nvContentPartPr>
            <p14:xfrm>
              <a:off x="3921071" y="1825045"/>
              <a:ext cx="4641096" cy="454284"/>
            </p14:xfrm>
          </p:contentPart>
        </mc:Choice>
        <mc:Fallback xmlns="">
          <p:pic>
            <p:nvPicPr>
              <p:cNvPr id="61" name="墨迹 60"/>
            </p:nvPicPr>
            <p:blipFill>
              <a:blip/>
            </p:blipFill>
            <p:spPr>
              <a:xfrm>
                <a:off x="3921071" y="1825045"/>
                <a:ext cx="4641096" cy="454284"/>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62" name="墨迹 61"/>
              <p14:cNvContentPartPr/>
              <p14:nvPr/>
            </p14:nvContentPartPr>
            <p14:xfrm>
              <a:off x="3910738" y="2158617"/>
              <a:ext cx="36163" cy="203339"/>
            </p14:xfrm>
          </p:contentPart>
        </mc:Choice>
        <mc:Fallback xmlns="">
          <p:pic>
            <p:nvPicPr>
              <p:cNvPr id="62" name="墨迹 61"/>
            </p:nvPicPr>
            <p:blipFill>
              <a:blip/>
            </p:blipFill>
            <p:spPr>
              <a:xfrm>
                <a:off x="3910738" y="2158617"/>
                <a:ext cx="36163" cy="203339"/>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63" name="墨迹 62"/>
              <p14:cNvContentPartPr/>
              <p14:nvPr/>
            </p14:nvContentPartPr>
            <p14:xfrm>
              <a:off x="3924622" y="2230915"/>
              <a:ext cx="4583947" cy="134268"/>
            </p14:xfrm>
          </p:contentPart>
        </mc:Choice>
        <mc:Fallback xmlns="">
          <p:pic>
            <p:nvPicPr>
              <p:cNvPr id="63" name="墨迹 62"/>
            </p:nvPicPr>
            <p:blipFill>
              <a:blip/>
            </p:blipFill>
            <p:spPr>
              <a:xfrm>
                <a:off x="3924622" y="2230915"/>
                <a:ext cx="4583947" cy="134268"/>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64" name="墨迹 63"/>
              <p14:cNvContentPartPr/>
              <p14:nvPr/>
            </p14:nvContentPartPr>
            <p14:xfrm>
              <a:off x="8729420" y="1845540"/>
              <a:ext cx="261210" cy="333734"/>
            </p14:xfrm>
          </p:contentPart>
        </mc:Choice>
        <mc:Fallback xmlns="">
          <p:pic>
            <p:nvPicPr>
              <p:cNvPr id="64" name="墨迹 63"/>
            </p:nvPicPr>
            <p:blipFill>
              <a:blip/>
            </p:blipFill>
            <p:spPr>
              <a:xfrm>
                <a:off x="8729420" y="1845540"/>
                <a:ext cx="261210" cy="333734"/>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65" name="墨迹 64"/>
              <p14:cNvContentPartPr/>
              <p14:nvPr/>
            </p14:nvContentPartPr>
            <p14:xfrm>
              <a:off x="8694548" y="1853932"/>
              <a:ext cx="329340" cy="389894"/>
            </p14:xfrm>
          </p:contentPart>
        </mc:Choice>
        <mc:Fallback xmlns="">
          <p:pic>
            <p:nvPicPr>
              <p:cNvPr id="65" name="墨迹 64"/>
            </p:nvPicPr>
            <p:blipFill>
              <a:blip/>
            </p:blipFill>
            <p:spPr>
              <a:xfrm>
                <a:off x="8694548" y="1853932"/>
                <a:ext cx="329340" cy="389894"/>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66" name="墨迹 65"/>
              <p14:cNvContentPartPr/>
              <p14:nvPr/>
            </p14:nvContentPartPr>
            <p14:xfrm>
              <a:off x="8872456" y="2120854"/>
              <a:ext cx="166446" cy="165576"/>
            </p14:xfrm>
          </p:contentPart>
        </mc:Choice>
        <mc:Fallback xmlns="">
          <p:pic>
            <p:nvPicPr>
              <p:cNvPr id="66" name="墨迹 65"/>
            </p:nvPicPr>
            <p:blipFill>
              <a:blip/>
            </p:blipFill>
            <p:spPr>
              <a:xfrm>
                <a:off x="8872456" y="2120854"/>
                <a:ext cx="166446" cy="165576"/>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67" name="墨迹 66"/>
              <p14:cNvContentPartPr/>
              <p14:nvPr/>
            </p14:nvContentPartPr>
            <p14:xfrm>
              <a:off x="4243952" y="1985618"/>
              <a:ext cx="99448" cy="289999"/>
            </p14:xfrm>
          </p:contentPart>
        </mc:Choice>
        <mc:Fallback xmlns="">
          <p:pic>
            <p:nvPicPr>
              <p:cNvPr id="67" name="墨迹 66"/>
            </p:nvPicPr>
            <p:blipFill>
              <a:blip/>
            </p:blipFill>
            <p:spPr>
              <a:xfrm>
                <a:off x="4243952" y="1985618"/>
                <a:ext cx="99448" cy="289999"/>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68" name="墨迹 67"/>
              <p14:cNvContentPartPr/>
              <p14:nvPr/>
            </p14:nvContentPartPr>
            <p14:xfrm>
              <a:off x="4355023" y="2119079"/>
              <a:ext cx="147234" cy="140723"/>
            </p14:xfrm>
          </p:contentPart>
        </mc:Choice>
        <mc:Fallback xmlns="">
          <p:pic>
            <p:nvPicPr>
              <p:cNvPr id="68" name="墨迹 67"/>
            </p:nvPicPr>
            <p:blipFill>
              <a:blip/>
            </p:blipFill>
            <p:spPr>
              <a:xfrm>
                <a:off x="4355023" y="2119079"/>
                <a:ext cx="147234" cy="140723"/>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69" name="墨迹 68"/>
              <p14:cNvContentPartPr/>
              <p14:nvPr/>
            </p14:nvContentPartPr>
            <p14:xfrm>
              <a:off x="4510006" y="2148289"/>
              <a:ext cx="98156" cy="134268"/>
            </p14:xfrm>
          </p:contentPart>
        </mc:Choice>
        <mc:Fallback xmlns="">
          <p:pic>
            <p:nvPicPr>
              <p:cNvPr id="69" name="墨迹 68"/>
            </p:nvPicPr>
            <p:blipFill>
              <a:blip/>
            </p:blipFill>
            <p:spPr>
              <a:xfrm>
                <a:off x="4510006" y="2148289"/>
                <a:ext cx="98156" cy="134268"/>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70" name="墨迹 69"/>
              <p14:cNvContentPartPr/>
              <p14:nvPr/>
            </p14:nvContentPartPr>
            <p14:xfrm>
              <a:off x="4668541" y="2127632"/>
              <a:ext cx="112685" cy="151052"/>
            </p14:xfrm>
          </p:contentPart>
        </mc:Choice>
        <mc:Fallback xmlns="">
          <p:pic>
            <p:nvPicPr>
              <p:cNvPr id="70" name="墨迹 69"/>
            </p:nvPicPr>
            <p:blipFill>
              <a:blip/>
            </p:blipFill>
            <p:spPr>
              <a:xfrm>
                <a:off x="4668541" y="2127632"/>
                <a:ext cx="112685" cy="151052"/>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71" name="墨迹 70"/>
              <p14:cNvContentPartPr/>
              <p14:nvPr/>
            </p14:nvContentPartPr>
            <p14:xfrm>
              <a:off x="4778644" y="2155712"/>
              <a:ext cx="131735" cy="136850"/>
            </p14:xfrm>
          </p:contentPart>
        </mc:Choice>
        <mc:Fallback xmlns="">
          <p:pic>
            <p:nvPicPr>
              <p:cNvPr id="71" name="墨迹 70"/>
            </p:nvPicPr>
            <p:blipFill>
              <a:blip/>
            </p:blipFill>
            <p:spPr>
              <a:xfrm>
                <a:off x="4778644" y="2155712"/>
                <a:ext cx="131735" cy="13685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72" name="墨迹 71"/>
              <p14:cNvContentPartPr/>
              <p14:nvPr/>
            </p14:nvContentPartPr>
            <p14:xfrm>
              <a:off x="4918128" y="2069213"/>
              <a:ext cx="80075" cy="203016"/>
            </p14:xfrm>
          </p:contentPart>
        </mc:Choice>
        <mc:Fallback xmlns="">
          <p:pic>
            <p:nvPicPr>
              <p:cNvPr id="72" name="墨迹 71"/>
            </p:nvPicPr>
            <p:blipFill>
              <a:blip/>
            </p:blipFill>
            <p:spPr>
              <a:xfrm>
                <a:off x="4918128" y="2069213"/>
                <a:ext cx="80075" cy="203016"/>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73" name="墨迹 72"/>
              <p14:cNvContentPartPr/>
              <p14:nvPr/>
            </p14:nvContentPartPr>
            <p14:xfrm>
              <a:off x="725030" y="2065662"/>
              <a:ext cx="52468" cy="293711"/>
            </p14:xfrm>
          </p:contentPart>
        </mc:Choice>
        <mc:Fallback xmlns="">
          <p:pic>
            <p:nvPicPr>
              <p:cNvPr id="73" name="墨迹 72"/>
            </p:nvPicPr>
            <p:blipFill>
              <a:blip/>
            </p:blipFill>
            <p:spPr>
              <a:xfrm>
                <a:off x="725030" y="2065662"/>
                <a:ext cx="52468" cy="293711"/>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74" name="墨迹 73"/>
              <p14:cNvContentPartPr/>
              <p14:nvPr/>
            </p14:nvContentPartPr>
            <p14:xfrm>
              <a:off x="754250" y="1946887"/>
              <a:ext cx="1923727" cy="361491"/>
            </p14:xfrm>
          </p:contentPart>
        </mc:Choice>
        <mc:Fallback xmlns="">
          <p:pic>
            <p:nvPicPr>
              <p:cNvPr id="74" name="墨迹 73"/>
            </p:nvPicPr>
            <p:blipFill>
              <a:blip/>
            </p:blipFill>
            <p:spPr>
              <a:xfrm>
                <a:off x="754250" y="1946887"/>
                <a:ext cx="1923727" cy="361491"/>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75" name="墨迹 74"/>
              <p14:cNvContentPartPr/>
              <p14:nvPr/>
            </p14:nvContentPartPr>
            <p14:xfrm>
              <a:off x="813661" y="2277393"/>
              <a:ext cx="1815884" cy="92954"/>
            </p14:xfrm>
          </p:contentPart>
        </mc:Choice>
        <mc:Fallback xmlns="">
          <p:pic>
            <p:nvPicPr>
              <p:cNvPr id="75" name="墨迹 74"/>
            </p:nvPicPr>
            <p:blipFill>
              <a:blip/>
            </p:blipFill>
            <p:spPr>
              <a:xfrm>
                <a:off x="813661" y="2277393"/>
                <a:ext cx="1815884" cy="92954"/>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76" name="墨迹 75"/>
              <p14:cNvContentPartPr/>
              <p14:nvPr/>
            </p14:nvContentPartPr>
            <p14:xfrm>
              <a:off x="2335077" y="2057916"/>
              <a:ext cx="193729" cy="134752"/>
            </p14:xfrm>
          </p:contentPart>
        </mc:Choice>
        <mc:Fallback xmlns="">
          <p:pic>
            <p:nvPicPr>
              <p:cNvPr id="76" name="墨迹 75"/>
            </p:nvPicPr>
            <p:blipFill>
              <a:blip/>
            </p:blipFill>
            <p:spPr>
              <a:xfrm>
                <a:off x="2335077" y="2057916"/>
                <a:ext cx="193729" cy="134752"/>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77" name="墨迹 76"/>
              <p14:cNvContentPartPr/>
              <p14:nvPr/>
            </p14:nvContentPartPr>
            <p14:xfrm>
              <a:off x="2360908" y="2318706"/>
              <a:ext cx="15498" cy="828847"/>
            </p14:xfrm>
          </p:contentPart>
        </mc:Choice>
        <mc:Fallback xmlns="">
          <p:pic>
            <p:nvPicPr>
              <p:cNvPr id="77" name="墨迹 76"/>
            </p:nvPicPr>
            <p:blipFill>
              <a:blip/>
            </p:blipFill>
            <p:spPr>
              <a:xfrm>
                <a:off x="2360908" y="2318706"/>
                <a:ext cx="15498" cy="828847"/>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78" name="墨迹 77"/>
              <p14:cNvContentPartPr/>
              <p14:nvPr/>
            </p14:nvContentPartPr>
            <p14:xfrm>
              <a:off x="833518" y="2416825"/>
              <a:ext cx="67966" cy="916638"/>
            </p14:xfrm>
          </p:contentPart>
        </mc:Choice>
        <mc:Fallback xmlns="">
          <p:pic>
            <p:nvPicPr>
              <p:cNvPr id="78" name="墨迹 77"/>
            </p:nvPicPr>
            <p:blipFill>
              <a:blip/>
            </p:blipFill>
            <p:spPr>
              <a:xfrm>
                <a:off x="833518" y="2416825"/>
                <a:ext cx="67966" cy="916638"/>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79" name="墨迹 78"/>
              <p14:cNvContentPartPr/>
              <p14:nvPr/>
            </p14:nvContentPartPr>
            <p14:xfrm>
              <a:off x="919566" y="3274075"/>
              <a:ext cx="1472339" cy="36149"/>
            </p14:xfrm>
          </p:contentPart>
        </mc:Choice>
        <mc:Fallback xmlns="">
          <p:pic>
            <p:nvPicPr>
              <p:cNvPr id="79" name="墨迹 78"/>
            </p:nvPicPr>
            <p:blipFill>
              <a:blip/>
            </p:blipFill>
            <p:spPr>
              <a:xfrm>
                <a:off x="919566" y="3274075"/>
                <a:ext cx="1472339" cy="36149"/>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80" name="墨迹 79"/>
              <p14:cNvContentPartPr/>
              <p14:nvPr/>
            </p14:nvContentPartPr>
            <p14:xfrm>
              <a:off x="1019257" y="2077235"/>
              <a:ext cx="4698" cy="189572"/>
            </p14:xfrm>
          </p:contentPart>
        </mc:Choice>
        <mc:Fallback xmlns="">
          <p:pic>
            <p:nvPicPr>
              <p:cNvPr id="80" name="墨迹 79"/>
            </p:nvPicPr>
            <p:blipFill>
              <a:blip/>
            </p:blipFill>
            <p:spPr>
              <a:xfrm>
                <a:off x="1019257" y="2077235"/>
                <a:ext cx="4698" cy="189572"/>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81" name="墨迹 80"/>
              <p14:cNvContentPartPr/>
              <p14:nvPr/>
            </p14:nvContentPartPr>
            <p14:xfrm>
              <a:off x="1022633" y="2083545"/>
              <a:ext cx="60768" cy="99334"/>
            </p14:xfrm>
          </p:contentPart>
        </mc:Choice>
        <mc:Fallback xmlns="">
          <p:pic>
            <p:nvPicPr>
              <p:cNvPr id="81" name="墨迹 80"/>
            </p:nvPicPr>
            <p:blipFill>
              <a:blip/>
            </p:blipFill>
            <p:spPr>
              <a:xfrm>
                <a:off x="1022633" y="2083545"/>
                <a:ext cx="60768" cy="99334"/>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82" name="墨迹 81"/>
              <p14:cNvContentPartPr/>
              <p14:nvPr/>
            </p14:nvContentPartPr>
            <p14:xfrm>
              <a:off x="1157086" y="2128884"/>
              <a:ext cx="73538" cy="133228"/>
            </p14:xfrm>
          </p:contentPart>
        </mc:Choice>
        <mc:Fallback xmlns="">
          <p:pic>
            <p:nvPicPr>
              <p:cNvPr id="82" name="墨迹 81"/>
            </p:nvPicPr>
            <p:blipFill>
              <a:blip/>
            </p:blipFill>
            <p:spPr>
              <a:xfrm>
                <a:off x="1157086" y="2128884"/>
                <a:ext cx="73538" cy="133228"/>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83" name="墨迹 82"/>
              <p14:cNvContentPartPr/>
              <p14:nvPr/>
            </p14:nvContentPartPr>
            <p14:xfrm>
              <a:off x="1527711" y="2130057"/>
              <a:ext cx="68107" cy="167856"/>
            </p14:xfrm>
          </p:contentPart>
        </mc:Choice>
        <mc:Fallback xmlns="">
          <p:pic>
            <p:nvPicPr>
              <p:cNvPr id="83" name="墨迹 82"/>
            </p:nvPicPr>
            <p:blipFill>
              <a:blip/>
            </p:blipFill>
            <p:spPr>
              <a:xfrm>
                <a:off x="1527711" y="2130057"/>
                <a:ext cx="68107" cy="167856"/>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84" name="墨迹 83"/>
              <p14:cNvContentPartPr/>
              <p14:nvPr/>
            </p14:nvContentPartPr>
            <p14:xfrm>
              <a:off x="1634569" y="2166446"/>
              <a:ext cx="51667" cy="56343"/>
            </p14:xfrm>
          </p:contentPart>
        </mc:Choice>
        <mc:Fallback xmlns="">
          <p:pic>
            <p:nvPicPr>
              <p:cNvPr id="84" name="墨迹 83"/>
            </p:nvPicPr>
            <p:blipFill>
              <a:blip/>
            </p:blipFill>
            <p:spPr>
              <a:xfrm>
                <a:off x="1634569" y="2166446"/>
                <a:ext cx="51667" cy="56343"/>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85" name="墨迹 84"/>
              <p14:cNvContentPartPr/>
              <p14:nvPr/>
            </p14:nvContentPartPr>
            <p14:xfrm>
              <a:off x="1719116" y="2167619"/>
              <a:ext cx="96289" cy="42845"/>
            </p14:xfrm>
          </p:contentPart>
        </mc:Choice>
        <mc:Fallback xmlns="">
          <p:pic>
            <p:nvPicPr>
              <p:cNvPr id="85" name="墨迹 84"/>
            </p:nvPicPr>
            <p:blipFill>
              <a:blip/>
            </p:blipFill>
            <p:spPr>
              <a:xfrm>
                <a:off x="1719116" y="2167619"/>
                <a:ext cx="96289" cy="4284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86" name="墨迹 85"/>
              <p14:cNvContentPartPr/>
              <p14:nvPr/>
            </p14:nvContentPartPr>
            <p14:xfrm>
              <a:off x="1860027" y="2140328"/>
              <a:ext cx="50493" cy="91851"/>
            </p14:xfrm>
          </p:contentPart>
        </mc:Choice>
        <mc:Fallback xmlns="">
          <p:pic>
            <p:nvPicPr>
              <p:cNvPr id="86" name="墨迹 85"/>
            </p:nvPicPr>
            <p:blipFill>
              <a:blip/>
            </p:blipFill>
            <p:spPr>
              <a:xfrm>
                <a:off x="1860027" y="2140328"/>
                <a:ext cx="50493" cy="91851"/>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87" name="墨迹 86"/>
              <p14:cNvContentPartPr/>
              <p14:nvPr/>
            </p14:nvContentPartPr>
            <p14:xfrm>
              <a:off x="1175434" y="2481029"/>
              <a:ext cx="62969" cy="197201"/>
            </p14:xfrm>
          </p:contentPart>
        </mc:Choice>
        <mc:Fallback xmlns="">
          <p:pic>
            <p:nvPicPr>
              <p:cNvPr id="87" name="墨迹 86"/>
            </p:nvPicPr>
            <p:blipFill>
              <a:blip/>
            </p:blipFill>
            <p:spPr>
              <a:xfrm>
                <a:off x="1175434" y="2481029"/>
                <a:ext cx="62969" cy="197201"/>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88" name="墨迹 87"/>
              <p14:cNvContentPartPr/>
              <p14:nvPr/>
            </p14:nvContentPartPr>
            <p14:xfrm>
              <a:off x="1272897" y="2515510"/>
              <a:ext cx="82198" cy="57810"/>
            </p14:xfrm>
          </p:contentPart>
        </mc:Choice>
        <mc:Fallback xmlns="">
          <p:pic>
            <p:nvPicPr>
              <p:cNvPr id="88" name="墨迹 87"/>
            </p:nvPicPr>
            <p:blipFill>
              <a:blip/>
            </p:blipFill>
            <p:spPr>
              <a:xfrm>
                <a:off x="1272897" y="2515510"/>
                <a:ext cx="82198" cy="5781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89" name="墨迹 88"/>
              <p14:cNvContentPartPr/>
              <p14:nvPr/>
            </p14:nvContentPartPr>
            <p14:xfrm>
              <a:off x="1390323" y="2504505"/>
              <a:ext cx="110380" cy="66907"/>
            </p14:xfrm>
          </p:contentPart>
        </mc:Choice>
        <mc:Fallback xmlns="">
          <p:pic>
            <p:nvPicPr>
              <p:cNvPr id="89" name="墨迹 88"/>
            </p:nvPicPr>
            <p:blipFill>
              <a:blip/>
            </p:blipFill>
            <p:spPr>
              <a:xfrm>
                <a:off x="1390323" y="2504505"/>
                <a:ext cx="110380" cy="66907"/>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90" name="墨迹 89"/>
              <p14:cNvContentPartPr/>
              <p14:nvPr/>
            </p14:nvContentPartPr>
            <p14:xfrm>
              <a:off x="1545325" y="2485724"/>
              <a:ext cx="39925" cy="79819"/>
            </p14:xfrm>
          </p:contentPart>
        </mc:Choice>
        <mc:Fallback xmlns="">
          <p:pic>
            <p:nvPicPr>
              <p:cNvPr id="90" name="墨迹 89"/>
            </p:nvPicPr>
            <p:blipFill>
              <a:blip/>
            </p:blipFill>
            <p:spPr>
              <a:xfrm>
                <a:off x="1545325" y="2485724"/>
                <a:ext cx="39925" cy="79819"/>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91" name="墨迹 90"/>
              <p14:cNvContentPartPr/>
              <p14:nvPr/>
            </p14:nvContentPartPr>
            <p14:xfrm>
              <a:off x="1131986" y="2767440"/>
              <a:ext cx="44622" cy="23476"/>
            </p14:xfrm>
          </p:contentPart>
        </mc:Choice>
        <mc:Fallback xmlns="">
          <p:pic>
            <p:nvPicPr>
              <p:cNvPr id="91" name="墨迹 90"/>
            </p:nvPicPr>
            <p:blipFill>
              <a:blip/>
            </p:blipFill>
            <p:spPr>
              <a:xfrm>
                <a:off x="1131986" y="2767440"/>
                <a:ext cx="44622" cy="23476"/>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92" name="墨迹 91"/>
              <p14:cNvContentPartPr/>
              <p14:nvPr/>
            </p14:nvContentPartPr>
            <p14:xfrm>
              <a:off x="1141380" y="2833174"/>
              <a:ext cx="9394" cy="98600"/>
            </p14:xfrm>
          </p:contentPart>
        </mc:Choice>
        <mc:Fallback xmlns="">
          <p:pic>
            <p:nvPicPr>
              <p:cNvPr id="92" name="墨迹 91"/>
            </p:nvPicPr>
            <p:blipFill>
              <a:blip/>
            </p:blipFill>
            <p:spPr>
              <a:xfrm>
                <a:off x="1141380" y="2833174"/>
                <a:ext cx="9394" cy="98600"/>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93" name="墨迹 92"/>
              <p14:cNvContentPartPr/>
              <p14:nvPr/>
            </p14:nvContentPartPr>
            <p14:xfrm>
              <a:off x="1221229" y="2823783"/>
              <a:ext cx="65759" cy="98601"/>
            </p14:xfrm>
          </p:contentPart>
        </mc:Choice>
        <mc:Fallback xmlns="">
          <p:pic>
            <p:nvPicPr>
              <p:cNvPr id="93" name="墨迹 92"/>
            </p:nvPicPr>
            <p:blipFill>
              <a:blip/>
            </p:blipFill>
            <p:spPr>
              <a:xfrm>
                <a:off x="1221229" y="2823783"/>
                <a:ext cx="65759" cy="98601"/>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94" name="墨迹 93"/>
              <p14:cNvContentPartPr/>
              <p14:nvPr/>
            </p14:nvContentPartPr>
            <p14:xfrm>
              <a:off x="1364048" y="2809697"/>
              <a:ext cx="57540" cy="110339"/>
            </p14:xfrm>
          </p:contentPart>
        </mc:Choice>
        <mc:Fallback xmlns="">
          <p:pic>
            <p:nvPicPr>
              <p:cNvPr id="94" name="墨迹 93"/>
            </p:nvPicPr>
            <p:blipFill>
              <a:blip/>
            </p:blipFill>
            <p:spPr>
              <a:xfrm>
                <a:off x="1364048" y="2809697"/>
                <a:ext cx="57540" cy="110339"/>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95" name="墨迹 94"/>
              <p14:cNvContentPartPr/>
              <p14:nvPr/>
            </p14:nvContentPartPr>
            <p14:xfrm>
              <a:off x="1620478" y="2809697"/>
              <a:ext cx="61061" cy="176073"/>
            </p14:xfrm>
          </p:contentPart>
        </mc:Choice>
        <mc:Fallback xmlns="">
          <p:pic>
            <p:nvPicPr>
              <p:cNvPr id="95" name="墨迹 94"/>
            </p:nvPicPr>
            <p:blipFill>
              <a:blip/>
            </p:blipFill>
            <p:spPr>
              <a:xfrm>
                <a:off x="1620478" y="2809697"/>
                <a:ext cx="61061" cy="176073"/>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96" name="墨迹 95"/>
              <p14:cNvContentPartPr/>
              <p14:nvPr/>
            </p14:nvContentPartPr>
            <p14:xfrm>
              <a:off x="1742600" y="2828479"/>
              <a:ext cx="68108" cy="50033"/>
            </p14:xfrm>
          </p:contentPart>
        </mc:Choice>
        <mc:Fallback xmlns="">
          <p:pic>
            <p:nvPicPr>
              <p:cNvPr id="96" name="墨迹 95"/>
            </p:nvPicPr>
            <p:blipFill>
              <a:blip/>
            </p:blipFill>
            <p:spPr>
              <a:xfrm>
                <a:off x="1742600" y="2828479"/>
                <a:ext cx="68108" cy="50033"/>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97" name="墨迹 96"/>
              <p14:cNvContentPartPr/>
              <p14:nvPr/>
            </p14:nvContentPartPr>
            <p14:xfrm>
              <a:off x="1841238" y="2833174"/>
              <a:ext cx="110381" cy="53408"/>
            </p14:xfrm>
          </p:contentPart>
        </mc:Choice>
        <mc:Fallback xmlns="">
          <p:pic>
            <p:nvPicPr>
              <p:cNvPr id="97" name="墨迹 96"/>
            </p:nvPicPr>
            <p:blipFill>
              <a:blip/>
            </p:blipFill>
            <p:spPr>
              <a:xfrm>
                <a:off x="1841238" y="2833174"/>
                <a:ext cx="110381" cy="53408"/>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98" name="墨迹 97"/>
              <p14:cNvContentPartPr/>
              <p14:nvPr/>
            </p14:nvContentPartPr>
            <p14:xfrm>
              <a:off x="2003287" y="2795612"/>
              <a:ext cx="30530" cy="98600"/>
            </p14:xfrm>
          </p:contentPart>
        </mc:Choice>
        <mc:Fallback xmlns="">
          <p:pic>
            <p:nvPicPr>
              <p:cNvPr id="98" name="墨迹 97"/>
            </p:nvPicPr>
            <p:blipFill>
              <a:blip/>
            </p:blipFill>
            <p:spPr>
              <a:xfrm>
                <a:off x="2003287" y="2795612"/>
                <a:ext cx="30530" cy="98600"/>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99" name="墨迹 98"/>
              <p14:cNvContentPartPr/>
              <p14:nvPr/>
            </p14:nvContentPartPr>
            <p14:xfrm>
              <a:off x="986378" y="3726889"/>
              <a:ext cx="65758" cy="1871799"/>
            </p14:xfrm>
          </p:contentPart>
        </mc:Choice>
        <mc:Fallback xmlns="">
          <p:pic>
            <p:nvPicPr>
              <p:cNvPr id="99" name="墨迹 98"/>
            </p:nvPicPr>
            <p:blipFill>
              <a:blip/>
            </p:blipFill>
            <p:spPr>
              <a:xfrm>
                <a:off x="986378" y="3726889"/>
                <a:ext cx="65758" cy="1871799"/>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100" name="墨迹 99"/>
              <p14:cNvContentPartPr/>
              <p14:nvPr/>
            </p14:nvContentPartPr>
            <p14:xfrm>
              <a:off x="1160168" y="3665850"/>
              <a:ext cx="2924640" cy="1818538"/>
            </p14:xfrm>
          </p:contentPart>
        </mc:Choice>
        <mc:Fallback xmlns="">
          <p:pic>
            <p:nvPicPr>
              <p:cNvPr id="100" name="墨迹 99"/>
            </p:nvPicPr>
            <p:blipFill>
              <a:blip/>
            </p:blipFill>
            <p:spPr>
              <a:xfrm>
                <a:off x="1160168" y="3665850"/>
                <a:ext cx="2924640" cy="1818538"/>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101" name="墨迹 100"/>
              <p14:cNvContentPartPr/>
              <p14:nvPr/>
            </p14:nvContentPartPr>
            <p14:xfrm>
              <a:off x="1102482" y="5420267"/>
              <a:ext cx="2877670" cy="164335"/>
            </p14:xfrm>
          </p:contentPart>
        </mc:Choice>
        <mc:Fallback xmlns="">
          <p:pic>
            <p:nvPicPr>
              <p:cNvPr id="101" name="墨迹 100"/>
            </p:nvPicPr>
            <p:blipFill>
              <a:blip/>
            </p:blipFill>
            <p:spPr>
              <a:xfrm>
                <a:off x="1102482" y="5420267"/>
                <a:ext cx="2877670" cy="16433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102" name="墨迹 101"/>
              <p14:cNvContentPartPr/>
              <p14:nvPr/>
            </p14:nvContentPartPr>
            <p14:xfrm>
              <a:off x="1586424" y="4107353"/>
              <a:ext cx="156176" cy="301524"/>
            </p14:xfrm>
          </p:contentPart>
        </mc:Choice>
        <mc:Fallback xmlns="">
          <p:pic>
            <p:nvPicPr>
              <p:cNvPr id="102" name="墨迹 101"/>
            </p:nvPicPr>
            <p:blipFill>
              <a:blip/>
            </p:blipFill>
            <p:spPr>
              <a:xfrm>
                <a:off x="1586424" y="4107353"/>
                <a:ext cx="156176" cy="301524"/>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103" name="墨迹 102"/>
              <p14:cNvContentPartPr/>
              <p14:nvPr/>
            </p14:nvContentPartPr>
            <p14:xfrm>
              <a:off x="1667448" y="4265231"/>
              <a:ext cx="213715" cy="14086"/>
            </p14:xfrm>
          </p:contentPart>
        </mc:Choice>
        <mc:Fallback xmlns="">
          <p:pic>
            <p:nvPicPr>
              <p:cNvPr id="103" name="墨迹 102"/>
            </p:nvPicPr>
            <p:blipFill>
              <a:blip/>
            </p:blipFill>
            <p:spPr>
              <a:xfrm>
                <a:off x="1667448" y="4265231"/>
                <a:ext cx="213715" cy="14086"/>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04" name="墨迹 103"/>
              <p14:cNvContentPartPr/>
              <p14:nvPr/>
            </p14:nvContentPartPr>
            <p14:xfrm>
              <a:off x="1828322" y="4253052"/>
              <a:ext cx="111554" cy="120757"/>
            </p14:xfrm>
          </p:contentPart>
        </mc:Choice>
        <mc:Fallback xmlns="">
          <p:pic>
            <p:nvPicPr>
              <p:cNvPr id="104" name="墨迹 103"/>
            </p:nvPicPr>
            <p:blipFill>
              <a:blip/>
            </p:blipFill>
            <p:spPr>
              <a:xfrm>
                <a:off x="1828322" y="4253052"/>
                <a:ext cx="111554" cy="120757"/>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105" name="墨迹 104"/>
              <p14:cNvContentPartPr/>
              <p14:nvPr/>
            </p14:nvContentPartPr>
            <p14:xfrm>
              <a:off x="1977452" y="4262590"/>
              <a:ext cx="159700" cy="105937"/>
            </p14:xfrm>
          </p:contentPart>
        </mc:Choice>
        <mc:Fallback xmlns="">
          <p:pic>
            <p:nvPicPr>
              <p:cNvPr id="105" name="墨迹 104"/>
            </p:nvPicPr>
            <p:blipFill>
              <a:blip/>
            </p:blipFill>
            <p:spPr>
              <a:xfrm>
                <a:off x="1977452" y="4262590"/>
                <a:ext cx="159700" cy="105937"/>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06" name="墨迹 105"/>
              <p14:cNvContentPartPr/>
              <p14:nvPr/>
            </p14:nvContentPartPr>
            <p14:xfrm>
              <a:off x="2219350" y="4229870"/>
              <a:ext cx="79850" cy="115181"/>
            </p14:xfrm>
          </p:contentPart>
        </mc:Choice>
        <mc:Fallback xmlns="">
          <p:pic>
            <p:nvPicPr>
              <p:cNvPr id="106" name="墨迹 105"/>
            </p:nvPicPr>
            <p:blipFill>
              <a:blip/>
            </p:blipFill>
            <p:spPr>
              <a:xfrm>
                <a:off x="2219350" y="4229870"/>
                <a:ext cx="79850" cy="115181"/>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107" name="墨迹 106"/>
              <p14:cNvContentPartPr/>
              <p14:nvPr/>
            </p14:nvContentPartPr>
            <p14:xfrm>
              <a:off x="2287458" y="4659634"/>
              <a:ext cx="46970" cy="337913"/>
            </p14:xfrm>
          </p:contentPart>
        </mc:Choice>
        <mc:Fallback xmlns="">
          <p:pic>
            <p:nvPicPr>
              <p:cNvPr id="107" name="墨迹 106"/>
            </p:nvPicPr>
            <p:blipFill>
              <a:blip/>
            </p:blipFill>
            <p:spPr>
              <a:xfrm>
                <a:off x="2287458" y="4659634"/>
                <a:ext cx="46970" cy="337913"/>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08" name="墨迹 107"/>
              <p14:cNvContentPartPr/>
              <p14:nvPr/>
            </p14:nvContentPartPr>
            <p14:xfrm>
              <a:off x="2339125" y="4669024"/>
              <a:ext cx="96583" cy="119730"/>
            </p14:xfrm>
          </p:contentPart>
        </mc:Choice>
        <mc:Fallback xmlns="">
          <p:pic>
            <p:nvPicPr>
              <p:cNvPr id="108" name="墨迹 107"/>
            </p:nvPicPr>
            <p:blipFill>
              <a:blip/>
            </p:blipFill>
            <p:spPr>
              <a:xfrm>
                <a:off x="2339125" y="4669024"/>
                <a:ext cx="96583" cy="119730"/>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109" name="墨迹 108"/>
              <p14:cNvContentPartPr/>
              <p14:nvPr/>
            </p14:nvContentPartPr>
            <p14:xfrm>
              <a:off x="2531703" y="4631462"/>
              <a:ext cx="42274" cy="32867"/>
            </p14:xfrm>
          </p:contentPart>
        </mc:Choice>
        <mc:Fallback xmlns="">
          <p:pic>
            <p:nvPicPr>
              <p:cNvPr id="109" name="墨迹 108"/>
            </p:nvPicPr>
            <p:blipFill>
              <a:blip/>
            </p:blipFill>
            <p:spPr>
              <a:xfrm>
                <a:off x="2531703" y="4631462"/>
                <a:ext cx="42274" cy="32867"/>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10" name="墨迹 109"/>
              <p14:cNvContentPartPr/>
              <p14:nvPr/>
            </p14:nvContentPartPr>
            <p14:xfrm>
              <a:off x="2508218" y="4739453"/>
              <a:ext cx="46970" cy="150249"/>
            </p14:xfrm>
          </p:contentPart>
        </mc:Choice>
        <mc:Fallback xmlns="">
          <p:pic>
            <p:nvPicPr>
              <p:cNvPr id="110" name="墨迹 109"/>
            </p:nvPicPr>
            <p:blipFill>
              <a:blip/>
            </p:blipFill>
            <p:spPr>
              <a:xfrm>
                <a:off x="2508218" y="4739453"/>
                <a:ext cx="46970" cy="150249"/>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11" name="墨迹 110"/>
              <p14:cNvContentPartPr/>
              <p14:nvPr/>
            </p14:nvContentPartPr>
            <p14:xfrm>
              <a:off x="2635038" y="4750458"/>
              <a:ext cx="98638" cy="92291"/>
            </p14:xfrm>
          </p:contentPart>
        </mc:Choice>
        <mc:Fallback xmlns="">
          <p:pic>
            <p:nvPicPr>
              <p:cNvPr id="111" name="墨迹 110"/>
            </p:nvPicPr>
            <p:blipFill>
              <a:blip/>
            </p:blipFill>
            <p:spPr>
              <a:xfrm>
                <a:off x="2635038" y="4750458"/>
                <a:ext cx="98638" cy="92291"/>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12" name="墨迹 111"/>
              <p14:cNvContentPartPr/>
              <p14:nvPr/>
            </p14:nvContentPartPr>
            <p14:xfrm>
              <a:off x="2746592" y="4737106"/>
              <a:ext cx="116253" cy="10564"/>
            </p14:xfrm>
          </p:contentPart>
        </mc:Choice>
        <mc:Fallback xmlns="">
          <p:pic>
            <p:nvPicPr>
              <p:cNvPr id="112" name="墨迹 111"/>
            </p:nvPicPr>
            <p:blipFill>
              <a:blip/>
            </p:blipFill>
            <p:spPr>
              <a:xfrm>
                <a:off x="2746592" y="4737106"/>
                <a:ext cx="116253" cy="10564"/>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13" name="墨迹 112"/>
              <p14:cNvContentPartPr/>
              <p14:nvPr/>
            </p14:nvContentPartPr>
            <p14:xfrm>
              <a:off x="2813526" y="4703506"/>
              <a:ext cx="183183" cy="148634"/>
            </p14:xfrm>
          </p:contentPart>
        </mc:Choice>
        <mc:Fallback xmlns="">
          <p:pic>
            <p:nvPicPr>
              <p:cNvPr id="113" name="墨迹 112"/>
            </p:nvPicPr>
            <p:blipFill>
              <a:blip/>
            </p:blipFill>
            <p:spPr>
              <a:xfrm>
                <a:off x="2813526" y="4703506"/>
                <a:ext cx="183183" cy="148634"/>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14" name="墨迹 113"/>
              <p14:cNvContentPartPr/>
              <p14:nvPr/>
            </p14:nvContentPartPr>
            <p14:xfrm>
              <a:off x="3020195" y="4723020"/>
              <a:ext cx="117425" cy="86862"/>
            </p14:xfrm>
          </p:contentPart>
        </mc:Choice>
        <mc:Fallback xmlns="">
          <p:pic>
            <p:nvPicPr>
              <p:cNvPr id="114" name="墨迹 113"/>
            </p:nvPicPr>
            <p:blipFill>
              <a:blip/>
            </p:blipFill>
            <p:spPr>
              <a:xfrm>
                <a:off x="3020195" y="4723020"/>
                <a:ext cx="117425" cy="86862"/>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15" name="墨迹 114"/>
              <p14:cNvContentPartPr/>
              <p14:nvPr/>
            </p14:nvContentPartPr>
            <p14:xfrm>
              <a:off x="3179894" y="4700571"/>
              <a:ext cx="98638" cy="123397"/>
            </p14:xfrm>
          </p:contentPart>
        </mc:Choice>
        <mc:Fallback xmlns="">
          <p:pic>
            <p:nvPicPr>
              <p:cNvPr id="115" name="墨迹 114"/>
            </p:nvPicPr>
            <p:blipFill>
              <a:blip/>
            </p:blipFill>
            <p:spPr>
              <a:xfrm>
                <a:off x="3179894" y="4700571"/>
                <a:ext cx="98638" cy="123397"/>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21" name="墨迹 120"/>
              <p14:cNvContentPartPr/>
              <p14:nvPr/>
            </p14:nvContentPartPr>
            <p14:xfrm>
              <a:off x="1014560" y="5501995"/>
              <a:ext cx="23485" cy="683602"/>
            </p14:xfrm>
          </p:contentPart>
        </mc:Choice>
        <mc:Fallback xmlns="">
          <p:pic>
            <p:nvPicPr>
              <p:cNvPr id="121" name="墨迹 120"/>
            </p:nvPicPr>
            <p:blipFill>
              <a:blip/>
            </p:blipFill>
            <p:spPr>
              <a:xfrm>
                <a:off x="1014560" y="5501995"/>
                <a:ext cx="23485" cy="683602"/>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22" name="墨迹 121"/>
              <p14:cNvContentPartPr/>
              <p14:nvPr/>
            </p14:nvContentPartPr>
            <p14:xfrm>
              <a:off x="1169562" y="5573451"/>
              <a:ext cx="42273" cy="116795"/>
            </p14:xfrm>
          </p:contentPart>
        </mc:Choice>
        <mc:Fallback xmlns="">
          <p:pic>
            <p:nvPicPr>
              <p:cNvPr id="122" name="墨迹 121"/>
            </p:nvPicPr>
            <p:blipFill>
              <a:blip/>
            </p:blipFill>
            <p:spPr>
              <a:xfrm>
                <a:off x="1169562" y="5573451"/>
                <a:ext cx="42273" cy="116795"/>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23" name="墨迹 122"/>
              <p14:cNvContentPartPr/>
              <p14:nvPr/>
            </p14:nvContentPartPr>
            <p14:xfrm>
              <a:off x="1197744" y="5551735"/>
              <a:ext cx="171443" cy="133815"/>
            </p14:xfrm>
          </p:contentPart>
        </mc:Choice>
        <mc:Fallback xmlns="">
          <p:pic>
            <p:nvPicPr>
              <p:cNvPr id="123" name="墨迹 122"/>
            </p:nvPicPr>
            <p:blipFill>
              <a:blip/>
            </p:blipFill>
            <p:spPr>
              <a:xfrm>
                <a:off x="1197744" y="5551735"/>
                <a:ext cx="171443" cy="133815"/>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24" name="墨迹 123"/>
              <p14:cNvContentPartPr/>
              <p14:nvPr/>
            </p14:nvContentPartPr>
            <p14:xfrm>
              <a:off x="1385626" y="5598688"/>
              <a:ext cx="69281" cy="96253"/>
            </p14:xfrm>
          </p:contentPart>
        </mc:Choice>
        <mc:Fallback xmlns="">
          <p:pic>
            <p:nvPicPr>
              <p:cNvPr id="124" name="墨迹 123"/>
            </p:nvPicPr>
            <p:blipFill>
              <a:blip/>
            </p:blipFill>
            <p:spPr>
              <a:xfrm>
                <a:off x="1385626" y="5598688"/>
                <a:ext cx="69281" cy="96253"/>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125" name="墨迹 124"/>
              <p14:cNvContentPartPr/>
              <p14:nvPr/>
            </p14:nvContentPartPr>
            <p14:xfrm>
              <a:off x="1500263" y="5600301"/>
              <a:ext cx="110821" cy="71163"/>
            </p14:xfrm>
          </p:contentPart>
        </mc:Choice>
        <mc:Fallback xmlns="">
          <p:pic>
            <p:nvPicPr>
              <p:cNvPr id="125" name="墨迹 124"/>
            </p:nvPicPr>
            <p:blipFill>
              <a:blip/>
            </p:blipFill>
            <p:spPr>
              <a:xfrm>
                <a:off x="1500263" y="5600301"/>
                <a:ext cx="110821" cy="71163"/>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26" name="墨迹 125"/>
              <p14:cNvContentPartPr/>
              <p14:nvPr/>
            </p14:nvContentPartPr>
            <p14:xfrm>
              <a:off x="1650274" y="5581521"/>
              <a:ext cx="62971" cy="101681"/>
            </p14:xfrm>
          </p:contentPart>
        </mc:Choice>
        <mc:Fallback xmlns="">
          <p:pic>
            <p:nvPicPr>
              <p:cNvPr id="126" name="墨迹 125"/>
            </p:nvPicPr>
            <p:blipFill>
              <a:blip/>
            </p:blipFill>
            <p:spPr>
              <a:xfrm>
                <a:off x="1650274" y="5581521"/>
                <a:ext cx="62971" cy="101681"/>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137" name="墨迹 136"/>
              <p14:cNvContentPartPr/>
              <p14:nvPr/>
            </p14:nvContentPartPr>
            <p14:xfrm>
              <a:off x="1977452" y="5659726"/>
              <a:ext cx="35228" cy="488895"/>
            </p14:xfrm>
          </p:contentPart>
        </mc:Choice>
        <mc:Fallback xmlns="">
          <p:pic>
            <p:nvPicPr>
              <p:cNvPr id="137" name="墨迹 136"/>
            </p:nvPicPr>
            <p:blipFill>
              <a:blip/>
            </p:blipFill>
            <p:spPr>
              <a:xfrm>
                <a:off x="1977452" y="5659726"/>
                <a:ext cx="35228" cy="488895"/>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38" name="墨迹 137"/>
              <p14:cNvContentPartPr/>
              <p14:nvPr/>
            </p14:nvContentPartPr>
            <p14:xfrm>
              <a:off x="2047907" y="5666036"/>
              <a:ext cx="1755519" cy="463217"/>
            </p14:xfrm>
          </p:contentPart>
        </mc:Choice>
        <mc:Fallback xmlns="">
          <p:pic>
            <p:nvPicPr>
              <p:cNvPr id="138" name="墨迹 137"/>
            </p:nvPicPr>
            <p:blipFill>
              <a:blip/>
            </p:blipFill>
            <p:spPr>
              <a:xfrm>
                <a:off x="2047907" y="5666036"/>
                <a:ext cx="1755519" cy="463217"/>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140" name="墨迹 139"/>
              <p14:cNvContentPartPr/>
              <p14:nvPr/>
            </p14:nvContentPartPr>
            <p14:xfrm>
              <a:off x="2089153" y="5901533"/>
              <a:ext cx="144289" cy="16433"/>
            </p14:xfrm>
          </p:contentPart>
        </mc:Choice>
        <mc:Fallback xmlns="">
          <p:pic>
            <p:nvPicPr>
              <p:cNvPr id="140" name="墨迹 139"/>
            </p:nvPicPr>
            <p:blipFill>
              <a:blip/>
            </p:blipFill>
            <p:spPr>
              <a:xfrm>
                <a:off x="2089153" y="5901533"/>
                <a:ext cx="144289" cy="16433"/>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41" name="墨迹 140"/>
              <p14:cNvContentPartPr/>
              <p14:nvPr/>
            </p14:nvContentPartPr>
            <p14:xfrm>
              <a:off x="2219937" y="5801171"/>
              <a:ext cx="62824" cy="245328"/>
            </p14:xfrm>
          </p:contentPart>
        </mc:Choice>
        <mc:Fallback xmlns="">
          <p:pic>
            <p:nvPicPr>
              <p:cNvPr id="141" name="墨迹 140"/>
            </p:nvPicPr>
            <p:blipFill>
              <a:blip/>
            </p:blipFill>
            <p:spPr>
              <a:xfrm>
                <a:off x="2219937" y="5801171"/>
                <a:ext cx="62824" cy="245328"/>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142" name="墨迹 141"/>
              <p14:cNvContentPartPr/>
              <p14:nvPr/>
            </p14:nvContentPartPr>
            <p14:xfrm>
              <a:off x="2326208" y="5899185"/>
              <a:ext cx="90417" cy="100361"/>
            </p14:xfrm>
          </p:contentPart>
        </mc:Choice>
        <mc:Fallback xmlns="">
          <p:pic>
            <p:nvPicPr>
              <p:cNvPr id="142" name="墨迹 141"/>
            </p:nvPicPr>
            <p:blipFill>
              <a:blip/>
            </p:blipFill>
            <p:spPr>
              <a:xfrm>
                <a:off x="2326208" y="5899185"/>
                <a:ext cx="90417" cy="100361"/>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43" name="墨迹 142"/>
              <p14:cNvContentPartPr/>
              <p14:nvPr/>
            </p14:nvContentPartPr>
            <p14:xfrm>
              <a:off x="2439525" y="5807628"/>
              <a:ext cx="49905" cy="57517"/>
            </p14:xfrm>
          </p:contentPart>
        </mc:Choice>
        <mc:Fallback xmlns="">
          <p:pic>
            <p:nvPicPr>
              <p:cNvPr id="143" name="墨迹 142"/>
            </p:nvPicPr>
            <p:blipFill>
              <a:blip/>
            </p:blipFill>
            <p:spPr>
              <a:xfrm>
                <a:off x="2439525" y="5807628"/>
                <a:ext cx="49905" cy="57517"/>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147" name="墨迹 146"/>
              <p14:cNvContentPartPr/>
              <p14:nvPr/>
            </p14:nvContentPartPr>
            <p14:xfrm>
              <a:off x="2061999" y="6152730"/>
              <a:ext cx="1672146" cy="51647"/>
            </p14:xfrm>
          </p:contentPart>
        </mc:Choice>
        <mc:Fallback xmlns="">
          <p:pic>
            <p:nvPicPr>
              <p:cNvPr id="147" name="墨迹 146"/>
            </p:nvPicPr>
            <p:blipFill>
              <a:blip/>
            </p:blipFill>
            <p:spPr>
              <a:xfrm>
                <a:off x="2061999" y="6152730"/>
                <a:ext cx="1672146" cy="51647"/>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48" name="墨迹 147"/>
              <p14:cNvContentPartPr/>
              <p14:nvPr/>
            </p14:nvContentPartPr>
            <p14:xfrm>
              <a:off x="2415451" y="5765224"/>
              <a:ext cx="153829" cy="329548"/>
            </p14:xfrm>
          </p:contentPart>
        </mc:Choice>
        <mc:Fallback xmlns="">
          <p:pic>
            <p:nvPicPr>
              <p:cNvPr id="148" name="墨迹 147"/>
            </p:nvPicPr>
            <p:blipFill>
              <a:blip/>
            </p:blipFill>
            <p:spPr>
              <a:xfrm>
                <a:off x="2415451" y="5765224"/>
                <a:ext cx="153829" cy="329548"/>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149" name="墨迹 148"/>
              <p14:cNvContentPartPr/>
              <p14:nvPr/>
            </p14:nvContentPartPr>
            <p14:xfrm>
              <a:off x="2465944" y="6018914"/>
              <a:ext cx="23487" cy="35215"/>
            </p14:xfrm>
          </p:contentPart>
        </mc:Choice>
        <mc:Fallback xmlns="">
          <p:pic>
            <p:nvPicPr>
              <p:cNvPr id="149" name="墨迹 148"/>
            </p:nvPicPr>
            <p:blipFill>
              <a:blip/>
            </p:blipFill>
            <p:spPr>
              <a:xfrm>
                <a:off x="2465944" y="6018914"/>
                <a:ext cx="23487" cy="35215"/>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50" name="墨迹 149"/>
              <p14:cNvContentPartPr/>
              <p14:nvPr/>
            </p14:nvContentPartPr>
            <p14:xfrm>
              <a:off x="2617425" y="5704184"/>
              <a:ext cx="41097" cy="515600"/>
            </p14:xfrm>
          </p:contentPart>
        </mc:Choice>
        <mc:Fallback xmlns="">
          <p:pic>
            <p:nvPicPr>
              <p:cNvPr id="150" name="墨迹 149"/>
            </p:nvPicPr>
            <p:blipFill>
              <a:blip/>
            </p:blipFill>
            <p:spPr>
              <a:xfrm>
                <a:off x="2617425" y="5704184"/>
                <a:ext cx="41097" cy="515600"/>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151" name="墨迹 150"/>
              <p14:cNvContentPartPr/>
              <p14:nvPr/>
            </p14:nvContentPartPr>
            <p14:xfrm>
              <a:off x="2775939" y="5993391"/>
              <a:ext cx="48885" cy="124326"/>
            </p14:xfrm>
          </p:contentPart>
        </mc:Choice>
        <mc:Fallback xmlns="">
          <p:pic>
            <p:nvPicPr>
              <p:cNvPr id="151" name="墨迹 150"/>
            </p:nvPicPr>
            <p:blipFill>
              <a:blip/>
            </p:blipFill>
            <p:spPr>
              <a:xfrm>
                <a:off x="2775939" y="5993391"/>
                <a:ext cx="48885" cy="124326"/>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52" name="墨迹 151"/>
              <p14:cNvContentPartPr/>
              <p14:nvPr/>
            </p14:nvContentPartPr>
            <p14:xfrm>
              <a:off x="2796409" y="5975962"/>
              <a:ext cx="66707" cy="147759"/>
            </p14:xfrm>
          </p:contentPart>
        </mc:Choice>
        <mc:Fallback xmlns="">
          <p:pic>
            <p:nvPicPr>
              <p:cNvPr id="152" name="墨迹 151"/>
            </p:nvPicPr>
            <p:blipFill>
              <a:blip/>
            </p:blipFill>
            <p:spPr>
              <a:xfrm>
                <a:off x="2796409" y="5975962"/>
                <a:ext cx="66707" cy="147759"/>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153" name="墨迹 152"/>
              <p14:cNvContentPartPr/>
              <p14:nvPr/>
            </p14:nvContentPartPr>
            <p14:xfrm>
              <a:off x="2914712" y="5999653"/>
              <a:ext cx="77493" cy="117032"/>
            </p14:xfrm>
          </p:contentPart>
        </mc:Choice>
        <mc:Fallback xmlns="">
          <p:pic>
            <p:nvPicPr>
              <p:cNvPr id="153" name="墨迹 152"/>
            </p:nvPicPr>
            <p:blipFill>
              <a:blip/>
            </p:blipFill>
            <p:spPr>
              <a:xfrm>
                <a:off x="2914712" y="5999653"/>
                <a:ext cx="77493" cy="117032"/>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54" name="墨迹 153"/>
              <p14:cNvContentPartPr/>
              <p14:nvPr/>
            </p14:nvContentPartPr>
            <p14:xfrm>
              <a:off x="2949521" y="5938779"/>
              <a:ext cx="17887" cy="239876"/>
            </p14:xfrm>
          </p:contentPart>
        </mc:Choice>
        <mc:Fallback xmlns="">
          <p:pic>
            <p:nvPicPr>
              <p:cNvPr id="154" name="墨迹 153"/>
            </p:nvPicPr>
            <p:blipFill>
              <a:blip/>
            </p:blipFill>
            <p:spPr>
              <a:xfrm>
                <a:off x="2949521" y="5938779"/>
                <a:ext cx="17887" cy="239876"/>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155" name="墨迹 154"/>
              <p14:cNvContentPartPr/>
              <p14:nvPr/>
            </p14:nvContentPartPr>
            <p14:xfrm>
              <a:off x="3065952" y="6013144"/>
              <a:ext cx="56890" cy="121874"/>
            </p14:xfrm>
          </p:contentPart>
        </mc:Choice>
        <mc:Fallback xmlns="">
          <p:pic>
            <p:nvPicPr>
              <p:cNvPr id="155" name="墨迹 154"/>
            </p:nvPicPr>
            <p:blipFill>
              <a:blip/>
            </p:blipFill>
            <p:spPr>
              <a:xfrm>
                <a:off x="3065952" y="6013144"/>
                <a:ext cx="56890" cy="121874"/>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56" name="墨迹 155"/>
              <p14:cNvContentPartPr/>
              <p14:nvPr/>
            </p14:nvContentPartPr>
            <p14:xfrm>
              <a:off x="3170953" y="6002815"/>
              <a:ext cx="49659" cy="125295"/>
            </p14:xfrm>
          </p:contentPart>
        </mc:Choice>
        <mc:Fallback xmlns="">
          <p:pic>
            <p:nvPicPr>
              <p:cNvPr id="156" name="墨迹 155"/>
            </p:nvPicPr>
            <p:blipFill>
              <a:blip/>
            </p:blipFill>
            <p:spPr>
              <a:xfrm>
                <a:off x="3170953" y="6002815"/>
                <a:ext cx="49659" cy="125295"/>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157" name="墨迹 156"/>
              <p14:cNvContentPartPr/>
              <p14:nvPr/>
            </p14:nvContentPartPr>
            <p14:xfrm>
              <a:off x="3180252" y="6026054"/>
              <a:ext cx="67160" cy="13943"/>
            </p14:xfrm>
          </p:contentPart>
        </mc:Choice>
        <mc:Fallback xmlns="">
          <p:pic>
            <p:nvPicPr>
              <p:cNvPr id="157" name="墨迹 156"/>
            </p:nvPicPr>
            <p:blipFill>
              <a:blip/>
            </p:blipFill>
            <p:spPr>
              <a:xfrm>
                <a:off x="3180252" y="6026054"/>
                <a:ext cx="67160" cy="13943"/>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58" name="墨迹 157"/>
              <p14:cNvContentPartPr/>
              <p14:nvPr/>
            </p14:nvContentPartPr>
            <p14:xfrm>
              <a:off x="3264976" y="6112295"/>
              <a:ext cx="5166" cy="11362"/>
            </p14:xfrm>
          </p:contentPart>
        </mc:Choice>
        <mc:Fallback xmlns="">
          <p:pic>
            <p:nvPicPr>
              <p:cNvPr id="158" name="墨迹 157"/>
            </p:nvPicPr>
            <p:blipFill>
              <a:blip/>
            </p:blipFill>
            <p:spPr>
              <a:xfrm>
                <a:off x="3264976" y="6112295"/>
                <a:ext cx="5166" cy="11362"/>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159" name="墨迹 158"/>
              <p14:cNvContentPartPr/>
              <p14:nvPr/>
            </p14:nvContentPartPr>
            <p14:xfrm>
              <a:off x="3352477" y="5997909"/>
              <a:ext cx="61283" cy="171192"/>
            </p14:xfrm>
          </p:contentPart>
        </mc:Choice>
        <mc:Fallback xmlns="">
          <p:pic>
            <p:nvPicPr>
              <p:cNvPr id="159" name="墨迹 158"/>
            </p:nvPicPr>
            <p:blipFill>
              <a:blip/>
            </p:blipFill>
            <p:spPr>
              <a:xfrm>
                <a:off x="3352477" y="5997909"/>
                <a:ext cx="61283" cy="171192"/>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60" name="墨迹 159"/>
              <p14:cNvContentPartPr/>
              <p14:nvPr/>
            </p14:nvContentPartPr>
            <p14:xfrm>
              <a:off x="3457219" y="6013144"/>
              <a:ext cx="61929" cy="117033"/>
            </p14:xfrm>
          </p:contentPart>
        </mc:Choice>
        <mc:Fallback xmlns="">
          <p:pic>
            <p:nvPicPr>
              <p:cNvPr id="160" name="墨迹 159"/>
            </p:nvPicPr>
            <p:blipFill>
              <a:blip/>
            </p:blipFill>
            <p:spPr>
              <a:xfrm>
                <a:off x="3457219" y="6013144"/>
                <a:ext cx="61929" cy="117033"/>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161" name="墨迹 160"/>
              <p14:cNvContentPartPr/>
              <p14:nvPr/>
            </p14:nvContentPartPr>
            <p14:xfrm>
              <a:off x="2898571" y="5765264"/>
              <a:ext cx="610245" cy="123940"/>
            </p14:xfrm>
          </p:contentPart>
        </mc:Choice>
        <mc:Fallback xmlns="">
          <p:pic>
            <p:nvPicPr>
              <p:cNvPr id="161" name="墨迹 160"/>
            </p:nvPicPr>
            <p:blipFill>
              <a:blip/>
            </p:blipFill>
            <p:spPr>
              <a:xfrm>
                <a:off x="2898571" y="5765264"/>
                <a:ext cx="610245" cy="12394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62" name="墨迹 161"/>
              <p14:cNvContentPartPr/>
              <p14:nvPr/>
            </p14:nvContentPartPr>
            <p14:xfrm>
              <a:off x="4021810" y="5659915"/>
              <a:ext cx="3615" cy="3292"/>
            </p14:xfrm>
          </p:contentPart>
        </mc:Choice>
        <mc:Fallback xmlns="">
          <p:pic>
            <p:nvPicPr>
              <p:cNvPr id="162" name="墨迹 161"/>
            </p:nvPicPr>
            <p:blipFill>
              <a:blip/>
            </p:blipFill>
            <p:spPr>
              <a:xfrm>
                <a:off x="4021810" y="5659915"/>
                <a:ext cx="3615" cy="3292"/>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163" name="墨迹 162"/>
              <p14:cNvContentPartPr/>
              <p14:nvPr/>
            </p14:nvContentPartPr>
            <p14:xfrm>
              <a:off x="2972251" y="5816648"/>
              <a:ext cx="40619" cy="110125"/>
            </p14:xfrm>
          </p:contentPart>
        </mc:Choice>
        <mc:Fallback xmlns="">
          <p:pic>
            <p:nvPicPr>
              <p:cNvPr id="163" name="墨迹 162"/>
            </p:nvPicPr>
            <p:blipFill>
              <a:blip/>
            </p:blipFill>
            <p:spPr>
              <a:xfrm>
                <a:off x="2972251" y="5816648"/>
                <a:ext cx="40619" cy="110125"/>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164" name="墨迹 163"/>
              <p14:cNvContentPartPr/>
              <p14:nvPr/>
            </p14:nvContentPartPr>
            <p14:xfrm>
              <a:off x="2990139" y="5822070"/>
              <a:ext cx="49594" cy="122906"/>
            </p14:xfrm>
          </p:contentPart>
        </mc:Choice>
        <mc:Fallback xmlns="">
          <p:pic>
            <p:nvPicPr>
              <p:cNvPr id="164" name="墨迹 163"/>
            </p:nvPicPr>
            <p:blipFill>
              <a:blip/>
            </p:blipFill>
            <p:spPr>
              <a:xfrm>
                <a:off x="2990139" y="5822070"/>
                <a:ext cx="49594" cy="122906"/>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65" name="墨迹 164"/>
              <p14:cNvContentPartPr/>
              <p14:nvPr/>
            </p14:nvContentPartPr>
            <p14:xfrm>
              <a:off x="3071763" y="5806577"/>
              <a:ext cx="56828" cy="116774"/>
            </p14:xfrm>
          </p:contentPart>
        </mc:Choice>
        <mc:Fallback xmlns="">
          <p:pic>
            <p:nvPicPr>
              <p:cNvPr id="165" name="墨迹 164"/>
            </p:nvPicPr>
            <p:blipFill>
              <a:blip/>
            </p:blipFill>
            <p:spPr>
              <a:xfrm>
                <a:off x="3071763" y="5806577"/>
                <a:ext cx="56828" cy="116774"/>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166" name="墨迹 165"/>
              <p14:cNvContentPartPr/>
              <p14:nvPr/>
            </p14:nvContentPartPr>
            <p14:xfrm>
              <a:off x="3095527" y="5775592"/>
              <a:ext cx="13433" cy="185910"/>
            </p14:xfrm>
          </p:contentPart>
        </mc:Choice>
        <mc:Fallback xmlns="">
          <p:pic>
            <p:nvPicPr>
              <p:cNvPr id="166" name="墨迹 165"/>
            </p:nvPicPr>
            <p:blipFill>
              <a:blip/>
            </p:blipFill>
            <p:spPr>
              <a:xfrm>
                <a:off x="3095527" y="5775592"/>
                <a:ext cx="13433" cy="185910"/>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67" name="墨迹 166"/>
              <p14:cNvContentPartPr/>
              <p14:nvPr/>
            </p14:nvContentPartPr>
            <p14:xfrm>
              <a:off x="3183028" y="5782564"/>
              <a:ext cx="42685" cy="97086"/>
            </p14:xfrm>
          </p:contentPart>
        </mc:Choice>
        <mc:Fallback xmlns="">
          <p:pic>
            <p:nvPicPr>
              <p:cNvPr id="167" name="墨迹 166"/>
            </p:nvPicPr>
            <p:blipFill>
              <a:blip/>
            </p:blipFill>
            <p:spPr>
              <a:xfrm>
                <a:off x="3183028" y="5782564"/>
                <a:ext cx="42685" cy="97086"/>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168" name="墨迹 167"/>
              <p14:cNvContentPartPr/>
              <p14:nvPr/>
            </p14:nvContentPartPr>
            <p14:xfrm>
              <a:off x="3241081" y="5759067"/>
              <a:ext cx="50048" cy="159056"/>
            </p14:xfrm>
          </p:contentPart>
        </mc:Choice>
        <mc:Fallback xmlns="">
          <p:pic>
            <p:nvPicPr>
              <p:cNvPr id="168" name="墨迹 167"/>
            </p:nvPicPr>
            <p:blipFill>
              <a:blip/>
            </p:blipFill>
            <p:spPr>
              <a:xfrm>
                <a:off x="3241081" y="5759067"/>
                <a:ext cx="50048" cy="159056"/>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69" name="墨迹 168"/>
              <p14:cNvContentPartPr/>
              <p14:nvPr/>
            </p14:nvContentPartPr>
            <p14:xfrm>
              <a:off x="3307337" y="5874744"/>
              <a:ext cx="1034" cy="5165"/>
            </p14:xfrm>
          </p:contentPart>
        </mc:Choice>
        <mc:Fallback xmlns="">
          <p:pic>
            <p:nvPicPr>
              <p:cNvPr id="169" name="墨迹 168"/>
            </p:nvPicPr>
            <p:blipFill>
              <a:blip/>
            </p:blipFill>
            <p:spPr>
              <a:xfrm>
                <a:off x="3307337" y="5874744"/>
                <a:ext cx="1034" cy="5165"/>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170" name="墨迹 169"/>
              <p14:cNvContentPartPr/>
              <p14:nvPr/>
            </p14:nvContentPartPr>
            <p14:xfrm>
              <a:off x="3342209" y="5748738"/>
              <a:ext cx="55019" cy="124973"/>
            </p14:xfrm>
          </p:contentPart>
        </mc:Choice>
        <mc:Fallback xmlns="">
          <p:pic>
            <p:nvPicPr>
              <p:cNvPr id="170" name="墨迹 169"/>
            </p:nvPicPr>
            <p:blipFill>
              <a:blip/>
            </p:blipFill>
            <p:spPr>
              <a:xfrm>
                <a:off x="3342209" y="5748738"/>
                <a:ext cx="55019" cy="124973"/>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71" name="墨迹 170"/>
              <p14:cNvContentPartPr/>
              <p14:nvPr/>
            </p14:nvContentPartPr>
            <p14:xfrm>
              <a:off x="3411693" y="5761132"/>
              <a:ext cx="49078" cy="97087"/>
            </p14:xfrm>
          </p:contentPart>
        </mc:Choice>
        <mc:Fallback xmlns="">
          <p:pic>
            <p:nvPicPr>
              <p:cNvPr id="171" name="墨迹 170"/>
            </p:nvPicPr>
            <p:blipFill>
              <a:blip/>
            </p:blipFill>
            <p:spPr>
              <a:xfrm>
                <a:off x="3411693" y="5761132"/>
                <a:ext cx="49078" cy="97087"/>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172" name="墨迹 171"/>
              <p14:cNvContentPartPr/>
              <p14:nvPr/>
            </p14:nvContentPartPr>
            <p14:xfrm>
              <a:off x="3424092" y="5752870"/>
              <a:ext cx="64059" cy="20657"/>
            </p14:xfrm>
          </p:contentPart>
        </mc:Choice>
        <mc:Fallback xmlns="">
          <p:pic>
            <p:nvPicPr>
              <p:cNvPr id="172" name="墨迹 171"/>
            </p:nvPicPr>
            <p:blipFill>
              <a:blip/>
            </p:blipFill>
            <p:spPr>
              <a:xfrm>
                <a:off x="3424092" y="5752870"/>
                <a:ext cx="64059" cy="20657"/>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73" name="墨迹 172"/>
              <p14:cNvContentPartPr/>
              <p14:nvPr/>
            </p14:nvContentPartPr>
            <p14:xfrm>
              <a:off x="4927866" y="3308632"/>
              <a:ext cx="16215" cy="14819"/>
            </p14:xfrm>
          </p:contentPart>
        </mc:Choice>
        <mc:Fallback xmlns="">
          <p:pic>
            <p:nvPicPr>
              <p:cNvPr id="173" name="墨迹 172"/>
            </p:nvPicPr>
            <p:blipFill>
              <a:blip/>
            </p:blipFill>
            <p:spPr>
              <a:xfrm>
                <a:off x="4927866" y="3308632"/>
                <a:ext cx="16215" cy="14819"/>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174" name="墨迹 173"/>
              <p14:cNvContentPartPr/>
              <p14:nvPr/>
            </p14:nvContentPartPr>
            <p14:xfrm>
              <a:off x="1250844" y="3428691"/>
              <a:ext cx="20385" cy="199944"/>
            </p14:xfrm>
          </p:contentPart>
        </mc:Choice>
        <mc:Fallback xmlns="">
          <p:pic>
            <p:nvPicPr>
              <p:cNvPr id="174" name="墨迹 173"/>
            </p:nvPicPr>
            <p:blipFill>
              <a:blip/>
            </p:blipFill>
            <p:spPr>
              <a:xfrm>
                <a:off x="1250844" y="3428691"/>
                <a:ext cx="20385" cy="199944"/>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75" name="墨迹 174"/>
              <p14:cNvContentPartPr/>
              <p14:nvPr/>
            </p14:nvContentPartPr>
            <p14:xfrm>
              <a:off x="1271229" y="3417460"/>
              <a:ext cx="100068" cy="178295"/>
            </p14:xfrm>
          </p:contentPart>
        </mc:Choice>
        <mc:Fallback xmlns="">
          <p:pic>
            <p:nvPicPr>
              <p:cNvPr id="175" name="墨迹 174"/>
            </p:nvPicPr>
            <p:blipFill>
              <a:blip/>
            </p:blipFill>
            <p:spPr>
              <a:xfrm>
                <a:off x="1271229" y="3417460"/>
                <a:ext cx="100068" cy="178295"/>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176" name="墨迹 175"/>
              <p14:cNvContentPartPr/>
              <p14:nvPr/>
            </p14:nvContentPartPr>
            <p14:xfrm>
              <a:off x="1383806" y="3495377"/>
              <a:ext cx="63467" cy="102230"/>
            </p14:xfrm>
          </p:contentPart>
        </mc:Choice>
        <mc:Fallback xmlns="">
          <p:pic>
            <p:nvPicPr>
              <p:cNvPr id="176" name="墨迹 175"/>
            </p:nvPicPr>
            <p:blipFill>
              <a:blip/>
            </p:blipFill>
            <p:spPr>
              <a:xfrm>
                <a:off x="1383806" y="3495377"/>
                <a:ext cx="63467" cy="102230"/>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77" name="墨迹 176"/>
              <p14:cNvContentPartPr/>
              <p14:nvPr/>
            </p14:nvContentPartPr>
            <p14:xfrm>
              <a:off x="1476923" y="3495724"/>
              <a:ext cx="185543" cy="106745"/>
            </p14:xfrm>
          </p:contentPart>
        </mc:Choice>
        <mc:Fallback xmlns="">
          <p:pic>
            <p:nvPicPr>
              <p:cNvPr id="177" name="墨迹 176"/>
            </p:nvPicPr>
            <p:blipFill>
              <a:blip/>
            </p:blipFill>
            <p:spPr>
              <a:xfrm>
                <a:off x="1476923" y="3495724"/>
                <a:ext cx="185543" cy="106745"/>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178" name="墨迹 177"/>
              <p14:cNvContentPartPr/>
              <p14:nvPr/>
            </p14:nvContentPartPr>
            <p14:xfrm>
              <a:off x="1719679" y="3499429"/>
              <a:ext cx="121032" cy="77107"/>
            </p14:xfrm>
          </p:contentPart>
        </mc:Choice>
        <mc:Fallback xmlns="">
          <p:pic>
            <p:nvPicPr>
              <p:cNvPr id="178" name="墨迹 177"/>
            </p:nvPicPr>
            <p:blipFill>
              <a:blip/>
            </p:blipFill>
            <p:spPr>
              <a:xfrm>
                <a:off x="1719679" y="3499429"/>
                <a:ext cx="121032" cy="77107"/>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79" name="墨迹 178"/>
              <p14:cNvContentPartPr/>
              <p14:nvPr/>
            </p14:nvContentPartPr>
            <p14:xfrm>
              <a:off x="1884143" y="3513669"/>
              <a:ext cx="64395" cy="81622"/>
            </p14:xfrm>
          </p:contentPart>
        </mc:Choice>
        <mc:Fallback xmlns="">
          <p:pic>
            <p:nvPicPr>
              <p:cNvPr id="179" name="墨迹 178"/>
            </p:nvPicPr>
            <p:blipFill>
              <a:blip/>
            </p:blipFill>
            <p:spPr>
              <a:xfrm>
                <a:off x="1884143" y="3513669"/>
                <a:ext cx="64395" cy="81622"/>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180" name="墨迹 179"/>
              <p14:cNvContentPartPr/>
              <p14:nvPr/>
            </p14:nvContentPartPr>
            <p14:xfrm>
              <a:off x="1979115" y="3510544"/>
              <a:ext cx="85243" cy="85211"/>
            </p14:xfrm>
          </p:contentPart>
        </mc:Choice>
        <mc:Fallback xmlns="">
          <p:pic>
            <p:nvPicPr>
              <p:cNvPr id="180" name="墨迹 179"/>
            </p:nvPicPr>
            <p:blipFill>
              <a:blip/>
            </p:blipFill>
            <p:spPr>
              <a:xfrm>
                <a:off x="1979115" y="3510544"/>
                <a:ext cx="85243" cy="85211"/>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81" name="墨迹 180"/>
              <p14:cNvContentPartPr/>
              <p14:nvPr/>
            </p14:nvContentPartPr>
            <p14:xfrm>
              <a:off x="2087869" y="3451267"/>
              <a:ext cx="121030" cy="142519"/>
            </p14:xfrm>
          </p:contentPart>
        </mc:Choice>
        <mc:Fallback xmlns="">
          <p:pic>
            <p:nvPicPr>
              <p:cNvPr id="181" name="墨迹 180"/>
            </p:nvPicPr>
            <p:blipFill>
              <a:blip/>
            </p:blipFill>
            <p:spPr>
              <a:xfrm>
                <a:off x="2087869" y="3451267"/>
                <a:ext cx="121030" cy="142519"/>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182" name="墨迹 181"/>
              <p14:cNvContentPartPr/>
              <p14:nvPr/>
            </p14:nvContentPartPr>
            <p14:xfrm>
              <a:off x="2188516" y="3351006"/>
              <a:ext cx="20383" cy="250306"/>
            </p14:xfrm>
          </p:contentPart>
        </mc:Choice>
        <mc:Fallback xmlns="">
          <p:pic>
            <p:nvPicPr>
              <p:cNvPr id="182" name="墨迹 181"/>
            </p:nvPicPr>
            <p:blipFill>
              <a:blip/>
            </p:blipFill>
            <p:spPr>
              <a:xfrm>
                <a:off x="2188516" y="3351006"/>
                <a:ext cx="20383" cy="250306"/>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83" name="墨迹 182"/>
              <p14:cNvContentPartPr/>
              <p14:nvPr/>
            </p14:nvContentPartPr>
            <p14:xfrm>
              <a:off x="830191" y="4434547"/>
              <a:ext cx="11118" cy="456502"/>
            </p14:xfrm>
          </p:contentPart>
        </mc:Choice>
        <mc:Fallback xmlns="">
          <p:pic>
            <p:nvPicPr>
              <p:cNvPr id="183" name="墨迹 182"/>
            </p:nvPicPr>
            <p:blipFill>
              <a:blip/>
            </p:blipFill>
            <p:spPr>
              <a:xfrm>
                <a:off x="830191" y="4434547"/>
                <a:ext cx="11118" cy="456502"/>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184" name="墨迹 183"/>
              <p14:cNvContentPartPr/>
              <p14:nvPr/>
            </p14:nvContentPartPr>
            <p14:xfrm>
              <a:off x="581875" y="4397846"/>
              <a:ext cx="249705" cy="51868"/>
            </p14:xfrm>
          </p:contentPart>
        </mc:Choice>
        <mc:Fallback xmlns="">
          <p:pic>
            <p:nvPicPr>
              <p:cNvPr id="184" name="墨迹 183"/>
            </p:nvPicPr>
            <p:blipFill>
              <a:blip/>
            </p:blipFill>
            <p:spPr>
              <a:xfrm>
                <a:off x="581875" y="4397846"/>
                <a:ext cx="249705" cy="51868"/>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85" name="墨迹 184"/>
              <p14:cNvContentPartPr/>
              <p14:nvPr/>
            </p14:nvContentPartPr>
            <p14:xfrm>
              <a:off x="546665" y="4438599"/>
              <a:ext cx="50034" cy="502928"/>
            </p14:xfrm>
          </p:contentPart>
        </mc:Choice>
        <mc:Fallback xmlns="">
          <p:pic>
            <p:nvPicPr>
              <p:cNvPr id="185" name="墨迹 184"/>
            </p:nvPicPr>
            <p:blipFill>
              <a:blip/>
            </p:blipFill>
            <p:spPr>
              <a:xfrm>
                <a:off x="546665" y="4438599"/>
                <a:ext cx="50034" cy="502928"/>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186" name="墨迹 185"/>
              <p14:cNvContentPartPr/>
              <p14:nvPr/>
            </p14:nvContentPartPr>
            <p14:xfrm>
              <a:off x="546319" y="4877620"/>
              <a:ext cx="278312" cy="19450"/>
            </p14:xfrm>
          </p:contentPart>
        </mc:Choice>
        <mc:Fallback xmlns="">
          <p:pic>
            <p:nvPicPr>
              <p:cNvPr id="186" name="墨迹 185"/>
            </p:nvPicPr>
            <p:blipFill>
              <a:blip/>
            </p:blipFill>
            <p:spPr>
              <a:xfrm>
                <a:off x="546319" y="4877620"/>
                <a:ext cx="278312" cy="1945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87" name="墨迹 186"/>
              <p14:cNvContentPartPr/>
              <p14:nvPr/>
            </p14:nvContentPartPr>
            <p14:xfrm>
              <a:off x="634224" y="4571973"/>
              <a:ext cx="132961" cy="185240"/>
            </p14:xfrm>
          </p:contentPart>
        </mc:Choice>
        <mc:Fallback xmlns="">
          <p:pic>
            <p:nvPicPr>
              <p:cNvPr id="187" name="墨迹 186"/>
            </p:nvPicPr>
            <p:blipFill>
              <a:blip/>
            </p:blipFill>
            <p:spPr>
              <a:xfrm>
                <a:off x="634224" y="4571973"/>
                <a:ext cx="132961" cy="185240"/>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88" name="墨迹 187"/>
              <p14:cNvContentPartPr/>
              <p14:nvPr/>
            </p14:nvContentPartPr>
            <p14:xfrm>
              <a:off x="4552149" y="3727275"/>
              <a:ext cx="47255" cy="746057"/>
            </p14:xfrm>
          </p:contentPart>
        </mc:Choice>
        <mc:Fallback xmlns="">
          <p:pic>
            <p:nvPicPr>
              <p:cNvPr id="188" name="墨迹 187"/>
            </p:nvPicPr>
            <p:blipFill>
              <a:blip/>
            </p:blipFill>
            <p:spPr>
              <a:xfrm>
                <a:off x="4552149" y="3727275"/>
                <a:ext cx="47255" cy="746057"/>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189" name="墨迹 188"/>
              <p14:cNvContentPartPr/>
              <p14:nvPr/>
            </p14:nvContentPartPr>
            <p14:xfrm>
              <a:off x="4643879" y="3664294"/>
              <a:ext cx="1352765" cy="629818"/>
            </p14:xfrm>
          </p:contentPart>
        </mc:Choice>
        <mc:Fallback xmlns="">
          <p:pic>
            <p:nvPicPr>
              <p:cNvPr id="189" name="墨迹 188"/>
            </p:nvPicPr>
            <p:blipFill>
              <a:blip/>
            </p:blipFill>
            <p:spPr>
              <a:xfrm>
                <a:off x="4643879" y="3664294"/>
                <a:ext cx="1352765" cy="629818"/>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90" name="墨迹 189"/>
              <p14:cNvContentPartPr/>
              <p14:nvPr/>
            </p14:nvContentPartPr>
            <p14:xfrm>
              <a:off x="4566048" y="4184820"/>
              <a:ext cx="1392609" cy="298237"/>
            </p14:xfrm>
          </p:contentPart>
        </mc:Choice>
        <mc:Fallback xmlns="">
          <p:pic>
            <p:nvPicPr>
              <p:cNvPr id="190" name="墨迹 189"/>
            </p:nvPicPr>
            <p:blipFill>
              <a:blip/>
            </p:blipFill>
            <p:spPr>
              <a:xfrm>
                <a:off x="4566048" y="4184820"/>
                <a:ext cx="1392609" cy="298237"/>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191" name="墨迹 190"/>
              <p14:cNvContentPartPr/>
              <p14:nvPr/>
            </p14:nvContentPartPr>
            <p14:xfrm>
              <a:off x="4537788" y="4764970"/>
              <a:ext cx="43084" cy="811354"/>
            </p14:xfrm>
          </p:contentPart>
        </mc:Choice>
        <mc:Fallback xmlns="">
          <p:pic>
            <p:nvPicPr>
              <p:cNvPr id="191" name="墨迹 190"/>
            </p:nvPicPr>
            <p:blipFill>
              <a:blip/>
            </p:blipFill>
            <p:spPr>
              <a:xfrm>
                <a:off x="4537788" y="4764970"/>
                <a:ext cx="43084" cy="811354"/>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92" name="墨迹 191"/>
              <p14:cNvContentPartPr/>
              <p14:nvPr/>
            </p14:nvContentPartPr>
            <p14:xfrm>
              <a:off x="4570101" y="4777011"/>
              <a:ext cx="1288487" cy="613725"/>
            </p14:xfrm>
          </p:contentPart>
        </mc:Choice>
        <mc:Fallback xmlns="">
          <p:pic>
            <p:nvPicPr>
              <p:cNvPr id="192" name="墨迹 191"/>
            </p:nvPicPr>
            <p:blipFill>
              <a:blip/>
            </p:blipFill>
            <p:spPr>
              <a:xfrm>
                <a:off x="4570101" y="4777011"/>
                <a:ext cx="1288487" cy="61372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93" name="墨迹 192"/>
              <p14:cNvContentPartPr/>
              <p14:nvPr/>
            </p14:nvContentPartPr>
            <p14:xfrm>
              <a:off x="4528986" y="5477799"/>
              <a:ext cx="1224902" cy="61129"/>
            </p14:xfrm>
          </p:contentPart>
        </mc:Choice>
        <mc:Fallback xmlns="">
          <p:pic>
            <p:nvPicPr>
              <p:cNvPr id="193" name="墨迹 192"/>
            </p:nvPicPr>
            <p:blipFill>
              <a:blip/>
            </p:blipFill>
            <p:spPr>
              <a:xfrm>
                <a:off x="4528986" y="5477799"/>
                <a:ext cx="1224902" cy="61129"/>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194" name="墨迹 193"/>
              <p14:cNvContentPartPr/>
              <p14:nvPr/>
            </p14:nvContentPartPr>
            <p14:xfrm>
              <a:off x="6250057" y="3706320"/>
              <a:ext cx="50497" cy="661425"/>
            </p14:xfrm>
          </p:contentPart>
        </mc:Choice>
        <mc:Fallback xmlns="">
          <p:pic>
            <p:nvPicPr>
              <p:cNvPr id="194" name="墨迹 193"/>
            </p:nvPicPr>
            <p:blipFill>
              <a:blip/>
            </p:blipFill>
            <p:spPr>
              <a:xfrm>
                <a:off x="6250057" y="3706320"/>
                <a:ext cx="50497" cy="661425"/>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95" name="墨迹 194"/>
              <p14:cNvContentPartPr/>
              <p14:nvPr/>
            </p14:nvContentPartPr>
            <p14:xfrm>
              <a:off x="6324181" y="3623540"/>
              <a:ext cx="1103060" cy="791326"/>
            </p14:xfrm>
          </p:contentPart>
        </mc:Choice>
        <mc:Fallback xmlns="">
          <p:pic>
            <p:nvPicPr>
              <p:cNvPr id="195" name="墨迹 194"/>
            </p:nvPicPr>
            <p:blipFill>
              <a:blip/>
            </p:blipFill>
            <p:spPr>
              <a:xfrm>
                <a:off x="6324181" y="3623540"/>
                <a:ext cx="1103060" cy="791326"/>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196" name="墨迹 195"/>
              <p14:cNvContentPartPr/>
              <p14:nvPr/>
            </p14:nvContentPartPr>
            <p14:xfrm>
              <a:off x="6304259" y="4334865"/>
              <a:ext cx="1022682" cy="50015"/>
            </p14:xfrm>
          </p:contentPart>
        </mc:Choice>
        <mc:Fallback xmlns="">
          <p:pic>
            <p:nvPicPr>
              <p:cNvPr id="196" name="墨迹 195"/>
            </p:nvPicPr>
            <p:blipFill>
              <a:blip/>
            </p:blipFill>
            <p:spPr>
              <a:xfrm>
                <a:off x="6304259" y="4334865"/>
                <a:ext cx="1022682" cy="50015"/>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97" name="墨迹 196"/>
              <p14:cNvContentPartPr/>
              <p14:nvPr/>
            </p14:nvContentPartPr>
            <p14:xfrm>
              <a:off x="6242298" y="4819269"/>
              <a:ext cx="47137" cy="619514"/>
            </p14:xfrm>
          </p:contentPart>
        </mc:Choice>
        <mc:Fallback xmlns="">
          <p:pic>
            <p:nvPicPr>
              <p:cNvPr id="197" name="墨迹 196"/>
            </p:nvPicPr>
            <p:blipFill>
              <a:blip/>
            </p:blipFill>
            <p:spPr>
              <a:xfrm>
                <a:off x="6242298" y="4819269"/>
                <a:ext cx="47137" cy="619514"/>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198" name="墨迹 197"/>
              <p14:cNvContentPartPr/>
              <p14:nvPr/>
            </p14:nvContentPartPr>
            <p14:xfrm>
              <a:off x="6284571" y="4768328"/>
              <a:ext cx="1000907" cy="631670"/>
            </p14:xfrm>
          </p:contentPart>
        </mc:Choice>
        <mc:Fallback xmlns="">
          <p:pic>
            <p:nvPicPr>
              <p:cNvPr id="198" name="墨迹 197"/>
            </p:nvPicPr>
            <p:blipFill>
              <a:blip/>
            </p:blipFill>
            <p:spPr>
              <a:xfrm>
                <a:off x="6284571" y="4768328"/>
                <a:ext cx="1000907" cy="631670"/>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99" name="墨迹 198"/>
              <p14:cNvContentPartPr/>
              <p14:nvPr/>
            </p14:nvContentPartPr>
            <p14:xfrm>
              <a:off x="6362517" y="5385179"/>
              <a:ext cx="884972" cy="75949"/>
            </p14:xfrm>
          </p:contentPart>
        </mc:Choice>
        <mc:Fallback xmlns="">
          <p:pic>
            <p:nvPicPr>
              <p:cNvPr id="199" name="墨迹 198"/>
            </p:nvPicPr>
            <p:blipFill>
              <a:blip/>
            </p:blipFill>
            <p:spPr>
              <a:xfrm>
                <a:off x="6362517" y="5385179"/>
                <a:ext cx="884972" cy="75949"/>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200" name="墨迹 199"/>
              <p14:cNvContentPartPr/>
              <p14:nvPr/>
            </p14:nvContentPartPr>
            <p14:xfrm>
              <a:off x="4689625" y="3049295"/>
              <a:ext cx="39497" cy="20376"/>
            </p14:xfrm>
          </p:contentPart>
        </mc:Choice>
        <mc:Fallback xmlns="">
          <p:pic>
            <p:nvPicPr>
              <p:cNvPr id="200" name="墨迹 199"/>
            </p:nvPicPr>
            <p:blipFill>
              <a:blip/>
            </p:blipFill>
            <p:spPr>
              <a:xfrm>
                <a:off x="4689625" y="3049295"/>
                <a:ext cx="39497" cy="20376"/>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201" name="墨迹 200"/>
              <p14:cNvContentPartPr/>
              <p14:nvPr/>
            </p14:nvContentPartPr>
            <p14:xfrm>
              <a:off x="5750181" y="3203044"/>
              <a:ext cx="75978" cy="16672"/>
            </p14:xfrm>
          </p:contentPart>
        </mc:Choice>
        <mc:Fallback xmlns="">
          <p:pic>
            <p:nvPicPr>
              <p:cNvPr id="201" name="墨迹 200"/>
            </p:nvPicPr>
            <p:blipFill>
              <a:blip/>
            </p:blipFill>
            <p:spPr>
              <a:xfrm>
                <a:off x="5750181" y="3203044"/>
                <a:ext cx="75978" cy="16672"/>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202" name="墨迹 201"/>
              <p14:cNvContentPartPr/>
              <p14:nvPr/>
            </p14:nvContentPartPr>
            <p14:xfrm>
              <a:off x="6765655" y="1285875"/>
              <a:ext cx="151755" cy="242715"/>
            </p14:xfrm>
          </p:contentPart>
        </mc:Choice>
        <mc:Fallback xmlns="">
          <p:pic>
            <p:nvPicPr>
              <p:cNvPr id="202" name="墨迹 201"/>
            </p:nvPicPr>
            <p:blipFill>
              <a:blip/>
            </p:blipFill>
            <p:spPr>
              <a:xfrm>
                <a:off x="6765655" y="1285875"/>
                <a:ext cx="151755" cy="242715"/>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203" name="墨迹 202"/>
              <p14:cNvContentPartPr/>
              <p14:nvPr/>
            </p14:nvContentPartPr>
            <p14:xfrm>
              <a:off x="6953573" y="1390933"/>
              <a:ext cx="85886" cy="132493"/>
            </p14:xfrm>
          </p:contentPart>
        </mc:Choice>
        <mc:Fallback xmlns="">
          <p:pic>
            <p:nvPicPr>
              <p:cNvPr id="203" name="墨迹 202"/>
            </p:nvPicPr>
            <p:blipFill>
              <a:blip/>
            </p:blipFill>
            <p:spPr>
              <a:xfrm>
                <a:off x="6953573" y="1390933"/>
                <a:ext cx="85886" cy="132493"/>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204" name="墨迹 203"/>
              <p14:cNvContentPartPr/>
              <p14:nvPr/>
            </p14:nvContentPartPr>
            <p14:xfrm>
              <a:off x="7099999" y="1394322"/>
              <a:ext cx="84111" cy="149760"/>
            </p14:xfrm>
          </p:contentPart>
        </mc:Choice>
        <mc:Fallback xmlns="">
          <p:pic>
            <p:nvPicPr>
              <p:cNvPr id="204" name="墨迹 203"/>
            </p:nvPicPr>
            <p:blipFill>
              <a:blip/>
            </p:blipFill>
            <p:spPr>
              <a:xfrm>
                <a:off x="7099999" y="1394322"/>
                <a:ext cx="84111" cy="149760"/>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205" name="墨迹 204"/>
              <p14:cNvContentPartPr/>
              <p14:nvPr/>
            </p14:nvContentPartPr>
            <p14:xfrm>
              <a:off x="7222210" y="1399486"/>
              <a:ext cx="77492" cy="139432"/>
            </p14:xfrm>
          </p:contentPart>
        </mc:Choice>
        <mc:Fallback xmlns="">
          <p:pic>
            <p:nvPicPr>
              <p:cNvPr id="205" name="墨迹 204"/>
            </p:nvPicPr>
            <p:blipFill>
              <a:blip/>
            </p:blipFill>
            <p:spPr>
              <a:xfrm>
                <a:off x="7222210" y="1399486"/>
                <a:ext cx="77492" cy="139432"/>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206" name="墨迹 205"/>
              <p14:cNvContentPartPr/>
              <p14:nvPr/>
            </p14:nvContentPartPr>
            <p14:xfrm>
              <a:off x="7341030" y="1420143"/>
              <a:ext cx="91698" cy="100701"/>
            </p14:xfrm>
          </p:contentPart>
        </mc:Choice>
        <mc:Fallback xmlns="">
          <p:pic>
            <p:nvPicPr>
              <p:cNvPr id="206" name="墨迹 205"/>
            </p:nvPicPr>
            <p:blipFill>
              <a:blip/>
            </p:blipFill>
            <p:spPr>
              <a:xfrm>
                <a:off x="7341030" y="1420143"/>
                <a:ext cx="91698" cy="100701"/>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207" name="墨迹 206"/>
              <p14:cNvContentPartPr/>
              <p14:nvPr/>
            </p14:nvContentPartPr>
            <p14:xfrm>
              <a:off x="7470182" y="1404650"/>
              <a:ext cx="123987" cy="93600"/>
            </p14:xfrm>
          </p:contentPart>
        </mc:Choice>
        <mc:Fallback xmlns="">
          <p:pic>
            <p:nvPicPr>
              <p:cNvPr id="207" name="墨迹 206"/>
            </p:nvPicPr>
            <p:blipFill>
              <a:blip/>
            </p:blipFill>
            <p:spPr>
              <a:xfrm>
                <a:off x="7470182" y="1404650"/>
                <a:ext cx="123987" cy="93600"/>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208" name="墨迹 207"/>
              <p14:cNvContentPartPr/>
              <p14:nvPr/>
            </p14:nvContentPartPr>
            <p14:xfrm>
              <a:off x="7666495" y="1375440"/>
              <a:ext cx="46495" cy="129911"/>
            </p14:xfrm>
          </p:contentPart>
        </mc:Choice>
        <mc:Fallback xmlns="">
          <p:pic>
            <p:nvPicPr>
              <p:cNvPr id="208" name="墨迹 207"/>
            </p:nvPicPr>
            <p:blipFill>
              <a:blip/>
            </p:blipFill>
            <p:spPr>
              <a:xfrm>
                <a:off x="7666495" y="1375440"/>
                <a:ext cx="46495" cy="129911"/>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209" name="墨迹 208"/>
              <p14:cNvContentPartPr/>
              <p14:nvPr/>
            </p14:nvContentPartPr>
            <p14:xfrm>
              <a:off x="7852474" y="3637341"/>
              <a:ext cx="41329" cy="1878623"/>
            </p14:xfrm>
          </p:contentPart>
        </mc:Choice>
        <mc:Fallback xmlns="">
          <p:pic>
            <p:nvPicPr>
              <p:cNvPr id="209" name="墨迹 208"/>
            </p:nvPicPr>
            <p:blipFill>
              <a:blip/>
            </p:blipFill>
            <p:spPr>
              <a:xfrm>
                <a:off x="7852474" y="3637341"/>
                <a:ext cx="41329" cy="1878623"/>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210" name="墨迹 209"/>
              <p14:cNvContentPartPr/>
              <p14:nvPr/>
            </p14:nvContentPartPr>
            <p14:xfrm>
              <a:off x="8092698" y="4306906"/>
              <a:ext cx="7749" cy="10329"/>
            </p14:xfrm>
          </p:contentPart>
        </mc:Choice>
        <mc:Fallback xmlns="">
          <p:pic>
            <p:nvPicPr>
              <p:cNvPr id="210" name="墨迹 209"/>
            </p:nvPicPr>
            <p:blipFill>
              <a:blip/>
            </p:blipFill>
            <p:spPr>
              <a:xfrm>
                <a:off x="8092698" y="4306906"/>
                <a:ext cx="7749" cy="10329"/>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211" name="墨迹 210"/>
              <p14:cNvContentPartPr/>
              <p14:nvPr/>
            </p14:nvContentPartPr>
            <p14:xfrm>
              <a:off x="8076392" y="4233155"/>
              <a:ext cx="21472" cy="548047"/>
            </p14:xfrm>
          </p:contentPart>
        </mc:Choice>
        <mc:Fallback xmlns="">
          <p:pic>
            <p:nvPicPr>
              <p:cNvPr id="211" name="墨迹 210"/>
            </p:nvPicPr>
            <p:blipFill>
              <a:blip/>
            </p:blipFill>
            <p:spPr>
              <a:xfrm>
                <a:off x="8076392" y="4233155"/>
                <a:ext cx="21472" cy="548047"/>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212" name="墨迹 211"/>
              <p14:cNvContentPartPr/>
              <p14:nvPr/>
            </p14:nvContentPartPr>
            <p14:xfrm>
              <a:off x="8126277" y="4132616"/>
              <a:ext cx="411513" cy="784952"/>
            </p14:xfrm>
          </p:contentPart>
        </mc:Choice>
        <mc:Fallback xmlns="">
          <p:pic>
            <p:nvPicPr>
              <p:cNvPr id="212" name="墨迹 211"/>
            </p:nvPicPr>
            <p:blipFill>
              <a:blip/>
            </p:blipFill>
            <p:spPr>
              <a:xfrm>
                <a:off x="8126277" y="4132616"/>
                <a:ext cx="411513" cy="784952"/>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213" name="墨迹 212"/>
              <p14:cNvContentPartPr/>
              <p14:nvPr/>
            </p14:nvContentPartPr>
            <p14:xfrm>
              <a:off x="8110779" y="4807829"/>
              <a:ext cx="266055" cy="15493"/>
            </p14:xfrm>
          </p:contentPart>
        </mc:Choice>
        <mc:Fallback xmlns="">
          <p:pic>
            <p:nvPicPr>
              <p:cNvPr id="213" name="墨迹 212"/>
            </p:nvPicPr>
            <p:blipFill>
              <a:blip/>
            </p:blipFill>
            <p:spPr>
              <a:xfrm>
                <a:off x="8110779" y="4807829"/>
                <a:ext cx="266055" cy="15493"/>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214" name="墨迹 213"/>
              <p14:cNvContentPartPr/>
              <p14:nvPr/>
            </p14:nvContentPartPr>
            <p14:xfrm>
              <a:off x="8261080" y="4384368"/>
              <a:ext cx="134480" cy="180746"/>
            </p14:xfrm>
          </p:contentPart>
        </mc:Choice>
        <mc:Fallback xmlns="">
          <p:pic>
            <p:nvPicPr>
              <p:cNvPr id="214" name="墨迹 213"/>
            </p:nvPicPr>
            <p:blipFill>
              <a:blip/>
            </p:blipFill>
            <p:spPr>
              <a:xfrm>
                <a:off x="8261080" y="4384368"/>
                <a:ext cx="134480" cy="180746"/>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215" name="墨迹 214"/>
              <p14:cNvContentPartPr/>
              <p14:nvPr/>
            </p14:nvContentPartPr>
            <p14:xfrm>
              <a:off x="4869050" y="3838743"/>
              <a:ext cx="80075" cy="178970"/>
            </p14:xfrm>
          </p:contentPart>
        </mc:Choice>
        <mc:Fallback xmlns="">
          <p:pic>
            <p:nvPicPr>
              <p:cNvPr id="215" name="墨迹 214"/>
            </p:nvPicPr>
            <p:blipFill>
              <a:blip/>
            </p:blipFill>
            <p:spPr>
              <a:xfrm>
                <a:off x="4869050" y="3838743"/>
                <a:ext cx="80075" cy="178970"/>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16" name="墨迹 215"/>
              <p14:cNvContentPartPr/>
              <p14:nvPr/>
            </p14:nvContentPartPr>
            <p14:xfrm>
              <a:off x="4964623" y="3907975"/>
              <a:ext cx="54244" cy="83918"/>
            </p14:xfrm>
          </p:contentPart>
        </mc:Choice>
        <mc:Fallback xmlns="">
          <p:pic>
            <p:nvPicPr>
              <p:cNvPr id="216" name="墨迹 215"/>
            </p:nvPicPr>
            <p:blipFill>
              <a:blip/>
            </p:blipFill>
            <p:spPr>
              <a:xfrm>
                <a:off x="4964623" y="3907975"/>
                <a:ext cx="54244" cy="83918"/>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217" name="墨迹 216"/>
              <p14:cNvContentPartPr/>
              <p14:nvPr/>
            </p14:nvContentPartPr>
            <p14:xfrm>
              <a:off x="5062779" y="3904102"/>
              <a:ext cx="121404" cy="64552"/>
            </p14:xfrm>
          </p:contentPart>
        </mc:Choice>
        <mc:Fallback xmlns="">
          <p:pic>
            <p:nvPicPr>
              <p:cNvPr id="217" name="墨迹 216"/>
            </p:nvPicPr>
            <p:blipFill>
              <a:blip/>
            </p:blipFill>
            <p:spPr>
              <a:xfrm>
                <a:off x="5062779" y="3904102"/>
                <a:ext cx="121404" cy="64552"/>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18" name="墨迹 217"/>
              <p14:cNvContentPartPr/>
              <p14:nvPr/>
            </p14:nvContentPartPr>
            <p14:xfrm>
              <a:off x="5231646" y="3873117"/>
              <a:ext cx="82335" cy="80044"/>
            </p14:xfrm>
          </p:contentPart>
        </mc:Choice>
        <mc:Fallback xmlns="">
          <p:pic>
            <p:nvPicPr>
              <p:cNvPr id="218" name="墨迹 217"/>
            </p:nvPicPr>
            <p:blipFill>
              <a:blip/>
            </p:blipFill>
            <p:spPr>
              <a:xfrm>
                <a:off x="5231646" y="3873117"/>
                <a:ext cx="82335" cy="80044"/>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219" name="墨迹 218"/>
              <p14:cNvContentPartPr/>
              <p14:nvPr/>
            </p14:nvContentPartPr>
            <p14:xfrm>
              <a:off x="4974955" y="4157145"/>
              <a:ext cx="165316" cy="51642"/>
            </p14:xfrm>
          </p:contentPart>
        </mc:Choice>
        <mc:Fallback xmlns="">
          <p:pic>
            <p:nvPicPr>
              <p:cNvPr id="219" name="墨迹 218"/>
            </p:nvPicPr>
            <p:blipFill>
              <a:blip/>
            </p:blipFill>
            <p:spPr>
              <a:xfrm>
                <a:off x="4974955" y="4157145"/>
                <a:ext cx="165316" cy="51642"/>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20" name="墨迹 219"/>
              <p14:cNvContentPartPr/>
              <p14:nvPr/>
            </p14:nvContentPartPr>
            <p14:xfrm>
              <a:off x="4899563" y="4091303"/>
              <a:ext cx="152884" cy="140723"/>
            </p14:xfrm>
          </p:contentPart>
        </mc:Choice>
        <mc:Fallback xmlns="">
          <p:pic>
            <p:nvPicPr>
              <p:cNvPr id="220" name="墨迹 219"/>
            </p:nvPicPr>
            <p:blipFill>
              <a:blip/>
            </p:blipFill>
            <p:spPr>
              <a:xfrm>
                <a:off x="4899563" y="4091303"/>
                <a:ext cx="152884" cy="140723"/>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221" name="墨迹 220"/>
              <p14:cNvContentPartPr/>
              <p14:nvPr/>
            </p14:nvContentPartPr>
            <p14:xfrm>
              <a:off x="4892298" y="4886583"/>
              <a:ext cx="92990" cy="171708"/>
            </p14:xfrm>
          </p:contentPart>
        </mc:Choice>
        <mc:Fallback xmlns="">
          <p:pic>
            <p:nvPicPr>
              <p:cNvPr id="221" name="墨迹 220"/>
            </p:nvPicPr>
            <p:blipFill>
              <a:blip/>
            </p:blipFill>
            <p:spPr>
              <a:xfrm>
                <a:off x="4892298" y="4886583"/>
                <a:ext cx="92990" cy="171708"/>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22" name="墨迹 221"/>
              <p14:cNvContentPartPr/>
              <p14:nvPr/>
            </p14:nvContentPartPr>
            <p14:xfrm>
              <a:off x="4995620" y="4933544"/>
              <a:ext cx="101546" cy="108125"/>
            </p14:xfrm>
          </p:contentPart>
        </mc:Choice>
        <mc:Fallback xmlns="">
          <p:pic>
            <p:nvPicPr>
              <p:cNvPr id="222" name="墨迹 221"/>
            </p:nvPicPr>
            <p:blipFill>
              <a:blip/>
            </p:blipFill>
            <p:spPr>
              <a:xfrm>
                <a:off x="4995620" y="4933544"/>
                <a:ext cx="101546" cy="108125"/>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223" name="墨迹 222"/>
              <p14:cNvContentPartPr/>
              <p14:nvPr/>
            </p14:nvContentPartPr>
            <p14:xfrm>
              <a:off x="5147213" y="4966466"/>
              <a:ext cx="98963" cy="64067"/>
            </p14:xfrm>
          </p:contentPart>
        </mc:Choice>
        <mc:Fallback xmlns="">
          <p:pic>
            <p:nvPicPr>
              <p:cNvPr id="223" name="墨迹 222"/>
            </p:nvPicPr>
            <p:blipFill>
              <a:blip/>
            </p:blipFill>
            <p:spPr>
              <a:xfrm>
                <a:off x="5147213" y="4966466"/>
                <a:ext cx="98963" cy="64067"/>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24" name="墨迹 223"/>
              <p14:cNvContentPartPr/>
              <p14:nvPr/>
            </p14:nvContentPartPr>
            <p14:xfrm>
              <a:off x="5315918" y="4918859"/>
              <a:ext cx="79429" cy="98119"/>
            </p14:xfrm>
          </p:contentPart>
        </mc:Choice>
        <mc:Fallback xmlns="">
          <p:pic>
            <p:nvPicPr>
              <p:cNvPr id="224" name="墨迹 223"/>
            </p:nvPicPr>
            <p:blipFill>
              <a:blip/>
            </p:blipFill>
            <p:spPr>
              <a:xfrm>
                <a:off x="5315918" y="4918859"/>
                <a:ext cx="79429" cy="98119"/>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225" name="墨迹 224"/>
              <p14:cNvContentPartPr/>
              <p14:nvPr/>
            </p14:nvContentPartPr>
            <p14:xfrm>
              <a:off x="4985933" y="5236454"/>
              <a:ext cx="195667" cy="25822"/>
            </p14:xfrm>
          </p:contentPart>
        </mc:Choice>
        <mc:Fallback xmlns="">
          <p:pic>
            <p:nvPicPr>
              <p:cNvPr id="225" name="墨迹 224"/>
            </p:nvPicPr>
            <p:blipFill>
              <a:blip/>
            </p:blipFill>
            <p:spPr>
              <a:xfrm>
                <a:off x="4985933" y="5236454"/>
                <a:ext cx="195667" cy="25822"/>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26" name="墨迹 225"/>
              <p14:cNvContentPartPr/>
              <p14:nvPr/>
            </p14:nvContentPartPr>
            <p14:xfrm>
              <a:off x="4940730" y="5189977"/>
              <a:ext cx="168544" cy="98119"/>
            </p14:xfrm>
          </p:contentPart>
        </mc:Choice>
        <mc:Fallback xmlns="">
          <p:pic>
            <p:nvPicPr>
              <p:cNvPr id="226" name="墨迹 225"/>
            </p:nvPicPr>
            <p:blipFill>
              <a:blip/>
            </p:blipFill>
            <p:spPr>
              <a:xfrm>
                <a:off x="4940730" y="5189977"/>
                <a:ext cx="168544" cy="98119"/>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227" name="墨迹 226"/>
              <p14:cNvContentPartPr/>
              <p14:nvPr/>
            </p14:nvContentPartPr>
            <p14:xfrm>
              <a:off x="6566115" y="3710285"/>
              <a:ext cx="144651" cy="196399"/>
            </p14:xfrm>
          </p:contentPart>
        </mc:Choice>
        <mc:Fallback xmlns="">
          <p:pic>
            <p:nvPicPr>
              <p:cNvPr id="227" name="墨迹 226"/>
            </p:nvPicPr>
            <p:blipFill>
              <a:blip/>
            </p:blipFill>
            <p:spPr>
              <a:xfrm>
                <a:off x="6566115" y="3710285"/>
                <a:ext cx="144651" cy="196399"/>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28" name="墨迹 227"/>
              <p14:cNvContentPartPr/>
              <p14:nvPr/>
            </p14:nvContentPartPr>
            <p14:xfrm>
              <a:off x="6726264" y="3769834"/>
              <a:ext cx="72325" cy="116839"/>
            </p14:xfrm>
          </p:contentPart>
        </mc:Choice>
        <mc:Fallback xmlns="">
          <p:pic>
            <p:nvPicPr>
              <p:cNvPr id="228" name="墨迹 227"/>
            </p:nvPicPr>
            <p:blipFill>
              <a:blip/>
            </p:blipFill>
            <p:spPr>
              <a:xfrm>
                <a:off x="6726264" y="3769834"/>
                <a:ext cx="72325" cy="116839"/>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229" name="墨迹 228"/>
              <p14:cNvContentPartPr/>
              <p14:nvPr/>
            </p14:nvContentPartPr>
            <p14:xfrm>
              <a:off x="6829586" y="3805983"/>
              <a:ext cx="121403" cy="77462"/>
            </p14:xfrm>
          </p:contentPart>
        </mc:Choice>
        <mc:Fallback xmlns="">
          <p:pic>
            <p:nvPicPr>
              <p:cNvPr id="229" name="墨迹 228"/>
            </p:nvPicPr>
            <p:blipFill>
              <a:blip/>
            </p:blipFill>
            <p:spPr>
              <a:xfrm>
                <a:off x="6829586" y="3805983"/>
                <a:ext cx="121403" cy="77462"/>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30" name="墨迹 229"/>
              <p14:cNvContentPartPr/>
              <p14:nvPr/>
            </p14:nvContentPartPr>
            <p14:xfrm>
              <a:off x="6994901" y="3763379"/>
              <a:ext cx="64576" cy="132977"/>
            </p14:xfrm>
          </p:contentPart>
        </mc:Choice>
        <mc:Fallback xmlns="">
          <p:pic>
            <p:nvPicPr>
              <p:cNvPr id="230" name="墨迹 229"/>
            </p:nvPicPr>
            <p:blipFill>
              <a:blip/>
            </p:blipFill>
            <p:spPr>
              <a:xfrm>
                <a:off x="6994901" y="3763379"/>
                <a:ext cx="64576" cy="132977"/>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231" name="墨迹 230"/>
              <p14:cNvContentPartPr/>
              <p14:nvPr/>
            </p14:nvContentPartPr>
            <p14:xfrm>
              <a:off x="6659266" y="4055154"/>
              <a:ext cx="180652" cy="23238"/>
            </p14:xfrm>
          </p:contentPart>
        </mc:Choice>
        <mc:Fallback xmlns="">
          <p:pic>
            <p:nvPicPr>
              <p:cNvPr id="231" name="墨迹 230"/>
            </p:nvPicPr>
            <p:blipFill>
              <a:blip/>
            </p:blipFill>
            <p:spPr>
              <a:xfrm>
                <a:off x="6659266" y="4055154"/>
                <a:ext cx="180652" cy="23238"/>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32" name="墨迹 231"/>
              <p14:cNvContentPartPr/>
              <p14:nvPr/>
            </p14:nvContentPartPr>
            <p14:xfrm>
              <a:off x="6602277" y="3971236"/>
              <a:ext cx="165316" cy="142014"/>
            </p14:xfrm>
          </p:contentPart>
        </mc:Choice>
        <mc:Fallback xmlns="">
          <p:pic>
            <p:nvPicPr>
              <p:cNvPr id="232" name="墨迹 231"/>
            </p:nvPicPr>
            <p:blipFill>
              <a:blip/>
            </p:blipFill>
            <p:spPr>
              <a:xfrm>
                <a:off x="6602277" y="3971236"/>
                <a:ext cx="165316" cy="142014"/>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233" name="墨迹 232"/>
              <p14:cNvContentPartPr/>
              <p14:nvPr/>
            </p14:nvContentPartPr>
            <p14:xfrm>
              <a:off x="6514454" y="4823322"/>
              <a:ext cx="149817" cy="175581"/>
            </p14:xfrm>
          </p:contentPart>
        </mc:Choice>
        <mc:Fallback xmlns="">
          <p:pic>
            <p:nvPicPr>
              <p:cNvPr id="233" name="墨迹 232"/>
            </p:nvPicPr>
            <p:blipFill>
              <a:blip/>
            </p:blipFill>
            <p:spPr>
              <a:xfrm>
                <a:off x="6514454" y="4823322"/>
                <a:ext cx="149817" cy="175581"/>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34" name="墨迹 233"/>
              <p14:cNvContentPartPr/>
              <p14:nvPr/>
            </p14:nvContentPartPr>
            <p14:xfrm>
              <a:off x="6643606" y="4872381"/>
              <a:ext cx="86048" cy="128136"/>
            </p14:xfrm>
          </p:contentPart>
        </mc:Choice>
        <mc:Fallback xmlns="">
          <p:pic>
            <p:nvPicPr>
              <p:cNvPr id="234" name="墨迹 233"/>
            </p:nvPicPr>
            <p:blipFill>
              <a:blip/>
            </p:blipFill>
            <p:spPr>
              <a:xfrm>
                <a:off x="6643606" y="4872381"/>
                <a:ext cx="86048" cy="128136"/>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235" name="墨迹 234"/>
              <p14:cNvContentPartPr/>
              <p14:nvPr/>
            </p14:nvContentPartPr>
            <p14:xfrm>
              <a:off x="6757260" y="4892554"/>
              <a:ext cx="136902" cy="95537"/>
            </p14:xfrm>
          </p:contentPart>
        </mc:Choice>
        <mc:Fallback xmlns="">
          <p:pic>
            <p:nvPicPr>
              <p:cNvPr id="235" name="墨迹 234"/>
            </p:nvPicPr>
            <p:blipFill>
              <a:blip/>
            </p:blipFill>
            <p:spPr>
              <a:xfrm>
                <a:off x="6757260" y="4892554"/>
                <a:ext cx="136902" cy="95537"/>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36" name="墨迹 235"/>
              <p14:cNvContentPartPr/>
              <p14:nvPr/>
            </p14:nvContentPartPr>
            <p14:xfrm>
              <a:off x="6948406" y="4862053"/>
              <a:ext cx="36163" cy="103283"/>
            </p14:xfrm>
          </p:contentPart>
        </mc:Choice>
        <mc:Fallback xmlns="">
          <p:pic>
            <p:nvPicPr>
              <p:cNvPr id="236" name="墨迹 235"/>
            </p:nvPicPr>
            <p:blipFill>
              <a:blip/>
            </p:blipFill>
            <p:spPr>
              <a:xfrm>
                <a:off x="6948406" y="4862053"/>
                <a:ext cx="36163" cy="103283"/>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237" name="墨迹 236"/>
              <p14:cNvContentPartPr/>
              <p14:nvPr/>
            </p14:nvContentPartPr>
            <p14:xfrm>
              <a:off x="6569828" y="5184813"/>
              <a:ext cx="290755" cy="5164"/>
            </p14:xfrm>
          </p:contentPart>
        </mc:Choice>
        <mc:Fallback xmlns="">
          <p:pic>
            <p:nvPicPr>
              <p:cNvPr id="237" name="墨迹 236"/>
            </p:nvPicPr>
            <p:blipFill>
              <a:blip/>
            </p:blipFill>
            <p:spPr>
              <a:xfrm>
                <a:off x="6569828" y="5184813"/>
                <a:ext cx="290755" cy="5164"/>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38" name="墨迹 237"/>
              <p14:cNvContentPartPr/>
              <p14:nvPr/>
            </p14:nvContentPartPr>
            <p14:xfrm>
              <a:off x="6529952" y="5102186"/>
              <a:ext cx="175648" cy="116194"/>
            </p14:xfrm>
          </p:contentPart>
        </mc:Choice>
        <mc:Fallback xmlns="">
          <p:pic>
            <p:nvPicPr>
              <p:cNvPr id="238" name="墨迹 237"/>
            </p:nvPicPr>
            <p:blipFill>
              <a:blip/>
            </p:blipFill>
            <p:spPr>
              <a:xfrm>
                <a:off x="6529952" y="5102186"/>
                <a:ext cx="175648" cy="116194"/>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246" name="墨迹 245"/>
              <p14:cNvContentPartPr/>
              <p14:nvPr/>
            </p14:nvContentPartPr>
            <p14:xfrm>
              <a:off x="9908582" y="1330415"/>
              <a:ext cx="103322" cy="156862"/>
            </p14:xfrm>
          </p:contentPart>
        </mc:Choice>
        <mc:Fallback xmlns="">
          <p:pic>
            <p:nvPicPr>
              <p:cNvPr id="246" name="墨迹 245"/>
            </p:nvPicPr>
            <p:blipFill>
              <a:blip/>
            </p:blipFill>
            <p:spPr>
              <a:xfrm>
                <a:off x="9908582" y="1330415"/>
                <a:ext cx="103322" cy="156862"/>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47" name="墨迹 246"/>
              <p14:cNvContentPartPr/>
              <p14:nvPr/>
            </p14:nvContentPartPr>
            <p14:xfrm>
              <a:off x="10084230" y="1297978"/>
              <a:ext cx="51661" cy="181552"/>
            </p14:xfrm>
          </p:contentPart>
        </mc:Choice>
        <mc:Fallback xmlns="">
          <p:pic>
            <p:nvPicPr>
              <p:cNvPr id="247" name="墨迹 246"/>
            </p:nvPicPr>
            <p:blipFill>
              <a:blip/>
            </p:blipFill>
            <p:spPr>
              <a:xfrm>
                <a:off x="10084230" y="1297978"/>
                <a:ext cx="51661" cy="181552"/>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248" name="墨迹 247"/>
              <p14:cNvContentPartPr/>
              <p14:nvPr/>
            </p14:nvContentPartPr>
            <p14:xfrm>
              <a:off x="10146223" y="1365112"/>
              <a:ext cx="77492" cy="91180"/>
            </p14:xfrm>
          </p:contentPart>
        </mc:Choice>
        <mc:Fallback xmlns="">
          <p:pic>
            <p:nvPicPr>
              <p:cNvPr id="248" name="墨迹 247"/>
            </p:nvPicPr>
            <p:blipFill>
              <a:blip/>
            </p:blipFill>
            <p:spPr>
              <a:xfrm>
                <a:off x="10146223" y="1365112"/>
                <a:ext cx="77492" cy="91180"/>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49" name="墨迹 248"/>
              <p14:cNvContentPartPr/>
              <p14:nvPr/>
            </p14:nvContentPartPr>
            <p14:xfrm>
              <a:off x="10311539" y="1324606"/>
              <a:ext cx="100739" cy="127490"/>
            </p14:xfrm>
          </p:contentPart>
        </mc:Choice>
        <mc:Fallback xmlns="">
          <p:pic>
            <p:nvPicPr>
              <p:cNvPr id="249" name="墨迹 248"/>
            </p:nvPicPr>
            <p:blipFill>
              <a:blip/>
            </p:blipFill>
            <p:spPr>
              <a:xfrm>
                <a:off x="10311539" y="1324606"/>
                <a:ext cx="100739" cy="127490"/>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250" name="墨迹 249"/>
              <p14:cNvContentPartPr/>
              <p14:nvPr/>
            </p14:nvContentPartPr>
            <p14:xfrm>
              <a:off x="9809781" y="1174038"/>
              <a:ext cx="664490" cy="559343"/>
            </p14:xfrm>
          </p:contentPart>
        </mc:Choice>
        <mc:Fallback xmlns="">
          <p:pic>
            <p:nvPicPr>
              <p:cNvPr id="250" name="墨迹 249"/>
            </p:nvPicPr>
            <p:blipFill>
              <a:blip/>
            </p:blipFill>
            <p:spPr>
              <a:xfrm>
                <a:off x="9809781" y="1174038"/>
                <a:ext cx="664490" cy="559343"/>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51" name="墨迹 250"/>
              <p14:cNvContentPartPr/>
              <p14:nvPr/>
            </p14:nvContentPartPr>
            <p14:xfrm>
              <a:off x="2337661" y="1709335"/>
              <a:ext cx="888569" cy="20657"/>
            </p14:xfrm>
          </p:contentPart>
        </mc:Choice>
        <mc:Fallback xmlns="">
          <p:pic>
            <p:nvPicPr>
              <p:cNvPr id="251" name="墨迹 250"/>
            </p:nvPicPr>
            <p:blipFill>
              <a:blip/>
            </p:blipFill>
            <p:spPr>
              <a:xfrm>
                <a:off x="2337661" y="1709335"/>
                <a:ext cx="888569" cy="20657"/>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2" name="墨迹 1"/>
              <p14:cNvContentPartPr/>
              <p14:nvPr/>
            </p14:nvContentPartPr>
            <p14:xfrm>
              <a:off x="5483171" y="3286985"/>
              <a:ext cx="49723" cy="718464"/>
            </p14:xfrm>
          </p:contentPart>
        </mc:Choice>
        <mc:Fallback xmlns="">
          <p:pic>
            <p:nvPicPr>
              <p:cNvPr id="2" name="墨迹 1"/>
            </p:nvPicPr>
            <p:blipFill>
              <a:blip/>
            </p:blipFill>
            <p:spPr>
              <a:xfrm>
                <a:off x="5483171" y="3286985"/>
                <a:ext cx="49723" cy="718464"/>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3" name="墨迹 2"/>
              <p14:cNvContentPartPr/>
              <p14:nvPr/>
            </p14:nvContentPartPr>
            <p14:xfrm>
              <a:off x="5362413" y="3774998"/>
              <a:ext cx="286719" cy="325180"/>
            </p14:xfrm>
          </p:contentPart>
        </mc:Choice>
        <mc:Fallback xmlns="">
          <p:pic>
            <p:nvPicPr>
              <p:cNvPr id="3" name="墨迹 2"/>
            </p:nvPicPr>
            <p:blipFill>
              <a:blip/>
            </p:blipFill>
            <p:spPr>
              <a:xfrm>
                <a:off x="5362413" y="3774998"/>
                <a:ext cx="286719" cy="325180"/>
              </a:xfrm>
              <a:prstGeom prst="rect"/>
            </p:spPr>
          </p:pic>
        </mc:Fallback>
      </mc:AlternateContent>
    </p:spTree>
    <p:custDataLst>
      <p:tags r:id="rId20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843366" y="368591"/>
              <a:ext cx="329339" cy="495114"/>
            </p14:xfrm>
          </p:contentPart>
        </mc:Choice>
        <mc:Fallback xmlns="">
          <p:pic>
            <p:nvPicPr>
              <p:cNvPr id="18" name="墨迹 17"/>
            </p:nvPicPr>
            <p:blipFill>
              <a:blip/>
            </p:blipFill>
            <p:spPr>
              <a:xfrm>
                <a:off x="843366" y="368591"/>
                <a:ext cx="329339" cy="495114"/>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19" name="墨迹 18"/>
              <p14:cNvContentPartPr/>
              <p14:nvPr/>
            </p14:nvContentPartPr>
            <p14:xfrm>
              <a:off x="1037094" y="650683"/>
              <a:ext cx="189855" cy="15493"/>
            </p14:xfrm>
          </p:contentPart>
        </mc:Choice>
        <mc:Fallback xmlns="">
          <p:pic>
            <p:nvPicPr>
              <p:cNvPr id="19" name="墨迹 18"/>
            </p:nvPicPr>
            <p:blipFill>
              <a:blip/>
            </p:blipFill>
            <p:spPr>
              <a:xfrm>
                <a:off x="1037094" y="650683"/>
                <a:ext cx="189855" cy="15493"/>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 name="墨迹 19"/>
              <p14:cNvContentPartPr/>
              <p14:nvPr/>
            </p14:nvContentPartPr>
            <p14:xfrm>
              <a:off x="1348352" y="636966"/>
              <a:ext cx="152400" cy="141046"/>
            </p14:xfrm>
          </p:contentPart>
        </mc:Choice>
        <mc:Fallback xmlns="">
          <p:pic>
            <p:nvPicPr>
              <p:cNvPr id="20" name="墨迹 19"/>
            </p:nvPicPr>
            <p:blipFill>
              <a:blip/>
            </p:blipFill>
            <p:spPr>
              <a:xfrm>
                <a:off x="1348352" y="636966"/>
                <a:ext cx="152400" cy="141046"/>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1570494" y="676504"/>
              <a:ext cx="198895" cy="121358"/>
            </p14:xfrm>
          </p:contentPart>
        </mc:Choice>
        <mc:Fallback xmlns="">
          <p:pic>
            <p:nvPicPr>
              <p:cNvPr id="21" name="墨迹 20"/>
            </p:nvPicPr>
            <p:blipFill>
              <a:blip/>
            </p:blipFill>
            <p:spPr>
              <a:xfrm>
                <a:off x="1570494" y="676504"/>
                <a:ext cx="198895" cy="121358"/>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1823633" y="688769"/>
              <a:ext cx="123987" cy="115064"/>
            </p14:xfrm>
          </p:contentPart>
        </mc:Choice>
        <mc:Fallback xmlns="">
          <p:pic>
            <p:nvPicPr>
              <p:cNvPr id="22" name="墨迹 21"/>
            </p:nvPicPr>
            <p:blipFill>
              <a:blip/>
            </p:blipFill>
            <p:spPr>
              <a:xfrm>
                <a:off x="1823633" y="688769"/>
                <a:ext cx="123987" cy="115064"/>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3" name="墨迹 22"/>
              <p14:cNvContentPartPr/>
              <p14:nvPr/>
            </p14:nvContentPartPr>
            <p14:xfrm>
              <a:off x="2314413" y="516415"/>
              <a:ext cx="10332" cy="183328"/>
            </p14:xfrm>
          </p:contentPart>
        </mc:Choice>
        <mc:Fallback xmlns="">
          <p:pic>
            <p:nvPicPr>
              <p:cNvPr id="23" name="墨迹 22"/>
            </p:nvPicPr>
            <p:blipFill>
              <a:blip/>
            </p:blipFill>
            <p:spPr>
              <a:xfrm>
                <a:off x="2314413" y="516415"/>
                <a:ext cx="10332" cy="183328"/>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4" name="墨迹 23"/>
              <p14:cNvContentPartPr/>
              <p14:nvPr/>
            </p14:nvContentPartPr>
            <p14:xfrm>
              <a:off x="2366074" y="859832"/>
              <a:ext cx="70010" cy="39989"/>
            </p14:xfrm>
          </p:contentPart>
        </mc:Choice>
        <mc:Fallback xmlns="">
          <p:pic>
            <p:nvPicPr>
              <p:cNvPr id="24" name="墨迹 23"/>
            </p:nvPicPr>
            <p:blipFill>
              <a:blip/>
            </p:blipFill>
            <p:spPr>
              <a:xfrm>
                <a:off x="2366074" y="859832"/>
                <a:ext cx="70010" cy="39989"/>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5" name="墨迹 24"/>
              <p14:cNvContentPartPr/>
              <p14:nvPr/>
            </p14:nvContentPartPr>
            <p14:xfrm>
              <a:off x="878237" y="1182591"/>
              <a:ext cx="20664" cy="2315156"/>
            </p14:xfrm>
          </p:contentPart>
        </mc:Choice>
        <mc:Fallback xmlns="">
          <p:pic>
            <p:nvPicPr>
              <p:cNvPr id="25" name="墨迹 24"/>
            </p:nvPicPr>
            <p:blipFill>
              <a:blip/>
            </p:blipFill>
            <p:spPr>
              <a:xfrm>
                <a:off x="878237" y="1182591"/>
                <a:ext cx="20664" cy="231515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6" name="墨迹 25"/>
              <p14:cNvContentPartPr/>
              <p14:nvPr/>
            </p14:nvContentPartPr>
            <p14:xfrm>
              <a:off x="976393" y="1218740"/>
              <a:ext cx="4287864" cy="82627"/>
            </p14:xfrm>
          </p:contentPart>
        </mc:Choice>
        <mc:Fallback xmlns="">
          <p:pic>
            <p:nvPicPr>
              <p:cNvPr id="26" name="墨迹 25"/>
            </p:nvPicPr>
            <p:blipFill>
              <a:blip/>
            </p:blipFill>
            <p:spPr>
              <a:xfrm>
                <a:off x="976393" y="1218740"/>
                <a:ext cx="4287864" cy="82627"/>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7" name="墨迹 26"/>
              <p14:cNvContentPartPr/>
              <p14:nvPr/>
            </p14:nvContentPartPr>
            <p14:xfrm>
              <a:off x="5186766" y="1311695"/>
              <a:ext cx="103322" cy="2282558"/>
            </p14:xfrm>
          </p:contentPart>
        </mc:Choice>
        <mc:Fallback xmlns="">
          <p:pic>
            <p:nvPicPr>
              <p:cNvPr id="27" name="墨迹 26"/>
            </p:nvPicPr>
            <p:blipFill>
              <a:blip/>
            </p:blipFill>
            <p:spPr>
              <a:xfrm>
                <a:off x="5186766" y="1311695"/>
                <a:ext cx="103322" cy="2282558"/>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8" name="墨迹 27"/>
              <p14:cNvContentPartPr/>
              <p14:nvPr/>
            </p14:nvContentPartPr>
            <p14:xfrm>
              <a:off x="924732" y="3511626"/>
              <a:ext cx="4189708" cy="103283"/>
            </p14:xfrm>
          </p:contentPart>
        </mc:Choice>
        <mc:Fallback xmlns="">
          <p:pic>
            <p:nvPicPr>
              <p:cNvPr id="28" name="墨迹 27"/>
            </p:nvPicPr>
            <p:blipFill>
              <a:blip/>
            </p:blipFill>
            <p:spPr>
              <a:xfrm>
                <a:off x="924732" y="3511626"/>
                <a:ext cx="4189708" cy="103283"/>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9" name="墨迹 28"/>
              <p14:cNvContentPartPr/>
              <p14:nvPr/>
            </p14:nvContentPartPr>
            <p14:xfrm>
              <a:off x="2293749" y="2472339"/>
              <a:ext cx="250556" cy="274992"/>
            </p14:xfrm>
          </p:contentPart>
        </mc:Choice>
        <mc:Fallback xmlns="">
          <p:pic>
            <p:nvPicPr>
              <p:cNvPr id="29" name="墨迹 28"/>
            </p:nvPicPr>
            <p:blipFill>
              <a:blip/>
            </p:blipFill>
            <p:spPr>
              <a:xfrm>
                <a:off x="2293749" y="2472339"/>
                <a:ext cx="250556" cy="274992"/>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0" name="墨迹 29"/>
              <p14:cNvContentPartPr/>
              <p14:nvPr/>
            </p14:nvContentPartPr>
            <p14:xfrm>
              <a:off x="2712203" y="2380676"/>
              <a:ext cx="51661" cy="33567"/>
            </p14:xfrm>
          </p:contentPart>
        </mc:Choice>
        <mc:Fallback xmlns="">
          <p:pic>
            <p:nvPicPr>
              <p:cNvPr id="30" name="墨迹 29"/>
            </p:nvPicPr>
            <p:blipFill>
              <a:blip/>
            </p:blipFill>
            <p:spPr>
              <a:xfrm>
                <a:off x="2712203" y="2380676"/>
                <a:ext cx="51661" cy="33567"/>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31" name="墨迹 30"/>
              <p14:cNvContentPartPr/>
              <p14:nvPr/>
            </p14:nvContentPartPr>
            <p14:xfrm>
              <a:off x="2732867" y="2514944"/>
              <a:ext cx="41329" cy="149760"/>
            </p14:xfrm>
          </p:contentPart>
        </mc:Choice>
        <mc:Fallback xmlns="">
          <p:pic>
            <p:nvPicPr>
              <p:cNvPr id="31" name="墨迹 30"/>
            </p:nvPicPr>
            <p:blipFill>
              <a:blip/>
            </p:blipFill>
            <p:spPr>
              <a:xfrm>
                <a:off x="2732867" y="2514944"/>
                <a:ext cx="41329" cy="1497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2" name="墨迹 31"/>
              <p14:cNvContentPartPr/>
              <p14:nvPr/>
            </p14:nvContentPartPr>
            <p14:xfrm>
              <a:off x="2908515" y="2363569"/>
              <a:ext cx="231829" cy="301781"/>
            </p14:xfrm>
          </p:contentPart>
        </mc:Choice>
        <mc:Fallback xmlns="">
          <p:pic>
            <p:nvPicPr>
              <p:cNvPr id="32" name="墨迹 31"/>
            </p:nvPicPr>
            <p:blipFill>
              <a:blip/>
            </p:blipFill>
            <p:spPr>
              <a:xfrm>
                <a:off x="2908515" y="2363569"/>
                <a:ext cx="231829" cy="301781"/>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33" name="墨迹 32"/>
              <p14:cNvContentPartPr/>
              <p14:nvPr/>
            </p14:nvContentPartPr>
            <p14:xfrm>
              <a:off x="3184417" y="2517203"/>
              <a:ext cx="230376" cy="192042"/>
            </p14:xfrm>
          </p:contentPart>
        </mc:Choice>
        <mc:Fallback xmlns="">
          <p:pic>
            <p:nvPicPr>
              <p:cNvPr id="33" name="墨迹 32"/>
            </p:nvPicPr>
            <p:blipFill>
              <a:blip/>
            </p:blipFill>
            <p:spPr>
              <a:xfrm>
                <a:off x="3184417" y="2517203"/>
                <a:ext cx="230376" cy="192042"/>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4" name="墨迹 33"/>
              <p14:cNvContentPartPr/>
              <p14:nvPr/>
            </p14:nvContentPartPr>
            <p14:xfrm>
              <a:off x="3595606" y="2547220"/>
              <a:ext cx="120758" cy="195592"/>
            </p14:xfrm>
          </p:contentPart>
        </mc:Choice>
        <mc:Fallback xmlns="">
          <p:pic>
            <p:nvPicPr>
              <p:cNvPr id="34" name="墨迹 33"/>
            </p:nvPicPr>
            <p:blipFill>
              <a:blip/>
            </p:blipFill>
            <p:spPr>
              <a:xfrm>
                <a:off x="3595606" y="2547220"/>
                <a:ext cx="120758" cy="195592"/>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35" name="墨迹 34"/>
              <p14:cNvContentPartPr/>
              <p14:nvPr/>
            </p14:nvContentPartPr>
            <p14:xfrm>
              <a:off x="661261" y="3869728"/>
              <a:ext cx="272027" cy="315820"/>
            </p14:xfrm>
          </p:contentPart>
        </mc:Choice>
        <mc:Fallback xmlns="">
          <p:pic>
            <p:nvPicPr>
              <p:cNvPr id="35" name="墨迹 34"/>
            </p:nvPicPr>
            <p:blipFill>
              <a:blip/>
            </p:blipFill>
            <p:spPr>
              <a:xfrm>
                <a:off x="661261" y="3869728"/>
                <a:ext cx="272027" cy="3158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6" name="墨迹 35"/>
              <p14:cNvContentPartPr/>
              <p14:nvPr/>
            </p14:nvContentPartPr>
            <p14:xfrm>
              <a:off x="725030" y="3960907"/>
              <a:ext cx="137708" cy="116194"/>
            </p14:xfrm>
          </p:contentPart>
        </mc:Choice>
        <mc:Fallback xmlns="">
          <p:pic>
            <p:nvPicPr>
              <p:cNvPr id="36" name="墨迹 35"/>
            </p:nvPicPr>
            <p:blipFill>
              <a:blip/>
            </p:blipFill>
            <p:spPr>
              <a:xfrm>
                <a:off x="725030" y="3960907"/>
                <a:ext cx="137708" cy="116194"/>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37" name="墨迹 36"/>
              <p14:cNvContentPartPr/>
              <p14:nvPr/>
            </p14:nvContentPartPr>
            <p14:xfrm>
              <a:off x="1369016" y="3785326"/>
              <a:ext cx="30997" cy="406032"/>
            </p14:xfrm>
          </p:contentPart>
        </mc:Choice>
        <mc:Fallback xmlns="">
          <p:pic>
            <p:nvPicPr>
              <p:cNvPr id="37" name="墨迹 36"/>
            </p:nvPicPr>
            <p:blipFill>
              <a:blip/>
            </p:blipFill>
            <p:spPr>
              <a:xfrm>
                <a:off x="1369016" y="3785326"/>
                <a:ext cx="30997" cy="406032"/>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8" name="墨迹 37"/>
              <p14:cNvContentPartPr/>
              <p14:nvPr/>
            </p14:nvContentPartPr>
            <p14:xfrm>
              <a:off x="1441342" y="3738849"/>
              <a:ext cx="697424" cy="498341"/>
            </p14:xfrm>
          </p:contentPart>
        </mc:Choice>
        <mc:Fallback xmlns="">
          <p:pic>
            <p:nvPicPr>
              <p:cNvPr id="38" name="墨迹 37"/>
            </p:nvPicPr>
            <p:blipFill>
              <a:blip/>
            </p:blipFill>
            <p:spPr>
              <a:xfrm>
                <a:off x="1441342" y="3738849"/>
                <a:ext cx="697424" cy="498341"/>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39" name="墨迹 38"/>
              <p14:cNvContentPartPr/>
              <p14:nvPr/>
            </p14:nvContentPartPr>
            <p14:xfrm>
              <a:off x="1455549" y="4182967"/>
              <a:ext cx="652220" cy="36149"/>
            </p14:xfrm>
          </p:contentPart>
        </mc:Choice>
        <mc:Fallback xmlns="">
          <p:pic>
            <p:nvPicPr>
              <p:cNvPr id="39" name="墨迹 38"/>
            </p:nvPicPr>
            <p:blipFill>
              <a:blip/>
            </p:blipFill>
            <p:spPr>
              <a:xfrm>
                <a:off x="1455549" y="4182967"/>
                <a:ext cx="652220" cy="36149"/>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40" name="墨迹 39"/>
              <p14:cNvContentPartPr/>
              <p14:nvPr/>
            </p14:nvContentPartPr>
            <p14:xfrm>
              <a:off x="1766806" y="3904102"/>
              <a:ext cx="5166" cy="205275"/>
            </p14:xfrm>
          </p:contentPart>
        </mc:Choice>
        <mc:Fallback xmlns="">
          <p:pic>
            <p:nvPicPr>
              <p:cNvPr id="40" name="墨迹 39"/>
            </p:nvPicPr>
            <p:blipFill>
              <a:blip/>
            </p:blipFill>
            <p:spPr>
              <a:xfrm>
                <a:off x="1766806" y="3904102"/>
                <a:ext cx="5166" cy="20527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41" name="墨迹 40"/>
              <p14:cNvContentPartPr/>
              <p14:nvPr/>
            </p14:nvContentPartPr>
            <p14:xfrm>
              <a:off x="1771972" y="3888610"/>
              <a:ext cx="192599" cy="172999"/>
            </p14:xfrm>
          </p:contentPart>
        </mc:Choice>
        <mc:Fallback xmlns="">
          <p:pic>
            <p:nvPicPr>
              <p:cNvPr id="41" name="墨迹 40"/>
            </p:nvPicPr>
            <p:blipFill>
              <a:blip/>
            </p:blipFill>
            <p:spPr>
              <a:xfrm>
                <a:off x="1771972" y="3888610"/>
                <a:ext cx="192599" cy="172999"/>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42" name="墨迹 41"/>
              <p14:cNvContentPartPr/>
              <p14:nvPr/>
            </p14:nvContentPartPr>
            <p14:xfrm>
              <a:off x="2376406" y="3776289"/>
              <a:ext cx="29221" cy="451380"/>
            </p14:xfrm>
          </p:contentPart>
        </mc:Choice>
        <mc:Fallback xmlns="">
          <p:pic>
            <p:nvPicPr>
              <p:cNvPr id="42" name="墨迹 41"/>
            </p:nvPicPr>
            <p:blipFill>
              <a:blip/>
            </p:blipFill>
            <p:spPr>
              <a:xfrm>
                <a:off x="2376406" y="3776289"/>
                <a:ext cx="29221" cy="45138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43" name="墨迹 42"/>
              <p14:cNvContentPartPr/>
              <p14:nvPr/>
            </p14:nvContentPartPr>
            <p14:xfrm>
              <a:off x="2422901" y="3738849"/>
              <a:ext cx="783472" cy="500923"/>
            </p14:xfrm>
          </p:contentPart>
        </mc:Choice>
        <mc:Fallback xmlns="">
          <p:pic>
            <p:nvPicPr>
              <p:cNvPr id="43" name="墨迹 42"/>
            </p:nvPicPr>
            <p:blipFill>
              <a:blip/>
            </p:blipFill>
            <p:spPr>
              <a:xfrm>
                <a:off x="2422901" y="3738849"/>
                <a:ext cx="783472" cy="500923"/>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4" name="墨迹 43"/>
              <p14:cNvContentPartPr/>
              <p14:nvPr/>
            </p14:nvContentPartPr>
            <p14:xfrm>
              <a:off x="2474562" y="4195877"/>
              <a:ext cx="672885" cy="28403"/>
            </p14:xfrm>
          </p:contentPart>
        </mc:Choice>
        <mc:Fallback xmlns="">
          <p:pic>
            <p:nvPicPr>
              <p:cNvPr id="44" name="墨迹 43"/>
            </p:nvPicPr>
            <p:blipFill>
              <a:blip/>
            </p:blipFill>
            <p:spPr>
              <a:xfrm>
                <a:off x="2474562" y="4195877"/>
                <a:ext cx="672885" cy="28403"/>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45" name="墨迹 44"/>
              <p14:cNvContentPartPr/>
              <p14:nvPr/>
            </p14:nvContentPartPr>
            <p14:xfrm>
              <a:off x="2727701" y="3909266"/>
              <a:ext cx="5166" cy="208019"/>
            </p14:xfrm>
          </p:contentPart>
        </mc:Choice>
        <mc:Fallback xmlns="">
          <p:pic>
            <p:nvPicPr>
              <p:cNvPr id="45" name="墨迹 44"/>
            </p:nvPicPr>
            <p:blipFill>
              <a:blip/>
            </p:blipFill>
            <p:spPr>
              <a:xfrm>
                <a:off x="2727701" y="3909266"/>
                <a:ext cx="5166" cy="208019"/>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6" name="墨迹 45"/>
              <p14:cNvContentPartPr/>
              <p14:nvPr/>
            </p14:nvContentPartPr>
            <p14:xfrm>
              <a:off x="2727701" y="3898938"/>
              <a:ext cx="207936" cy="183327"/>
            </p14:xfrm>
          </p:contentPart>
        </mc:Choice>
        <mc:Fallback xmlns="">
          <p:pic>
            <p:nvPicPr>
              <p:cNvPr id="46" name="墨迹 45"/>
            </p:nvPicPr>
            <p:blipFill>
              <a:blip/>
            </p:blipFill>
            <p:spPr>
              <a:xfrm>
                <a:off x="2727701" y="3898938"/>
                <a:ext cx="207936" cy="183327"/>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47" name="墨迹 46"/>
              <p14:cNvContentPartPr/>
              <p14:nvPr/>
            </p14:nvContentPartPr>
            <p14:xfrm>
              <a:off x="3471620" y="3826639"/>
              <a:ext cx="18081" cy="321308"/>
            </p14:xfrm>
          </p:contentPart>
        </mc:Choice>
        <mc:Fallback xmlns="">
          <p:pic>
            <p:nvPicPr>
              <p:cNvPr id="47" name="墨迹 46"/>
            </p:nvPicPr>
            <p:blipFill>
              <a:blip/>
            </p:blipFill>
            <p:spPr>
              <a:xfrm>
                <a:off x="3471620" y="3826639"/>
                <a:ext cx="18081" cy="32130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48" name="墨迹 47"/>
              <p14:cNvContentPartPr/>
              <p14:nvPr/>
            </p14:nvContentPartPr>
            <p14:xfrm>
              <a:off x="3487118" y="3790491"/>
              <a:ext cx="604434" cy="423461"/>
            </p14:xfrm>
          </p:contentPart>
        </mc:Choice>
        <mc:Fallback xmlns="">
          <p:pic>
            <p:nvPicPr>
              <p:cNvPr id="48" name="墨迹 47"/>
            </p:nvPicPr>
            <p:blipFill>
              <a:blip/>
            </p:blipFill>
            <p:spPr>
              <a:xfrm>
                <a:off x="3487118" y="3790491"/>
                <a:ext cx="604434" cy="423461"/>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49" name="墨迹 48"/>
              <p14:cNvContentPartPr/>
              <p14:nvPr/>
            </p14:nvContentPartPr>
            <p14:xfrm>
              <a:off x="3454669" y="4172638"/>
              <a:ext cx="551643" cy="56806"/>
            </p14:xfrm>
          </p:contentPart>
        </mc:Choice>
        <mc:Fallback xmlns="">
          <p:pic>
            <p:nvPicPr>
              <p:cNvPr id="49" name="墨迹 48"/>
            </p:nvPicPr>
            <p:blipFill>
              <a:blip/>
            </p:blipFill>
            <p:spPr>
              <a:xfrm>
                <a:off x="3454669" y="4172638"/>
                <a:ext cx="551643" cy="56806"/>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50" name="墨迹 49"/>
              <p14:cNvContentPartPr/>
              <p14:nvPr/>
            </p14:nvContentPartPr>
            <p14:xfrm>
              <a:off x="3714427" y="3945415"/>
              <a:ext cx="15498" cy="173806"/>
            </p14:xfrm>
          </p:contentPart>
        </mc:Choice>
        <mc:Fallback xmlns="">
          <p:pic>
            <p:nvPicPr>
              <p:cNvPr id="50" name="墨迹 49"/>
            </p:nvPicPr>
            <p:blipFill>
              <a:blip/>
            </p:blipFill>
            <p:spPr>
              <a:xfrm>
                <a:off x="3714427" y="3945415"/>
                <a:ext cx="15498" cy="173806"/>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51" name="墨迹 50"/>
              <p14:cNvContentPartPr/>
              <p14:nvPr/>
            </p14:nvContentPartPr>
            <p14:xfrm>
              <a:off x="3711036" y="3945415"/>
              <a:ext cx="150947" cy="147179"/>
            </p14:xfrm>
          </p:contentPart>
        </mc:Choice>
        <mc:Fallback xmlns="">
          <p:pic>
            <p:nvPicPr>
              <p:cNvPr id="51" name="墨迹 50"/>
            </p:nvPicPr>
            <p:blipFill>
              <a:blip/>
            </p:blipFill>
            <p:spPr>
              <a:xfrm>
                <a:off x="3711036" y="3945415"/>
                <a:ext cx="150947" cy="147179"/>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52" name="墨迹 51"/>
              <p14:cNvContentPartPr/>
              <p14:nvPr/>
            </p14:nvContentPartPr>
            <p14:xfrm>
              <a:off x="4313694" y="3847296"/>
              <a:ext cx="36163" cy="331958"/>
            </p14:xfrm>
          </p:contentPart>
        </mc:Choice>
        <mc:Fallback xmlns="">
          <p:pic>
            <p:nvPicPr>
              <p:cNvPr id="52" name="墨迹 51"/>
            </p:nvPicPr>
            <p:blipFill>
              <a:blip/>
            </p:blipFill>
            <p:spPr>
              <a:xfrm>
                <a:off x="4313694" y="3847296"/>
                <a:ext cx="36163" cy="331958"/>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53" name="墨迹 52"/>
              <p14:cNvContentPartPr/>
              <p14:nvPr/>
            </p14:nvContentPartPr>
            <p14:xfrm>
              <a:off x="4318861" y="3780162"/>
              <a:ext cx="573437" cy="450896"/>
            </p14:xfrm>
          </p:contentPart>
        </mc:Choice>
        <mc:Fallback xmlns="">
          <p:pic>
            <p:nvPicPr>
              <p:cNvPr id="53" name="墨迹 52"/>
            </p:nvPicPr>
            <p:blipFill>
              <a:blip/>
            </p:blipFill>
            <p:spPr>
              <a:xfrm>
                <a:off x="4318861" y="3780162"/>
                <a:ext cx="573437" cy="450896"/>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54" name="墨迹 53"/>
              <p14:cNvContentPartPr/>
              <p14:nvPr/>
            </p14:nvContentPartPr>
            <p14:xfrm>
              <a:off x="4320152" y="4198459"/>
              <a:ext cx="463658" cy="33567"/>
            </p14:xfrm>
          </p:contentPart>
        </mc:Choice>
        <mc:Fallback xmlns="">
          <p:pic>
            <p:nvPicPr>
              <p:cNvPr id="54" name="墨迹 53"/>
            </p:nvPicPr>
            <p:blipFill>
              <a:blip/>
            </p:blipFill>
            <p:spPr>
              <a:xfrm>
                <a:off x="4320152" y="4198459"/>
                <a:ext cx="463658" cy="33567"/>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55" name="墨迹 54"/>
              <p14:cNvContentPartPr/>
              <p14:nvPr/>
            </p14:nvContentPartPr>
            <p14:xfrm>
              <a:off x="4530671" y="3929923"/>
              <a:ext cx="10332" cy="208503"/>
            </p14:xfrm>
          </p:contentPart>
        </mc:Choice>
        <mc:Fallback xmlns="">
          <p:pic>
            <p:nvPicPr>
              <p:cNvPr id="55" name="墨迹 54"/>
            </p:nvPicPr>
            <p:blipFill>
              <a:blip/>
            </p:blipFill>
            <p:spPr>
              <a:xfrm>
                <a:off x="4530671" y="3929923"/>
                <a:ext cx="10332" cy="208503"/>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56" name="墨迹 55"/>
              <p14:cNvContentPartPr/>
              <p14:nvPr/>
            </p14:nvContentPartPr>
            <p14:xfrm>
              <a:off x="4520338" y="3904102"/>
              <a:ext cx="187272" cy="203984"/>
            </p14:xfrm>
          </p:contentPart>
        </mc:Choice>
        <mc:Fallback xmlns="">
          <p:pic>
            <p:nvPicPr>
              <p:cNvPr id="56" name="墨迹 55"/>
            </p:nvPicPr>
            <p:blipFill>
              <a:blip/>
            </p:blipFill>
            <p:spPr>
              <a:xfrm>
                <a:off x="4520338" y="3904102"/>
                <a:ext cx="187272" cy="203984"/>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57" name="墨迹 56"/>
              <p14:cNvContentPartPr/>
              <p14:nvPr/>
            </p14:nvContentPartPr>
            <p14:xfrm>
              <a:off x="5383077" y="3867953"/>
              <a:ext cx="304800" cy="380372"/>
            </p14:xfrm>
          </p:contentPart>
        </mc:Choice>
        <mc:Fallback xmlns="">
          <p:pic>
            <p:nvPicPr>
              <p:cNvPr id="57" name="墨迹 56"/>
            </p:nvPicPr>
            <p:blipFill>
              <a:blip/>
            </p:blipFill>
            <p:spPr>
              <a:xfrm>
                <a:off x="5383077" y="3867953"/>
                <a:ext cx="304800" cy="380372"/>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58" name="墨迹 57"/>
              <p14:cNvContentPartPr/>
              <p14:nvPr/>
            </p14:nvContentPartPr>
            <p14:xfrm>
              <a:off x="5512230" y="4022877"/>
              <a:ext cx="106551" cy="144597"/>
            </p14:xfrm>
          </p:contentPart>
        </mc:Choice>
        <mc:Fallback xmlns="">
          <p:pic>
            <p:nvPicPr>
              <p:cNvPr id="58" name="墨迹 57"/>
            </p:nvPicPr>
            <p:blipFill>
              <a:blip/>
            </p:blipFill>
            <p:spPr>
              <a:xfrm>
                <a:off x="5512230" y="4022877"/>
                <a:ext cx="106551" cy="144597"/>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59" name="墨迹 58"/>
              <p14:cNvContentPartPr/>
              <p14:nvPr/>
            </p14:nvContentPartPr>
            <p14:xfrm>
              <a:off x="6602277" y="1249725"/>
              <a:ext cx="41329" cy="2819630"/>
            </p14:xfrm>
          </p:contentPart>
        </mc:Choice>
        <mc:Fallback xmlns="">
          <p:pic>
            <p:nvPicPr>
              <p:cNvPr id="59" name="墨迹 58"/>
            </p:nvPicPr>
            <p:blipFill>
              <a:blip/>
            </p:blipFill>
            <p:spPr>
              <a:xfrm>
                <a:off x="6602277" y="1249725"/>
                <a:ext cx="41329" cy="281963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60" name="墨迹 59"/>
              <p14:cNvContentPartPr/>
              <p14:nvPr/>
            </p14:nvContentPartPr>
            <p14:xfrm>
              <a:off x="6721098" y="1192920"/>
              <a:ext cx="4091553" cy="56805"/>
            </p14:xfrm>
          </p:contentPart>
        </mc:Choice>
        <mc:Fallback xmlns="">
          <p:pic>
            <p:nvPicPr>
              <p:cNvPr id="60" name="墨迹 59"/>
            </p:nvPicPr>
            <p:blipFill>
              <a:blip/>
            </p:blipFill>
            <p:spPr>
              <a:xfrm>
                <a:off x="6721098" y="1192920"/>
                <a:ext cx="4091553" cy="56805"/>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61" name="墨迹 60"/>
              <p14:cNvContentPartPr/>
              <p14:nvPr/>
            </p14:nvContentPartPr>
            <p14:xfrm>
              <a:off x="10750657" y="1167099"/>
              <a:ext cx="1263112" cy="46477"/>
            </p14:xfrm>
          </p:contentPart>
        </mc:Choice>
        <mc:Fallback xmlns="">
          <p:pic>
            <p:nvPicPr>
              <p:cNvPr id="61" name="墨迹 60"/>
            </p:nvPicPr>
            <p:blipFill>
              <a:blip/>
            </p:blipFill>
            <p:spPr>
              <a:xfrm>
                <a:off x="10750657" y="1167099"/>
                <a:ext cx="1263112" cy="46477"/>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62" name="墨迹 61"/>
              <p14:cNvContentPartPr/>
              <p14:nvPr/>
            </p14:nvContentPartPr>
            <p14:xfrm>
              <a:off x="6622942" y="3986729"/>
              <a:ext cx="12915" cy="191073"/>
            </p14:xfrm>
          </p:contentPart>
        </mc:Choice>
        <mc:Fallback xmlns="">
          <p:pic>
            <p:nvPicPr>
              <p:cNvPr id="62" name="墨迹 61"/>
            </p:nvPicPr>
            <p:blipFill>
              <a:blip/>
            </p:blipFill>
            <p:spPr>
              <a:xfrm>
                <a:off x="6622942" y="3986729"/>
                <a:ext cx="12915" cy="191073"/>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63" name="墨迹 62"/>
              <p14:cNvContentPartPr/>
              <p14:nvPr/>
            </p14:nvContentPartPr>
            <p14:xfrm>
              <a:off x="6600986" y="4131325"/>
              <a:ext cx="5415367" cy="154925"/>
            </p14:xfrm>
          </p:contentPart>
        </mc:Choice>
        <mc:Fallback xmlns="">
          <p:pic>
            <p:nvPicPr>
              <p:cNvPr id="63" name="墨迹 62"/>
            </p:nvPicPr>
            <p:blipFill>
              <a:blip/>
            </p:blipFill>
            <p:spPr>
              <a:xfrm>
                <a:off x="6600986" y="4131325"/>
                <a:ext cx="5415367" cy="15492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64" name="墨迹 63"/>
              <p14:cNvContentPartPr/>
              <p14:nvPr/>
            </p14:nvContentPartPr>
            <p14:xfrm>
              <a:off x="263471" y="4477323"/>
              <a:ext cx="11659891" cy="361491"/>
            </p14:xfrm>
          </p:contentPart>
        </mc:Choice>
        <mc:Fallback xmlns="">
          <p:pic>
            <p:nvPicPr>
              <p:cNvPr id="64" name="墨迹 63"/>
            </p:nvPicPr>
            <p:blipFill>
              <a:blip/>
            </p:blipFill>
            <p:spPr>
              <a:xfrm>
                <a:off x="263471" y="4477323"/>
                <a:ext cx="11659891" cy="361491"/>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65" name="墨迹 64"/>
              <p14:cNvContentPartPr/>
              <p14:nvPr/>
            </p14:nvContentPartPr>
            <p14:xfrm>
              <a:off x="6722873" y="2292885"/>
              <a:ext cx="5296062" cy="111029"/>
            </p14:xfrm>
          </p:contentPart>
        </mc:Choice>
        <mc:Fallback xmlns="">
          <p:pic>
            <p:nvPicPr>
              <p:cNvPr id="65" name="墨迹 64"/>
            </p:nvPicPr>
            <p:blipFill>
              <a:blip/>
            </p:blipFill>
            <p:spPr>
              <a:xfrm>
                <a:off x="6722873" y="2292885"/>
                <a:ext cx="5296062" cy="111029"/>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66" name="墨迹 65"/>
              <p14:cNvContentPartPr/>
              <p14:nvPr/>
            </p14:nvContentPartPr>
            <p14:xfrm>
              <a:off x="8146942" y="1651561"/>
              <a:ext cx="15498" cy="289677"/>
            </p14:xfrm>
          </p:contentPart>
        </mc:Choice>
        <mc:Fallback xmlns="">
          <p:pic>
            <p:nvPicPr>
              <p:cNvPr id="66" name="墨迹 65"/>
            </p:nvPicPr>
            <p:blipFill>
              <a:blip/>
            </p:blipFill>
            <p:spPr>
              <a:xfrm>
                <a:off x="8146942" y="1651561"/>
                <a:ext cx="15498" cy="289677"/>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67" name="墨迹 66"/>
              <p14:cNvContentPartPr/>
              <p14:nvPr/>
            </p14:nvContentPartPr>
            <p14:xfrm>
              <a:off x="8172773" y="1616381"/>
              <a:ext cx="155629" cy="156538"/>
            </p14:xfrm>
          </p:contentPart>
        </mc:Choice>
        <mc:Fallback xmlns="">
          <p:pic>
            <p:nvPicPr>
              <p:cNvPr id="67" name="墨迹 66"/>
            </p:nvPicPr>
            <p:blipFill>
              <a:blip/>
            </p:blipFill>
            <p:spPr>
              <a:xfrm>
                <a:off x="8172773" y="1616381"/>
                <a:ext cx="155629" cy="156538"/>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68" name="墨迹 67"/>
              <p14:cNvContentPartPr/>
              <p14:nvPr/>
            </p14:nvContentPartPr>
            <p14:xfrm>
              <a:off x="8482739" y="1590560"/>
              <a:ext cx="95573" cy="61970"/>
            </p14:xfrm>
          </p:contentPart>
        </mc:Choice>
        <mc:Fallback xmlns="">
          <p:pic>
            <p:nvPicPr>
              <p:cNvPr id="68" name="墨迹 67"/>
            </p:nvPicPr>
            <p:blipFill>
              <a:blip/>
            </p:blipFill>
            <p:spPr>
              <a:xfrm>
                <a:off x="8482739" y="1590560"/>
                <a:ext cx="95573" cy="6197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69" name="墨迹 68"/>
              <p14:cNvContentPartPr/>
              <p14:nvPr/>
            </p14:nvContentPartPr>
            <p14:xfrm>
              <a:off x="8518901" y="1729992"/>
              <a:ext cx="20664" cy="144596"/>
            </p14:xfrm>
          </p:contentPart>
        </mc:Choice>
        <mc:Fallback xmlns="">
          <p:pic>
            <p:nvPicPr>
              <p:cNvPr id="69" name="墨迹 68"/>
            </p:nvPicPr>
            <p:blipFill>
              <a:blip/>
            </p:blipFill>
            <p:spPr>
              <a:xfrm>
                <a:off x="8518901" y="1729992"/>
                <a:ext cx="20664" cy="144596"/>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70" name="墨迹 69"/>
              <p14:cNvContentPartPr/>
              <p14:nvPr/>
            </p14:nvContentPartPr>
            <p14:xfrm>
              <a:off x="8683571" y="1688679"/>
              <a:ext cx="134964" cy="154924"/>
            </p14:xfrm>
          </p:contentPart>
        </mc:Choice>
        <mc:Fallback xmlns="">
          <p:pic>
            <p:nvPicPr>
              <p:cNvPr id="70" name="墨迹 69"/>
            </p:nvPicPr>
            <p:blipFill>
              <a:blip/>
            </p:blipFill>
            <p:spPr>
              <a:xfrm>
                <a:off x="8683571" y="1688679"/>
                <a:ext cx="134964" cy="154924"/>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71" name="墨迹 70"/>
              <p14:cNvContentPartPr/>
              <p14:nvPr/>
            </p14:nvContentPartPr>
            <p14:xfrm>
              <a:off x="8868582" y="1705462"/>
              <a:ext cx="180491" cy="24530"/>
            </p14:xfrm>
          </p:contentPart>
        </mc:Choice>
        <mc:Fallback xmlns="">
          <p:pic>
            <p:nvPicPr>
              <p:cNvPr id="71" name="墨迹 70"/>
            </p:nvPicPr>
            <p:blipFill>
              <a:blip/>
            </p:blipFill>
            <p:spPr>
              <a:xfrm>
                <a:off x="8868582" y="1705462"/>
                <a:ext cx="180491" cy="2453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72" name="墨迹 71"/>
              <p14:cNvContentPartPr/>
              <p14:nvPr/>
            </p14:nvContentPartPr>
            <p14:xfrm>
              <a:off x="8978684" y="1671895"/>
              <a:ext cx="255722" cy="188653"/>
            </p14:xfrm>
          </p:contentPart>
        </mc:Choice>
        <mc:Fallback xmlns="">
          <p:pic>
            <p:nvPicPr>
              <p:cNvPr id="72" name="墨迹 71"/>
            </p:nvPicPr>
            <p:blipFill>
              <a:blip/>
            </p:blipFill>
            <p:spPr>
              <a:xfrm>
                <a:off x="8978684" y="1671895"/>
                <a:ext cx="255722" cy="188653"/>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73" name="墨迹 72"/>
              <p14:cNvContentPartPr/>
              <p14:nvPr/>
            </p14:nvContentPartPr>
            <p14:xfrm>
              <a:off x="9281870" y="1704171"/>
              <a:ext cx="107519" cy="131041"/>
            </p14:xfrm>
          </p:contentPart>
        </mc:Choice>
        <mc:Fallback xmlns="">
          <p:pic>
            <p:nvPicPr>
              <p:cNvPr id="73" name="墨迹 72"/>
            </p:nvPicPr>
            <p:blipFill>
              <a:blip/>
            </p:blipFill>
            <p:spPr>
              <a:xfrm>
                <a:off x="9281870" y="1704171"/>
                <a:ext cx="107519" cy="131041"/>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74" name="墨迹 73"/>
              <p14:cNvContentPartPr/>
              <p14:nvPr/>
            </p14:nvContentPartPr>
            <p14:xfrm>
              <a:off x="9433301" y="1673186"/>
              <a:ext cx="134319" cy="158798"/>
            </p14:xfrm>
          </p:contentPart>
        </mc:Choice>
        <mc:Fallback xmlns="">
          <p:pic>
            <p:nvPicPr>
              <p:cNvPr id="74" name="墨迹 73"/>
            </p:nvPicPr>
            <p:blipFill>
              <a:blip/>
            </p:blipFill>
            <p:spPr>
              <a:xfrm>
                <a:off x="9433301" y="1673186"/>
                <a:ext cx="134319" cy="158798"/>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75" name="墨迹 74"/>
              <p14:cNvContentPartPr/>
              <p14:nvPr/>
            </p14:nvContentPartPr>
            <p14:xfrm>
              <a:off x="6877824" y="2455040"/>
              <a:ext cx="75749" cy="166285"/>
            </p14:xfrm>
          </p:contentPart>
        </mc:Choice>
        <mc:Fallback xmlns="">
          <p:pic>
            <p:nvPicPr>
              <p:cNvPr id="75" name="墨迹 74"/>
            </p:nvPicPr>
            <p:blipFill>
              <a:blip/>
            </p:blipFill>
            <p:spPr>
              <a:xfrm>
                <a:off x="6877824" y="2455040"/>
                <a:ext cx="75749" cy="16628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76" name="墨迹 75"/>
              <p14:cNvContentPartPr/>
              <p14:nvPr/>
            </p14:nvContentPartPr>
            <p14:xfrm>
              <a:off x="6875112" y="2621325"/>
              <a:ext cx="82592" cy="6197"/>
            </p14:xfrm>
          </p:contentPart>
        </mc:Choice>
        <mc:Fallback xmlns="">
          <p:pic>
            <p:nvPicPr>
              <p:cNvPr id="76" name="墨迹 75"/>
            </p:nvPicPr>
            <p:blipFill>
              <a:blip/>
            </p:blipFill>
            <p:spPr>
              <a:xfrm>
                <a:off x="6875112" y="2621325"/>
                <a:ext cx="82592" cy="6197"/>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77" name="墨迹 76"/>
              <p14:cNvContentPartPr/>
              <p14:nvPr/>
            </p14:nvContentPartPr>
            <p14:xfrm>
              <a:off x="7001619" y="2564971"/>
              <a:ext cx="56309" cy="56354"/>
            </p14:xfrm>
          </p:contentPart>
        </mc:Choice>
        <mc:Fallback xmlns="">
          <p:pic>
            <p:nvPicPr>
              <p:cNvPr id="77" name="墨迹 76"/>
            </p:nvPicPr>
            <p:blipFill>
              <a:blip/>
            </p:blipFill>
            <p:spPr>
              <a:xfrm>
                <a:off x="7001619" y="2564971"/>
                <a:ext cx="56309" cy="56354"/>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78" name="墨迹 77"/>
              <p14:cNvContentPartPr/>
              <p14:nvPr/>
            </p14:nvContentPartPr>
            <p14:xfrm>
              <a:off x="7085888" y="2563487"/>
              <a:ext cx="92927" cy="8263"/>
            </p14:xfrm>
          </p:contentPart>
        </mc:Choice>
        <mc:Fallback xmlns="">
          <p:pic>
            <p:nvPicPr>
              <p:cNvPr id="78" name="墨迹 77"/>
            </p:nvPicPr>
            <p:blipFill>
              <a:blip/>
            </p:blipFill>
            <p:spPr>
              <a:xfrm>
                <a:off x="7085888" y="2563487"/>
                <a:ext cx="92927" cy="8263"/>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79" name="墨迹 78"/>
              <p14:cNvContentPartPr/>
              <p14:nvPr/>
            </p14:nvContentPartPr>
            <p14:xfrm>
              <a:off x="7125862" y="2520108"/>
              <a:ext cx="52953" cy="107415"/>
            </p14:xfrm>
          </p:contentPart>
        </mc:Choice>
        <mc:Fallback xmlns="">
          <p:pic>
            <p:nvPicPr>
              <p:cNvPr id="79" name="墨迹 78"/>
            </p:nvPicPr>
            <p:blipFill>
              <a:blip/>
            </p:blipFill>
            <p:spPr>
              <a:xfrm>
                <a:off x="7125862" y="2520108"/>
                <a:ext cx="52953" cy="10741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80" name="墨迹 79"/>
              <p14:cNvContentPartPr/>
              <p14:nvPr/>
            </p14:nvContentPartPr>
            <p14:xfrm>
              <a:off x="7203611" y="2553998"/>
              <a:ext cx="130187" cy="60098"/>
            </p14:xfrm>
          </p:contentPart>
        </mc:Choice>
        <mc:Fallback xmlns="">
          <p:pic>
            <p:nvPicPr>
              <p:cNvPr id="80" name="墨迹 79"/>
            </p:nvPicPr>
            <p:blipFill>
              <a:blip/>
            </p:blipFill>
            <p:spPr>
              <a:xfrm>
                <a:off x="7203611" y="2553998"/>
                <a:ext cx="130187" cy="60098"/>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81" name="墨迹 80"/>
              <p14:cNvContentPartPr/>
              <p14:nvPr/>
            </p14:nvContentPartPr>
            <p14:xfrm>
              <a:off x="7406383" y="2467821"/>
              <a:ext cx="92733" cy="147307"/>
            </p14:xfrm>
          </p:contentPart>
        </mc:Choice>
        <mc:Fallback xmlns="">
          <p:pic>
            <p:nvPicPr>
              <p:cNvPr id="81" name="墨迹 80"/>
            </p:nvPicPr>
            <p:blipFill>
              <a:blip/>
            </p:blipFill>
            <p:spPr>
              <a:xfrm>
                <a:off x="7406383" y="2467821"/>
                <a:ext cx="92733" cy="147307"/>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82" name="墨迹 81"/>
              <p14:cNvContentPartPr/>
              <p14:nvPr/>
            </p14:nvContentPartPr>
            <p14:xfrm>
              <a:off x="7519777" y="2544250"/>
              <a:ext cx="62768" cy="67005"/>
            </p14:xfrm>
          </p:contentPart>
        </mc:Choice>
        <mc:Fallback xmlns="">
          <p:pic>
            <p:nvPicPr>
              <p:cNvPr id="82" name="墨迹 81"/>
            </p:nvPicPr>
            <p:blipFill>
              <a:blip/>
            </p:blipFill>
            <p:spPr>
              <a:xfrm>
                <a:off x="7519777" y="2544250"/>
                <a:ext cx="62768" cy="67005"/>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83" name="墨迹 82"/>
              <p14:cNvContentPartPr/>
              <p14:nvPr/>
            </p14:nvContentPartPr>
            <p14:xfrm>
              <a:off x="7628006" y="2553998"/>
              <a:ext cx="123212" cy="76816"/>
            </p14:xfrm>
          </p:contentPart>
        </mc:Choice>
        <mc:Fallback xmlns="">
          <p:pic>
            <p:nvPicPr>
              <p:cNvPr id="83" name="墨迹 82"/>
            </p:nvPicPr>
            <p:blipFill>
              <a:blip/>
            </p:blipFill>
            <p:spPr>
              <a:xfrm>
                <a:off x="7628006" y="2553998"/>
                <a:ext cx="123212" cy="76816"/>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84" name="墨迹 83"/>
              <p14:cNvContentPartPr/>
              <p14:nvPr/>
            </p14:nvContentPartPr>
            <p14:xfrm>
              <a:off x="6807887" y="2750429"/>
              <a:ext cx="15499" cy="7230"/>
            </p14:xfrm>
          </p:contentPart>
        </mc:Choice>
        <mc:Fallback xmlns="">
          <p:pic>
            <p:nvPicPr>
              <p:cNvPr id="84" name="墨迹 83"/>
            </p:nvPicPr>
            <p:blipFill>
              <a:blip/>
            </p:blipFill>
            <p:spPr>
              <a:xfrm>
                <a:off x="6807887" y="2750429"/>
                <a:ext cx="15499" cy="7230"/>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85" name="墨迹 84"/>
              <p14:cNvContentPartPr/>
              <p14:nvPr/>
            </p14:nvContentPartPr>
            <p14:xfrm>
              <a:off x="6761393" y="2728740"/>
              <a:ext cx="992925" cy="43379"/>
            </p14:xfrm>
          </p:contentPart>
        </mc:Choice>
        <mc:Fallback xmlns="">
          <p:pic>
            <p:nvPicPr>
              <p:cNvPr id="85" name="墨迹 84"/>
            </p:nvPicPr>
            <p:blipFill>
              <a:blip/>
            </p:blipFill>
            <p:spPr>
              <a:xfrm>
                <a:off x="6761393" y="2728740"/>
                <a:ext cx="992925" cy="43379"/>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86" name="墨迹 85"/>
              <p14:cNvContentPartPr/>
              <p14:nvPr/>
            </p14:nvContentPartPr>
            <p14:xfrm>
              <a:off x="6756809" y="2918200"/>
              <a:ext cx="174807" cy="160412"/>
            </p14:xfrm>
          </p:contentPart>
        </mc:Choice>
        <mc:Fallback xmlns="">
          <p:pic>
            <p:nvPicPr>
              <p:cNvPr id="86" name="墨迹 85"/>
            </p:nvPicPr>
            <p:blipFill>
              <a:blip/>
            </p:blipFill>
            <p:spPr>
              <a:xfrm>
                <a:off x="6756809" y="2918200"/>
                <a:ext cx="174807" cy="160412"/>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87" name="墨迹 86"/>
              <p14:cNvContentPartPr/>
              <p14:nvPr/>
            </p14:nvContentPartPr>
            <p14:xfrm>
              <a:off x="7018406" y="2980751"/>
              <a:ext cx="68451" cy="79012"/>
            </p14:xfrm>
          </p:contentPart>
        </mc:Choice>
        <mc:Fallback xmlns="">
          <p:pic>
            <p:nvPicPr>
              <p:cNvPr id="87" name="墨迹 86"/>
            </p:nvPicPr>
            <p:blipFill>
              <a:blip/>
            </p:blipFill>
            <p:spPr>
              <a:xfrm>
                <a:off x="7018406" y="2980751"/>
                <a:ext cx="68451" cy="79012"/>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88" name="墨迹 87"/>
              <p14:cNvContentPartPr/>
              <p14:nvPr/>
            </p14:nvContentPartPr>
            <p14:xfrm>
              <a:off x="7100998" y="2986367"/>
              <a:ext cx="51986" cy="61841"/>
            </p14:xfrm>
          </p:contentPart>
        </mc:Choice>
        <mc:Fallback xmlns="">
          <p:pic>
            <p:nvPicPr>
              <p:cNvPr id="88" name="墨迹 87"/>
            </p:nvPicPr>
            <p:blipFill>
              <a:blip/>
            </p:blipFill>
            <p:spPr>
              <a:xfrm>
                <a:off x="7100998" y="2986367"/>
                <a:ext cx="51986" cy="61841"/>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89" name="墨迹 88"/>
              <p14:cNvContentPartPr/>
              <p14:nvPr/>
            </p14:nvContentPartPr>
            <p14:xfrm>
              <a:off x="7175392" y="2982816"/>
              <a:ext cx="60250" cy="62616"/>
            </p14:xfrm>
          </p:contentPart>
        </mc:Choice>
        <mc:Fallback xmlns="">
          <p:pic>
            <p:nvPicPr>
              <p:cNvPr id="89" name="墨迹 88"/>
            </p:nvPicPr>
            <p:blipFill>
              <a:blip/>
            </p:blipFill>
            <p:spPr>
              <a:xfrm>
                <a:off x="7175392" y="2982816"/>
                <a:ext cx="60250" cy="62616"/>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90" name="墨迹 89"/>
              <p14:cNvContentPartPr/>
              <p14:nvPr/>
            </p14:nvContentPartPr>
            <p14:xfrm>
              <a:off x="7251978" y="2985657"/>
              <a:ext cx="62187" cy="49833"/>
            </p14:xfrm>
          </p:contentPart>
        </mc:Choice>
        <mc:Fallback xmlns="">
          <p:pic>
            <p:nvPicPr>
              <p:cNvPr id="90" name="墨迹 89"/>
            </p:nvPicPr>
            <p:blipFill>
              <a:blip/>
            </p:blipFill>
            <p:spPr>
              <a:xfrm>
                <a:off x="7251978" y="2985657"/>
                <a:ext cx="62187" cy="49833"/>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91" name="墨迹 90"/>
              <p14:cNvContentPartPr/>
              <p14:nvPr/>
            </p14:nvContentPartPr>
            <p14:xfrm>
              <a:off x="7333155" y="2974295"/>
              <a:ext cx="53336" cy="60163"/>
            </p14:xfrm>
          </p:contentPart>
        </mc:Choice>
        <mc:Fallback xmlns="">
          <p:pic>
            <p:nvPicPr>
              <p:cNvPr id="91" name="墨迹 90"/>
            </p:nvPicPr>
            <p:blipFill>
              <a:blip/>
            </p:blipFill>
            <p:spPr>
              <a:xfrm>
                <a:off x="7333155" y="2974295"/>
                <a:ext cx="53336" cy="60163"/>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92" name="墨迹 91"/>
              <p14:cNvContentPartPr/>
              <p14:nvPr/>
            </p14:nvContentPartPr>
            <p14:xfrm>
              <a:off x="7402506" y="2972488"/>
              <a:ext cx="74266" cy="26853"/>
            </p14:xfrm>
          </p:contentPart>
        </mc:Choice>
        <mc:Fallback xmlns="">
          <p:pic>
            <p:nvPicPr>
              <p:cNvPr id="92" name="墨迹 91"/>
            </p:nvPicPr>
            <p:blipFill>
              <a:blip/>
            </p:blipFill>
            <p:spPr>
              <a:xfrm>
                <a:off x="7402506" y="2972488"/>
                <a:ext cx="74266" cy="26853"/>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93" name="墨迹 92"/>
              <p14:cNvContentPartPr/>
              <p14:nvPr/>
            </p14:nvContentPartPr>
            <p14:xfrm>
              <a:off x="7444158" y="2955317"/>
              <a:ext cx="43589" cy="77075"/>
            </p14:xfrm>
          </p:contentPart>
        </mc:Choice>
        <mc:Fallback xmlns="">
          <p:pic>
            <p:nvPicPr>
              <p:cNvPr id="93" name="墨迹 92"/>
            </p:nvPicPr>
            <p:blipFill>
              <a:blip/>
            </p:blipFill>
            <p:spPr>
              <a:xfrm>
                <a:off x="7444158" y="2955317"/>
                <a:ext cx="43589" cy="7707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94" name="墨迹 93"/>
              <p14:cNvContentPartPr/>
              <p14:nvPr/>
            </p14:nvContentPartPr>
            <p14:xfrm>
              <a:off x="7806368" y="2943569"/>
              <a:ext cx="12009" cy="16525"/>
            </p14:xfrm>
          </p:contentPart>
        </mc:Choice>
        <mc:Fallback xmlns="">
          <p:pic>
            <p:nvPicPr>
              <p:cNvPr id="94" name="墨迹 93"/>
            </p:nvPicPr>
            <p:blipFill>
              <a:blip/>
            </p:blipFill>
            <p:spPr>
              <a:xfrm>
                <a:off x="7806368" y="2943569"/>
                <a:ext cx="12009" cy="16525"/>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95" name="墨迹 94"/>
              <p14:cNvContentPartPr/>
              <p14:nvPr/>
            </p14:nvContentPartPr>
            <p14:xfrm>
              <a:off x="7811145" y="2989013"/>
              <a:ext cx="11366" cy="13427"/>
            </p14:xfrm>
          </p:contentPart>
        </mc:Choice>
        <mc:Fallback xmlns="">
          <p:pic>
            <p:nvPicPr>
              <p:cNvPr id="95" name="墨迹 94"/>
            </p:nvPicPr>
            <p:blipFill>
              <a:blip/>
            </p:blipFill>
            <p:spPr>
              <a:xfrm>
                <a:off x="7811145" y="2989013"/>
                <a:ext cx="11366" cy="13427"/>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96" name="墨迹 95"/>
              <p14:cNvContentPartPr/>
              <p14:nvPr/>
            </p14:nvContentPartPr>
            <p14:xfrm>
              <a:off x="8036388" y="2933241"/>
              <a:ext cx="92989" cy="85918"/>
            </p14:xfrm>
          </p:contentPart>
        </mc:Choice>
        <mc:Fallback xmlns="">
          <p:pic>
            <p:nvPicPr>
              <p:cNvPr id="96" name="墨迹 95"/>
            </p:nvPicPr>
            <p:blipFill>
              <a:blip/>
            </p:blipFill>
            <p:spPr>
              <a:xfrm>
                <a:off x="8036388" y="2933241"/>
                <a:ext cx="92989" cy="85918"/>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97" name="墨迹 96"/>
              <p14:cNvContentPartPr/>
              <p14:nvPr/>
            </p14:nvContentPartPr>
            <p14:xfrm>
              <a:off x="8149782" y="2949185"/>
              <a:ext cx="65353" cy="63713"/>
            </p14:xfrm>
          </p:contentPart>
        </mc:Choice>
        <mc:Fallback xmlns="">
          <p:pic>
            <p:nvPicPr>
              <p:cNvPr id="97" name="墨迹 96"/>
            </p:nvPicPr>
            <p:blipFill>
              <a:blip/>
            </p:blipFill>
            <p:spPr>
              <a:xfrm>
                <a:off x="8149782" y="2949185"/>
                <a:ext cx="65353" cy="63713"/>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98" name="墨迹 97"/>
              <p14:cNvContentPartPr/>
              <p14:nvPr/>
            </p14:nvContentPartPr>
            <p14:xfrm>
              <a:off x="8216233" y="2953445"/>
              <a:ext cx="106679" cy="120261"/>
            </p14:xfrm>
          </p:contentPart>
        </mc:Choice>
        <mc:Fallback xmlns="">
          <p:pic>
            <p:nvPicPr>
              <p:cNvPr id="98" name="墨迹 97"/>
            </p:nvPicPr>
            <p:blipFill>
              <a:blip/>
            </p:blipFill>
            <p:spPr>
              <a:xfrm>
                <a:off x="8216233" y="2953445"/>
                <a:ext cx="106679" cy="120261"/>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99" name="墨迹 98"/>
              <p14:cNvContentPartPr/>
              <p14:nvPr/>
            </p14:nvContentPartPr>
            <p14:xfrm>
              <a:off x="8466206" y="2950476"/>
              <a:ext cx="40812" cy="103670"/>
            </p14:xfrm>
          </p:contentPart>
        </mc:Choice>
        <mc:Fallback xmlns="">
          <p:pic>
            <p:nvPicPr>
              <p:cNvPr id="99" name="墨迹 98"/>
            </p:nvPicPr>
            <p:blipFill>
              <a:blip/>
            </p:blipFill>
            <p:spPr>
              <a:xfrm>
                <a:off x="8466206" y="2950476"/>
                <a:ext cx="40812" cy="103670"/>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00" name="墨迹 99"/>
              <p14:cNvContentPartPr/>
              <p14:nvPr/>
            </p14:nvContentPartPr>
            <p14:xfrm>
              <a:off x="8536466" y="2956996"/>
              <a:ext cx="41329" cy="38860"/>
            </p14:xfrm>
          </p:contentPart>
        </mc:Choice>
        <mc:Fallback xmlns="">
          <p:pic>
            <p:nvPicPr>
              <p:cNvPr id="100" name="墨迹 99"/>
            </p:nvPicPr>
            <p:blipFill>
              <a:blip/>
            </p:blipFill>
            <p:spPr>
              <a:xfrm>
                <a:off x="8536466" y="2956996"/>
                <a:ext cx="41329" cy="38860"/>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01" name="墨迹 100"/>
              <p14:cNvContentPartPr/>
              <p14:nvPr/>
            </p14:nvContentPartPr>
            <p14:xfrm>
              <a:off x="8605176" y="2948410"/>
              <a:ext cx="38034" cy="44735"/>
            </p14:xfrm>
          </p:contentPart>
        </mc:Choice>
        <mc:Fallback xmlns="">
          <p:pic>
            <p:nvPicPr>
              <p:cNvPr id="101" name="墨迹 100"/>
            </p:nvPicPr>
            <p:blipFill>
              <a:blip/>
            </p:blipFill>
            <p:spPr>
              <a:xfrm>
                <a:off x="8605176" y="2948410"/>
                <a:ext cx="38034" cy="4473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02" name="墨迹 101"/>
              <p14:cNvContentPartPr/>
              <p14:nvPr/>
            </p14:nvContentPartPr>
            <p14:xfrm>
              <a:off x="8657029" y="2886634"/>
              <a:ext cx="67482" cy="114773"/>
            </p14:xfrm>
          </p:contentPart>
        </mc:Choice>
        <mc:Fallback xmlns="">
          <p:pic>
            <p:nvPicPr>
              <p:cNvPr id="102" name="墨迹 101"/>
            </p:nvPicPr>
            <p:blipFill>
              <a:blip/>
            </p:blipFill>
            <p:spPr>
              <a:xfrm>
                <a:off x="8657029" y="2886634"/>
                <a:ext cx="67482" cy="114773"/>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03" name="墨迹 102"/>
              <p14:cNvContentPartPr/>
              <p14:nvPr/>
            </p14:nvContentPartPr>
            <p14:xfrm>
              <a:off x="8827187" y="2889862"/>
              <a:ext cx="35777" cy="127038"/>
            </p14:xfrm>
          </p:contentPart>
        </mc:Choice>
        <mc:Fallback xmlns="">
          <p:pic>
            <p:nvPicPr>
              <p:cNvPr id="103" name="墨迹 102"/>
            </p:nvPicPr>
            <p:blipFill>
              <a:blip/>
            </p:blipFill>
            <p:spPr>
              <a:xfrm>
                <a:off x="8827187" y="2889862"/>
                <a:ext cx="35777" cy="127038"/>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04" name="墨迹 103"/>
              <p14:cNvContentPartPr/>
              <p14:nvPr/>
            </p14:nvContentPartPr>
            <p14:xfrm>
              <a:off x="8940455" y="2902256"/>
              <a:ext cx="56827" cy="130136"/>
            </p14:xfrm>
          </p:contentPart>
        </mc:Choice>
        <mc:Fallback xmlns="">
          <p:pic>
            <p:nvPicPr>
              <p:cNvPr id="104" name="墨迹 103"/>
            </p:nvPicPr>
            <p:blipFill>
              <a:blip/>
            </p:blipFill>
            <p:spPr>
              <a:xfrm>
                <a:off x="8940455" y="2902256"/>
                <a:ext cx="56827" cy="130136"/>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05" name="墨迹 104"/>
              <p14:cNvContentPartPr/>
              <p14:nvPr/>
            </p14:nvContentPartPr>
            <p14:xfrm>
              <a:off x="9025179" y="3011736"/>
              <a:ext cx="5167" cy="34083"/>
            </p14:xfrm>
          </p:contentPart>
        </mc:Choice>
        <mc:Fallback xmlns="">
          <p:pic>
            <p:nvPicPr>
              <p:cNvPr id="105" name="墨迹 104"/>
            </p:nvPicPr>
            <p:blipFill>
              <a:blip/>
            </p:blipFill>
            <p:spPr>
              <a:xfrm>
                <a:off x="9025179" y="3011736"/>
                <a:ext cx="5167" cy="34083"/>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06" name="墨迹 105"/>
              <p14:cNvContentPartPr/>
              <p14:nvPr/>
            </p14:nvContentPartPr>
            <p14:xfrm>
              <a:off x="9108871" y="2930787"/>
              <a:ext cx="10332" cy="104898"/>
            </p14:xfrm>
          </p:contentPart>
        </mc:Choice>
        <mc:Fallback xmlns="">
          <p:pic>
            <p:nvPicPr>
              <p:cNvPr id="106" name="墨迹 105"/>
            </p:nvPicPr>
            <p:blipFill>
              <a:blip/>
            </p:blipFill>
            <p:spPr>
              <a:xfrm>
                <a:off x="9108871" y="2930787"/>
                <a:ext cx="10332" cy="104898"/>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07" name="墨迹 106"/>
              <p14:cNvContentPartPr/>
              <p14:nvPr/>
            </p14:nvContentPartPr>
            <p14:xfrm>
              <a:off x="9171573" y="2903030"/>
              <a:ext cx="41977" cy="136786"/>
            </p14:xfrm>
          </p:contentPart>
        </mc:Choice>
        <mc:Fallback xmlns="">
          <p:pic>
            <p:nvPicPr>
              <p:cNvPr id="107" name="墨迹 106"/>
            </p:nvPicPr>
            <p:blipFill>
              <a:blip/>
            </p:blipFill>
            <p:spPr>
              <a:xfrm>
                <a:off x="9171573" y="2903030"/>
                <a:ext cx="41977" cy="136786"/>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08" name="墨迹 107"/>
              <p14:cNvContentPartPr/>
              <p14:nvPr/>
            </p14:nvContentPartPr>
            <p14:xfrm>
              <a:off x="9255588" y="2924978"/>
              <a:ext cx="57859" cy="74363"/>
            </p14:xfrm>
          </p:contentPart>
        </mc:Choice>
        <mc:Fallback xmlns="">
          <p:pic>
            <p:nvPicPr>
              <p:cNvPr id="108" name="墨迹 107"/>
            </p:nvPicPr>
            <p:blipFill>
              <a:blip/>
            </p:blipFill>
            <p:spPr>
              <a:xfrm>
                <a:off x="9255588" y="2924978"/>
                <a:ext cx="57859" cy="74363"/>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09" name="墨迹 108"/>
              <p14:cNvContentPartPr/>
              <p14:nvPr/>
            </p14:nvContentPartPr>
            <p14:xfrm>
              <a:off x="9247322" y="2914650"/>
              <a:ext cx="78526" cy="24787"/>
            </p14:xfrm>
          </p:contentPart>
        </mc:Choice>
        <mc:Fallback xmlns="">
          <p:pic>
            <p:nvPicPr>
              <p:cNvPr id="109" name="墨迹 108"/>
            </p:nvPicPr>
            <p:blipFill>
              <a:blip/>
            </p:blipFill>
            <p:spPr>
              <a:xfrm>
                <a:off x="9247322" y="2914650"/>
                <a:ext cx="78526" cy="24787"/>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110" name="墨迹 109"/>
              <p14:cNvContentPartPr/>
              <p14:nvPr/>
            </p14:nvContentPartPr>
            <p14:xfrm>
              <a:off x="9404371" y="2931175"/>
              <a:ext cx="50886" cy="97086"/>
            </p14:xfrm>
          </p:contentPart>
        </mc:Choice>
        <mc:Fallback xmlns="">
          <p:pic>
            <p:nvPicPr>
              <p:cNvPr id="110" name="墨迹 109"/>
            </p:nvPicPr>
            <p:blipFill>
              <a:blip/>
            </p:blipFill>
            <p:spPr>
              <a:xfrm>
                <a:off x="9404371" y="2931175"/>
                <a:ext cx="50886" cy="97086"/>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11" name="墨迹 110"/>
              <p14:cNvContentPartPr/>
              <p14:nvPr/>
            </p14:nvContentPartPr>
            <p14:xfrm>
              <a:off x="6769659" y="3138258"/>
              <a:ext cx="160923" cy="160605"/>
            </p14:xfrm>
          </p:contentPart>
        </mc:Choice>
        <mc:Fallback xmlns="">
          <p:pic>
            <p:nvPicPr>
              <p:cNvPr id="111" name="墨迹 110"/>
            </p:nvPicPr>
            <p:blipFill>
              <a:blip/>
            </p:blipFill>
            <p:spPr>
              <a:xfrm>
                <a:off x="6769659" y="3138258"/>
                <a:ext cx="160923" cy="160605"/>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112" name="墨迹 111"/>
              <p14:cNvContentPartPr/>
              <p14:nvPr/>
            </p14:nvContentPartPr>
            <p14:xfrm>
              <a:off x="7028738" y="3171502"/>
              <a:ext cx="36425" cy="111352"/>
            </p14:xfrm>
          </p:contentPart>
        </mc:Choice>
        <mc:Fallback xmlns="">
          <p:pic>
            <p:nvPicPr>
              <p:cNvPr id="112" name="墨迹 111"/>
            </p:nvPicPr>
            <p:blipFill>
              <a:blip/>
            </p:blipFill>
            <p:spPr>
              <a:xfrm>
                <a:off x="7028738" y="3171502"/>
                <a:ext cx="36425" cy="111352"/>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13" name="墨迹 112"/>
              <p14:cNvContentPartPr/>
              <p14:nvPr/>
            </p14:nvContentPartPr>
            <p14:xfrm>
              <a:off x="7037264" y="3166015"/>
              <a:ext cx="64188" cy="131040"/>
            </p14:xfrm>
          </p:contentPart>
        </mc:Choice>
        <mc:Fallback xmlns="">
          <p:pic>
            <p:nvPicPr>
              <p:cNvPr id="113" name="墨迹 112"/>
            </p:nvPicPr>
            <p:blipFill>
              <a:blip/>
            </p:blipFill>
            <p:spPr>
              <a:xfrm>
                <a:off x="7037264" y="3166015"/>
                <a:ext cx="64188" cy="13104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114" name="墨迹 113"/>
              <p14:cNvContentPartPr/>
              <p14:nvPr/>
            </p14:nvContentPartPr>
            <p14:xfrm>
              <a:off x="7137486" y="3191448"/>
              <a:ext cx="8266" cy="67134"/>
            </p14:xfrm>
          </p:contentPart>
        </mc:Choice>
        <mc:Fallback xmlns="">
          <p:pic>
            <p:nvPicPr>
              <p:cNvPr id="114" name="墨迹 113"/>
            </p:nvPicPr>
            <p:blipFill>
              <a:blip/>
            </p:blipFill>
            <p:spPr>
              <a:xfrm>
                <a:off x="7137486" y="3191448"/>
                <a:ext cx="8266" cy="67134"/>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15" name="墨迹 114"/>
              <p14:cNvContentPartPr/>
              <p14:nvPr/>
            </p14:nvContentPartPr>
            <p14:xfrm>
              <a:off x="7176749" y="3158397"/>
              <a:ext cx="12398" cy="158024"/>
            </p14:xfrm>
          </p:contentPart>
        </mc:Choice>
        <mc:Fallback xmlns="">
          <p:pic>
            <p:nvPicPr>
              <p:cNvPr id="115" name="墨迹 114"/>
            </p:nvPicPr>
            <p:blipFill>
              <a:blip/>
            </p:blipFill>
            <p:spPr>
              <a:xfrm>
                <a:off x="7176749" y="3158397"/>
                <a:ext cx="12398" cy="158024"/>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116" name="墨迹 115"/>
              <p14:cNvContentPartPr/>
              <p14:nvPr/>
            </p14:nvContentPartPr>
            <p14:xfrm>
              <a:off x="7893803" y="3212105"/>
              <a:ext cx="3100" cy="5164"/>
            </p14:xfrm>
          </p:contentPart>
        </mc:Choice>
        <mc:Fallback xmlns="">
          <p:pic>
            <p:nvPicPr>
              <p:cNvPr id="116" name="墨迹 115"/>
            </p:nvPicPr>
            <p:blipFill>
              <a:blip/>
            </p:blipFill>
            <p:spPr>
              <a:xfrm>
                <a:off x="7893803" y="3212105"/>
                <a:ext cx="3100" cy="5164"/>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17" name="墨迹 116"/>
              <p14:cNvContentPartPr/>
              <p14:nvPr/>
            </p14:nvContentPartPr>
            <p14:xfrm>
              <a:off x="7887602" y="3257550"/>
              <a:ext cx="12401" cy="14459"/>
            </p14:xfrm>
          </p:contentPart>
        </mc:Choice>
        <mc:Fallback xmlns="">
          <p:pic>
            <p:nvPicPr>
              <p:cNvPr id="117" name="墨迹 116"/>
            </p:nvPicPr>
            <p:blipFill>
              <a:blip/>
            </p:blipFill>
            <p:spPr>
              <a:xfrm>
                <a:off x="7887602" y="3257550"/>
                <a:ext cx="12401" cy="14459"/>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118" name="墨迹 117"/>
              <p14:cNvContentPartPr/>
              <p14:nvPr/>
            </p14:nvContentPartPr>
            <p14:xfrm>
              <a:off x="8052918" y="3176989"/>
              <a:ext cx="58895" cy="73589"/>
            </p14:xfrm>
          </p:contentPart>
        </mc:Choice>
        <mc:Fallback xmlns="">
          <p:pic>
            <p:nvPicPr>
              <p:cNvPr id="118" name="墨迹 117"/>
            </p:nvPicPr>
            <p:blipFill>
              <a:blip/>
            </p:blipFill>
            <p:spPr>
              <a:xfrm>
                <a:off x="8052918" y="3176989"/>
                <a:ext cx="58895" cy="73589"/>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19" name="墨迹 118"/>
              <p14:cNvContentPartPr/>
              <p14:nvPr/>
            </p14:nvContentPartPr>
            <p14:xfrm>
              <a:off x="8132478" y="3180087"/>
              <a:ext cx="63025" cy="69458"/>
            </p14:xfrm>
          </p:contentPart>
        </mc:Choice>
        <mc:Fallback xmlns="">
          <p:pic>
            <p:nvPicPr>
              <p:cNvPr id="119" name="墨迹 118"/>
            </p:nvPicPr>
            <p:blipFill>
              <a:blip/>
            </p:blipFill>
            <p:spPr>
              <a:xfrm>
                <a:off x="8132478" y="3180087"/>
                <a:ext cx="63025" cy="69458"/>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120" name="墨迹 119"/>
              <p14:cNvContentPartPr/>
              <p14:nvPr/>
            </p14:nvContentPartPr>
            <p14:xfrm>
              <a:off x="8190014" y="3180087"/>
              <a:ext cx="100544" cy="137367"/>
            </p14:xfrm>
          </p:contentPart>
        </mc:Choice>
        <mc:Fallback xmlns="">
          <p:pic>
            <p:nvPicPr>
              <p:cNvPr id="120" name="墨迹 119"/>
            </p:nvPicPr>
            <p:blipFill>
              <a:blip/>
            </p:blipFill>
            <p:spPr>
              <a:xfrm>
                <a:off x="8190014" y="3180087"/>
                <a:ext cx="100544" cy="137367"/>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21" name="墨迹 120"/>
              <p14:cNvContentPartPr/>
              <p14:nvPr/>
            </p14:nvContentPartPr>
            <p14:xfrm>
              <a:off x="8453808" y="3160463"/>
              <a:ext cx="46820" cy="118905"/>
            </p14:xfrm>
          </p:contentPart>
        </mc:Choice>
        <mc:Fallback xmlns="">
          <p:pic>
            <p:nvPicPr>
              <p:cNvPr id="121" name="墨迹 120"/>
            </p:nvPicPr>
            <p:blipFill>
              <a:blip/>
            </p:blipFill>
            <p:spPr>
              <a:xfrm>
                <a:off x="8453808" y="3160463"/>
                <a:ext cx="46820" cy="11890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122" name="墨迹 121"/>
              <p14:cNvContentPartPr/>
              <p14:nvPr/>
            </p14:nvContentPartPr>
            <p14:xfrm>
              <a:off x="8526133" y="3181120"/>
              <a:ext cx="28931" cy="36343"/>
            </p14:xfrm>
          </p:contentPart>
        </mc:Choice>
        <mc:Fallback xmlns="">
          <p:pic>
            <p:nvPicPr>
              <p:cNvPr id="122" name="墨迹 121"/>
            </p:nvPicPr>
            <p:blipFill>
              <a:blip/>
            </p:blipFill>
            <p:spPr>
              <a:xfrm>
                <a:off x="8526133" y="3181120"/>
                <a:ext cx="28931" cy="36343"/>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23" name="墨迹 122"/>
              <p14:cNvContentPartPr/>
              <p14:nvPr/>
            </p14:nvContentPartPr>
            <p14:xfrm>
              <a:off x="8563330" y="3177699"/>
              <a:ext cx="44752" cy="51964"/>
            </p14:xfrm>
          </p:contentPart>
        </mc:Choice>
        <mc:Fallback xmlns="">
          <p:pic>
            <p:nvPicPr>
              <p:cNvPr id="123" name="墨迹 122"/>
            </p:nvPicPr>
            <p:blipFill>
              <a:blip/>
            </p:blipFill>
            <p:spPr>
              <a:xfrm>
                <a:off x="8563330" y="3177699"/>
                <a:ext cx="44752" cy="51964"/>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124" name="墨迹 123"/>
              <p14:cNvContentPartPr/>
              <p14:nvPr/>
            </p14:nvContentPartPr>
            <p14:xfrm>
              <a:off x="8631521" y="3118634"/>
              <a:ext cx="46692" cy="116193"/>
            </p14:xfrm>
          </p:contentPart>
        </mc:Choice>
        <mc:Fallback xmlns="">
          <p:pic>
            <p:nvPicPr>
              <p:cNvPr id="124" name="墨迹 123"/>
            </p:nvPicPr>
            <p:blipFill>
              <a:blip/>
            </p:blipFill>
            <p:spPr>
              <a:xfrm>
                <a:off x="8631521" y="3118634"/>
                <a:ext cx="46692" cy="116193"/>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25" name="墨迹 124"/>
              <p14:cNvContentPartPr/>
              <p14:nvPr/>
            </p14:nvContentPartPr>
            <p14:xfrm>
              <a:off x="8752150" y="3143164"/>
              <a:ext cx="48821" cy="139173"/>
            </p14:xfrm>
          </p:contentPart>
        </mc:Choice>
        <mc:Fallback xmlns="">
          <p:pic>
            <p:nvPicPr>
              <p:cNvPr id="125" name="墨迹 124"/>
            </p:nvPicPr>
            <p:blipFill>
              <a:blip/>
            </p:blipFill>
            <p:spPr>
              <a:xfrm>
                <a:off x="8752150" y="3143164"/>
                <a:ext cx="48821" cy="139173"/>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126" name="墨迹 125"/>
              <p14:cNvContentPartPr/>
              <p14:nvPr/>
            </p14:nvContentPartPr>
            <p14:xfrm>
              <a:off x="8850566" y="3164595"/>
              <a:ext cx="69739" cy="128587"/>
            </p14:xfrm>
          </p:contentPart>
        </mc:Choice>
        <mc:Fallback xmlns="">
          <p:pic>
            <p:nvPicPr>
              <p:cNvPr id="126" name="墨迹 125"/>
            </p:nvPicPr>
            <p:blipFill>
              <a:blip/>
            </p:blipFill>
            <p:spPr>
              <a:xfrm>
                <a:off x="8850566" y="3164595"/>
                <a:ext cx="69739" cy="128587"/>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27" name="墨迹 126"/>
              <p14:cNvContentPartPr/>
              <p14:nvPr/>
            </p14:nvContentPartPr>
            <p14:xfrm>
              <a:off x="8960086" y="3176989"/>
              <a:ext cx="47529" cy="89404"/>
            </p14:xfrm>
          </p:contentPart>
        </mc:Choice>
        <mc:Fallback xmlns="">
          <p:pic>
            <p:nvPicPr>
              <p:cNvPr id="127" name="墨迹 126"/>
            </p:nvPicPr>
            <p:blipFill>
              <a:blip/>
            </p:blipFill>
            <p:spPr>
              <a:xfrm>
                <a:off x="8960086" y="3176989"/>
                <a:ext cx="47529" cy="89404"/>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128" name="墨迹 127"/>
              <p14:cNvContentPartPr/>
              <p14:nvPr/>
            </p14:nvContentPartPr>
            <p14:xfrm>
              <a:off x="9065473" y="3249287"/>
              <a:ext cx="8267" cy="16526"/>
            </p14:xfrm>
          </p:contentPart>
        </mc:Choice>
        <mc:Fallback xmlns="">
          <p:pic>
            <p:nvPicPr>
              <p:cNvPr id="128" name="墨迹 127"/>
            </p:nvPicPr>
            <p:blipFill>
              <a:blip/>
            </p:blipFill>
            <p:spPr>
              <a:xfrm>
                <a:off x="9065473" y="3249287"/>
                <a:ext cx="8267" cy="16526"/>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29" name="墨迹 128"/>
              <p14:cNvContentPartPr/>
              <p14:nvPr/>
            </p14:nvContentPartPr>
            <p14:xfrm>
              <a:off x="9111711" y="3167371"/>
              <a:ext cx="60250" cy="110835"/>
            </p14:xfrm>
          </p:contentPart>
        </mc:Choice>
        <mc:Fallback xmlns="">
          <p:pic>
            <p:nvPicPr>
              <p:cNvPr id="129" name="墨迹 128"/>
            </p:nvPicPr>
            <p:blipFill>
              <a:blip/>
            </p:blipFill>
            <p:spPr>
              <a:xfrm>
                <a:off x="9111711" y="3167371"/>
                <a:ext cx="60250" cy="110835"/>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130" name="墨迹 129"/>
              <p14:cNvContentPartPr/>
              <p14:nvPr/>
            </p14:nvContentPartPr>
            <p14:xfrm>
              <a:off x="9196952" y="3170792"/>
              <a:ext cx="61736" cy="102444"/>
            </p14:xfrm>
          </p:contentPart>
        </mc:Choice>
        <mc:Fallback xmlns="">
          <p:pic>
            <p:nvPicPr>
              <p:cNvPr id="130" name="墨迹 129"/>
            </p:nvPicPr>
            <p:blipFill>
              <a:blip/>
            </p:blipFill>
            <p:spPr>
              <a:xfrm>
                <a:off x="9196952" y="3170792"/>
                <a:ext cx="61736" cy="102444"/>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31" name="墨迹 130"/>
              <p14:cNvContentPartPr/>
              <p14:nvPr/>
            </p14:nvContentPartPr>
            <p14:xfrm>
              <a:off x="9283484" y="3187317"/>
              <a:ext cx="47269" cy="99152"/>
            </p14:xfrm>
          </p:contentPart>
        </mc:Choice>
        <mc:Fallback xmlns="">
          <p:pic>
            <p:nvPicPr>
              <p:cNvPr id="131" name="墨迹 130"/>
            </p:nvPicPr>
            <p:blipFill>
              <a:blip/>
            </p:blipFill>
            <p:spPr>
              <a:xfrm>
                <a:off x="9283484" y="3187317"/>
                <a:ext cx="47269" cy="99152"/>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132" name="墨迹 131"/>
              <p14:cNvContentPartPr/>
              <p14:nvPr/>
            </p14:nvContentPartPr>
            <p14:xfrm>
              <a:off x="9290716" y="3185251"/>
              <a:ext cx="61993" cy="8263"/>
            </p14:xfrm>
          </p:contentPart>
        </mc:Choice>
        <mc:Fallback xmlns="">
          <p:pic>
            <p:nvPicPr>
              <p:cNvPr id="132" name="墨迹 131"/>
            </p:nvPicPr>
            <p:blipFill>
              <a:blip/>
            </p:blipFill>
            <p:spPr>
              <a:xfrm>
                <a:off x="9290716" y="3185251"/>
                <a:ext cx="61993" cy="8263"/>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33" name="墨迹 132"/>
              <p14:cNvContentPartPr/>
              <p14:nvPr/>
            </p14:nvContentPartPr>
            <p14:xfrm>
              <a:off x="9438467" y="3174923"/>
              <a:ext cx="29254" cy="111546"/>
            </p14:xfrm>
          </p:contentPart>
        </mc:Choice>
        <mc:Fallback xmlns="">
          <p:pic>
            <p:nvPicPr>
              <p:cNvPr id="133" name="墨迹 132"/>
            </p:nvPicPr>
            <p:blipFill>
              <a:blip/>
            </p:blipFill>
            <p:spPr>
              <a:xfrm>
                <a:off x="9438467" y="3174923"/>
                <a:ext cx="29254" cy="111546"/>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134" name="墨迹 133"/>
              <p14:cNvContentPartPr/>
              <p14:nvPr/>
            </p14:nvContentPartPr>
            <p14:xfrm>
              <a:off x="6825454" y="3413184"/>
              <a:ext cx="10332" cy="109287"/>
            </p14:xfrm>
          </p:contentPart>
        </mc:Choice>
        <mc:Fallback xmlns="">
          <p:pic>
            <p:nvPicPr>
              <p:cNvPr id="134" name="墨迹 133"/>
            </p:nvPicPr>
            <p:blipFill>
              <a:blip/>
            </p:blipFill>
            <p:spPr>
              <a:xfrm>
                <a:off x="6825454" y="3413184"/>
                <a:ext cx="10332" cy="109287"/>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135" name="墨迹 134"/>
              <p14:cNvContentPartPr/>
              <p14:nvPr/>
            </p14:nvContentPartPr>
            <p14:xfrm>
              <a:off x="6811827" y="3400597"/>
              <a:ext cx="93959" cy="106898"/>
            </p14:xfrm>
          </p:contentPart>
        </mc:Choice>
        <mc:Fallback xmlns="">
          <p:pic>
            <p:nvPicPr>
              <p:cNvPr id="135" name="墨迹 134"/>
            </p:nvPicPr>
            <p:blipFill>
              <a:blip/>
            </p:blipFill>
            <p:spPr>
              <a:xfrm>
                <a:off x="6811827" y="3400597"/>
                <a:ext cx="93959" cy="106898"/>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36" name="墨迹 135"/>
              <p14:cNvContentPartPr/>
              <p14:nvPr/>
            </p14:nvContentPartPr>
            <p14:xfrm>
              <a:off x="6926708" y="3460759"/>
              <a:ext cx="45463" cy="50867"/>
            </p14:xfrm>
          </p:contentPart>
        </mc:Choice>
        <mc:Fallback xmlns="">
          <p:pic>
            <p:nvPicPr>
              <p:cNvPr id="136" name="墨迹 135"/>
            </p:nvPicPr>
            <p:blipFill>
              <a:blip/>
            </p:blipFill>
            <p:spPr>
              <a:xfrm>
                <a:off x="6926708" y="3460759"/>
                <a:ext cx="45463" cy="50867"/>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137" name="墨迹 136"/>
              <p14:cNvContentPartPr/>
              <p14:nvPr/>
            </p14:nvContentPartPr>
            <p14:xfrm>
              <a:off x="6983277" y="3449656"/>
              <a:ext cx="74651" cy="8263"/>
            </p14:xfrm>
          </p:contentPart>
        </mc:Choice>
        <mc:Fallback xmlns="">
          <p:pic>
            <p:nvPicPr>
              <p:cNvPr id="137" name="墨迹 136"/>
            </p:nvPicPr>
            <p:blipFill>
              <a:blip/>
            </p:blipFill>
            <p:spPr>
              <a:xfrm>
                <a:off x="6983277" y="3449656"/>
                <a:ext cx="74651" cy="8263"/>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38" name="墨迹 137"/>
              <p14:cNvContentPartPr/>
              <p14:nvPr/>
            </p14:nvContentPartPr>
            <p14:xfrm>
              <a:off x="7022732" y="3433131"/>
              <a:ext cx="36228" cy="104316"/>
            </p14:xfrm>
          </p:contentPart>
        </mc:Choice>
        <mc:Fallback xmlns="">
          <p:pic>
            <p:nvPicPr>
              <p:cNvPr id="138" name="墨迹 137"/>
            </p:nvPicPr>
            <p:blipFill>
              <a:blip/>
            </p:blipFill>
            <p:spPr>
              <a:xfrm>
                <a:off x="7022732" y="3433131"/>
                <a:ext cx="36228" cy="104316"/>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139" name="墨迹 138"/>
              <p14:cNvContentPartPr/>
              <p14:nvPr/>
            </p14:nvContentPartPr>
            <p14:xfrm>
              <a:off x="7092023" y="3456563"/>
              <a:ext cx="45463" cy="57129"/>
            </p14:xfrm>
          </p:contentPart>
        </mc:Choice>
        <mc:Fallback xmlns="">
          <p:pic>
            <p:nvPicPr>
              <p:cNvPr id="139" name="墨迹 138"/>
            </p:nvPicPr>
            <p:blipFill>
              <a:blip/>
            </p:blipFill>
            <p:spPr>
              <a:xfrm>
                <a:off x="7092023" y="3456563"/>
                <a:ext cx="45463" cy="57129"/>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40" name="墨迹 139"/>
              <p14:cNvContentPartPr/>
              <p14:nvPr/>
            </p14:nvContentPartPr>
            <p14:xfrm>
              <a:off x="7785315" y="3449656"/>
              <a:ext cx="6200" cy="17559"/>
            </p14:xfrm>
          </p:contentPart>
        </mc:Choice>
        <mc:Fallback xmlns="">
          <p:pic>
            <p:nvPicPr>
              <p:cNvPr id="140" name="墨迹 139"/>
            </p:nvPicPr>
            <p:blipFill>
              <a:blip/>
            </p:blipFill>
            <p:spPr>
              <a:xfrm>
                <a:off x="7785315" y="3449656"/>
                <a:ext cx="6200" cy="17559"/>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141" name="墨迹 140"/>
              <p14:cNvContentPartPr/>
              <p14:nvPr/>
            </p14:nvContentPartPr>
            <p14:xfrm>
              <a:off x="7763616" y="3497167"/>
              <a:ext cx="6201" cy="7229"/>
            </p14:xfrm>
          </p:contentPart>
        </mc:Choice>
        <mc:Fallback xmlns="">
          <p:pic>
            <p:nvPicPr>
              <p:cNvPr id="141" name="墨迹 140"/>
            </p:nvPicPr>
            <p:blipFill>
              <a:blip/>
            </p:blipFill>
            <p:spPr>
              <a:xfrm>
                <a:off x="7763616" y="3497167"/>
                <a:ext cx="6201" cy="7229"/>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42" name="墨迹 141"/>
              <p14:cNvContentPartPr/>
              <p14:nvPr/>
            </p14:nvContentPartPr>
            <p14:xfrm>
              <a:off x="8031996" y="3432098"/>
              <a:ext cx="81883" cy="104316"/>
            </p14:xfrm>
          </p:contentPart>
        </mc:Choice>
        <mc:Fallback xmlns="">
          <p:pic>
            <p:nvPicPr>
              <p:cNvPr id="142" name="墨迹 141"/>
            </p:nvPicPr>
            <p:blipFill>
              <a:blip/>
            </p:blipFill>
            <p:spPr>
              <a:xfrm>
                <a:off x="8031996" y="3432098"/>
                <a:ext cx="81883" cy="104316"/>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143" name="墨迹 142"/>
              <p14:cNvContentPartPr/>
              <p14:nvPr/>
            </p14:nvContentPartPr>
            <p14:xfrm>
              <a:off x="8163149" y="3441393"/>
              <a:ext cx="48886" cy="80819"/>
            </p14:xfrm>
          </p:contentPart>
        </mc:Choice>
        <mc:Fallback xmlns="">
          <p:pic>
            <p:nvPicPr>
              <p:cNvPr id="143" name="墨迹 142"/>
            </p:nvPicPr>
            <p:blipFill>
              <a:blip/>
            </p:blipFill>
            <p:spPr>
              <a:xfrm>
                <a:off x="8163149" y="3441393"/>
                <a:ext cx="48886" cy="80819"/>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44" name="墨迹 143"/>
              <p14:cNvContentPartPr/>
              <p14:nvPr/>
            </p14:nvContentPartPr>
            <p14:xfrm>
              <a:off x="8257239" y="3431065"/>
              <a:ext cx="56053" cy="98313"/>
            </p14:xfrm>
          </p:contentPart>
        </mc:Choice>
        <mc:Fallback xmlns="">
          <p:pic>
            <p:nvPicPr>
              <p:cNvPr id="144" name="墨迹 143"/>
            </p:nvPicPr>
            <p:blipFill>
              <a:blip/>
            </p:blipFill>
            <p:spPr>
              <a:xfrm>
                <a:off x="8257239" y="3431065"/>
                <a:ext cx="56053" cy="98313"/>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145" name="墨迹 144"/>
              <p14:cNvContentPartPr/>
              <p14:nvPr/>
            </p14:nvContentPartPr>
            <p14:xfrm>
              <a:off x="8340153" y="3437262"/>
              <a:ext cx="49595" cy="96053"/>
            </p14:xfrm>
          </p:contentPart>
        </mc:Choice>
        <mc:Fallback xmlns="">
          <p:pic>
            <p:nvPicPr>
              <p:cNvPr id="145" name="墨迹 144"/>
            </p:nvPicPr>
            <p:blipFill>
              <a:blip/>
            </p:blipFill>
            <p:spPr>
              <a:xfrm>
                <a:off x="8340153" y="3437262"/>
                <a:ext cx="49595" cy="96053"/>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46" name="墨迹 145"/>
              <p14:cNvContentPartPr/>
              <p14:nvPr/>
            </p14:nvContentPartPr>
            <p14:xfrm>
              <a:off x="8455873" y="3513692"/>
              <a:ext cx="8267" cy="5164"/>
            </p14:xfrm>
          </p:contentPart>
        </mc:Choice>
        <mc:Fallback xmlns="">
          <p:pic>
            <p:nvPicPr>
              <p:cNvPr id="146" name="墨迹 145"/>
            </p:nvPicPr>
            <p:blipFill>
              <a:blip/>
            </p:blipFill>
            <p:spPr>
              <a:xfrm>
                <a:off x="8455873" y="3513692"/>
                <a:ext cx="8267" cy="5164"/>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147" name="墨迹 146"/>
              <p14:cNvContentPartPr/>
              <p14:nvPr/>
            </p14:nvContentPartPr>
            <p14:xfrm>
              <a:off x="8558550" y="3410409"/>
              <a:ext cx="71682" cy="120841"/>
            </p14:xfrm>
          </p:contentPart>
        </mc:Choice>
        <mc:Fallback xmlns="">
          <p:pic>
            <p:nvPicPr>
              <p:cNvPr id="147" name="墨迹 146"/>
            </p:nvPicPr>
            <p:blipFill>
              <a:blip/>
            </p:blipFill>
            <p:spPr>
              <a:xfrm>
                <a:off x="8558550" y="3410409"/>
                <a:ext cx="71682" cy="120841"/>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48" name="墨迹 147"/>
              <p14:cNvContentPartPr/>
              <p14:nvPr/>
            </p14:nvContentPartPr>
            <p14:xfrm>
              <a:off x="8697649" y="3515757"/>
              <a:ext cx="10332" cy="14460"/>
            </p14:xfrm>
          </p:contentPart>
        </mc:Choice>
        <mc:Fallback xmlns="">
          <p:pic>
            <p:nvPicPr>
              <p:cNvPr id="148" name="墨迹 147"/>
            </p:nvPicPr>
            <p:blipFill>
              <a:blip/>
            </p:blipFill>
            <p:spPr>
              <a:xfrm>
                <a:off x="8697649" y="3515757"/>
                <a:ext cx="10332" cy="14460"/>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149" name="墨迹 148"/>
              <p14:cNvContentPartPr/>
              <p14:nvPr/>
            </p14:nvContentPartPr>
            <p14:xfrm>
              <a:off x="8813369" y="3437972"/>
              <a:ext cx="8266" cy="79851"/>
            </p14:xfrm>
          </p:contentPart>
        </mc:Choice>
        <mc:Fallback xmlns="">
          <p:pic>
            <p:nvPicPr>
              <p:cNvPr id="149" name="墨迹 148"/>
            </p:nvPicPr>
            <p:blipFill>
              <a:blip/>
            </p:blipFill>
            <p:spPr>
              <a:xfrm>
                <a:off x="8813369" y="3437972"/>
                <a:ext cx="8266" cy="79851"/>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50" name="墨迹 149"/>
              <p14:cNvContentPartPr/>
              <p14:nvPr/>
            </p14:nvContentPartPr>
            <p14:xfrm>
              <a:off x="8854698" y="3431065"/>
              <a:ext cx="59928" cy="79851"/>
            </p14:xfrm>
          </p:contentPart>
        </mc:Choice>
        <mc:Fallback xmlns="">
          <p:pic>
            <p:nvPicPr>
              <p:cNvPr id="150" name="墨迹 149"/>
            </p:nvPicPr>
            <p:blipFill>
              <a:blip/>
            </p:blipFill>
            <p:spPr>
              <a:xfrm>
                <a:off x="8854698" y="3431065"/>
                <a:ext cx="59928" cy="79851"/>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151" name="墨迹 150"/>
              <p14:cNvContentPartPr/>
              <p14:nvPr/>
            </p14:nvContentPartPr>
            <p14:xfrm>
              <a:off x="6786191" y="3644087"/>
              <a:ext cx="8266" cy="89211"/>
            </p14:xfrm>
          </p:contentPart>
        </mc:Choice>
        <mc:Fallback xmlns="">
          <p:pic>
            <p:nvPicPr>
              <p:cNvPr id="151" name="墨迹 150"/>
            </p:nvPicPr>
            <p:blipFill>
              <a:blip/>
            </p:blipFill>
            <p:spPr>
              <a:xfrm>
                <a:off x="6786191" y="3644087"/>
                <a:ext cx="8266" cy="89211"/>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52" name="墨迹 151"/>
              <p14:cNvContentPartPr/>
              <p14:nvPr/>
            </p14:nvContentPartPr>
            <p14:xfrm>
              <a:off x="6777279" y="3609552"/>
              <a:ext cx="81238" cy="127490"/>
            </p14:xfrm>
          </p:contentPart>
        </mc:Choice>
        <mc:Fallback xmlns="">
          <p:pic>
            <p:nvPicPr>
              <p:cNvPr id="152" name="墨迹 151"/>
            </p:nvPicPr>
            <p:blipFill>
              <a:blip/>
            </p:blipFill>
            <p:spPr>
              <a:xfrm>
                <a:off x="6777279" y="3609552"/>
                <a:ext cx="81238" cy="127490"/>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153" name="墨迹 152"/>
              <p14:cNvContentPartPr/>
              <p14:nvPr/>
            </p14:nvContentPartPr>
            <p14:xfrm>
              <a:off x="6874401" y="3680236"/>
              <a:ext cx="57473" cy="54998"/>
            </p14:xfrm>
          </p:contentPart>
        </mc:Choice>
        <mc:Fallback xmlns="">
          <p:pic>
            <p:nvPicPr>
              <p:cNvPr id="153" name="墨迹 152"/>
            </p:nvPicPr>
            <p:blipFill>
              <a:blip/>
            </p:blipFill>
            <p:spPr>
              <a:xfrm>
                <a:off x="6874401" y="3680236"/>
                <a:ext cx="57473" cy="54998"/>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54" name="墨迹 153"/>
              <p14:cNvContentPartPr/>
              <p14:nvPr/>
            </p14:nvContentPartPr>
            <p14:xfrm>
              <a:off x="6954606" y="3672748"/>
              <a:ext cx="46495" cy="43895"/>
            </p14:xfrm>
          </p:contentPart>
        </mc:Choice>
        <mc:Fallback xmlns="">
          <p:pic>
            <p:nvPicPr>
              <p:cNvPr id="154" name="墨迹 153"/>
            </p:nvPicPr>
            <p:blipFill>
              <a:blip/>
            </p:blipFill>
            <p:spPr>
              <a:xfrm>
                <a:off x="6954606" y="3672748"/>
                <a:ext cx="46495" cy="43895"/>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155" name="墨迹 154"/>
              <p14:cNvContentPartPr/>
              <p14:nvPr/>
            </p14:nvContentPartPr>
            <p14:xfrm>
              <a:off x="7036296" y="3671650"/>
              <a:ext cx="46429" cy="52223"/>
            </p14:xfrm>
          </p:contentPart>
        </mc:Choice>
        <mc:Fallback xmlns="">
          <p:pic>
            <p:nvPicPr>
              <p:cNvPr id="155" name="墨迹 154"/>
            </p:nvPicPr>
            <p:blipFill>
              <a:blip/>
            </p:blipFill>
            <p:spPr>
              <a:xfrm>
                <a:off x="7036296" y="3671650"/>
                <a:ext cx="46429" cy="52223"/>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56" name="墨迹 155"/>
              <p14:cNvContentPartPr/>
              <p14:nvPr/>
            </p14:nvContentPartPr>
            <p14:xfrm>
              <a:off x="7125925" y="3623172"/>
              <a:ext cx="28091" cy="110835"/>
            </p14:xfrm>
          </p:contentPart>
        </mc:Choice>
        <mc:Fallback xmlns="">
          <p:pic>
            <p:nvPicPr>
              <p:cNvPr id="156" name="墨迹 155"/>
            </p:nvPicPr>
            <p:blipFill>
              <a:blip/>
            </p:blipFill>
            <p:spPr>
              <a:xfrm>
                <a:off x="7125925" y="3623172"/>
                <a:ext cx="28091" cy="110835"/>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157" name="墨迹 156"/>
              <p14:cNvContentPartPr/>
              <p14:nvPr/>
            </p14:nvContentPartPr>
            <p14:xfrm>
              <a:off x="7162282" y="3657643"/>
              <a:ext cx="46498" cy="56418"/>
            </p14:xfrm>
          </p:contentPart>
        </mc:Choice>
        <mc:Fallback xmlns="">
          <p:pic>
            <p:nvPicPr>
              <p:cNvPr id="157" name="墨迹 156"/>
            </p:nvPicPr>
            <p:blipFill>
              <a:blip/>
            </p:blipFill>
            <p:spPr>
              <a:xfrm>
                <a:off x="7162282" y="3657643"/>
                <a:ext cx="46498" cy="56418"/>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58" name="墨迹 157"/>
              <p14:cNvContentPartPr/>
              <p14:nvPr/>
            </p14:nvContentPartPr>
            <p14:xfrm>
              <a:off x="7220852" y="3658288"/>
              <a:ext cx="35969" cy="134849"/>
            </p14:xfrm>
          </p:contentPart>
        </mc:Choice>
        <mc:Fallback xmlns="">
          <p:pic>
            <p:nvPicPr>
              <p:cNvPr id="158" name="墨迹 157"/>
            </p:nvPicPr>
            <p:blipFill>
              <a:blip/>
            </p:blipFill>
            <p:spPr>
              <a:xfrm>
                <a:off x="7220852" y="3658288"/>
                <a:ext cx="35969" cy="134849"/>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59" name="墨迹 158"/>
              <p14:cNvContentPartPr/>
              <p14:nvPr/>
            </p14:nvContentPartPr>
            <p14:xfrm>
              <a:off x="7247006" y="3656739"/>
              <a:ext cx="40491" cy="81077"/>
            </p14:xfrm>
          </p:contentPart>
        </mc:Choice>
        <mc:Fallback xmlns="">
          <p:pic>
            <p:nvPicPr>
              <p:cNvPr id="159" name="墨迹 158"/>
            </p:nvPicPr>
            <p:blipFill>
              <a:blip/>
            </p:blipFill>
            <p:spPr>
              <a:xfrm>
                <a:off x="7247006" y="3656739"/>
                <a:ext cx="40491" cy="81077"/>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160" name="墨迹 159"/>
              <p14:cNvContentPartPr/>
              <p14:nvPr/>
            </p14:nvContentPartPr>
            <p14:xfrm>
              <a:off x="7322691" y="3669908"/>
              <a:ext cx="36937" cy="56547"/>
            </p14:xfrm>
          </p:contentPart>
        </mc:Choice>
        <mc:Fallback xmlns="">
          <p:pic>
            <p:nvPicPr>
              <p:cNvPr id="160" name="墨迹 159"/>
            </p:nvPicPr>
            <p:blipFill>
              <a:blip/>
            </p:blipFill>
            <p:spPr>
              <a:xfrm>
                <a:off x="7322691" y="3669908"/>
                <a:ext cx="36937" cy="56547"/>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61" name="墨迹 160"/>
              <p14:cNvContentPartPr/>
              <p14:nvPr/>
            </p14:nvContentPartPr>
            <p14:xfrm>
              <a:off x="7387525" y="3666551"/>
              <a:ext cx="54761" cy="66617"/>
            </p14:xfrm>
          </p:contentPart>
        </mc:Choice>
        <mc:Fallback xmlns="">
          <p:pic>
            <p:nvPicPr>
              <p:cNvPr id="161" name="墨迹 160"/>
            </p:nvPicPr>
            <p:blipFill>
              <a:blip/>
            </p:blipFill>
            <p:spPr>
              <a:xfrm>
                <a:off x="7387525" y="3666551"/>
                <a:ext cx="54761" cy="66617"/>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162" name="墨迹 161"/>
              <p14:cNvContentPartPr/>
              <p14:nvPr/>
            </p14:nvContentPartPr>
            <p14:xfrm>
              <a:off x="7823544" y="3689273"/>
              <a:ext cx="7231" cy="17558"/>
            </p14:xfrm>
          </p:contentPart>
        </mc:Choice>
        <mc:Fallback xmlns="">
          <p:pic>
            <p:nvPicPr>
              <p:cNvPr id="162" name="墨迹 161"/>
            </p:nvPicPr>
            <p:blipFill>
              <a:blip/>
            </p:blipFill>
            <p:spPr>
              <a:xfrm>
                <a:off x="7823544" y="3689273"/>
                <a:ext cx="7231" cy="17558"/>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63" name="墨迹 162"/>
              <p14:cNvContentPartPr/>
              <p14:nvPr/>
            </p14:nvContentPartPr>
            <p14:xfrm>
              <a:off x="7811145" y="3740915"/>
              <a:ext cx="13432" cy="18591"/>
            </p14:xfrm>
          </p:contentPart>
        </mc:Choice>
        <mc:Fallback xmlns="">
          <p:pic>
            <p:nvPicPr>
              <p:cNvPr id="163" name="墨迹 162"/>
            </p:nvPicPr>
            <p:blipFill>
              <a:blip/>
            </p:blipFill>
            <p:spPr>
              <a:xfrm>
                <a:off x="7811145" y="3740915"/>
                <a:ext cx="13432" cy="18591"/>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65" name="墨迹 164"/>
              <p14:cNvContentPartPr/>
              <p14:nvPr/>
            </p14:nvContentPartPr>
            <p14:xfrm>
              <a:off x="6808922" y="4060511"/>
              <a:ext cx="10332" cy="136463"/>
            </p14:xfrm>
          </p:contentPart>
        </mc:Choice>
        <mc:Fallback xmlns="">
          <p:pic>
            <p:nvPicPr>
              <p:cNvPr id="165" name="墨迹 164"/>
            </p:nvPicPr>
            <p:blipFill>
              <a:blip/>
            </p:blipFill>
            <p:spPr>
              <a:xfrm>
                <a:off x="6808922" y="4060511"/>
                <a:ext cx="10332" cy="136463"/>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166" name="墨迹 165"/>
              <p14:cNvContentPartPr/>
              <p14:nvPr/>
            </p14:nvContentPartPr>
            <p14:xfrm>
              <a:off x="6835786" y="4021845"/>
              <a:ext cx="579249" cy="190040"/>
            </p14:xfrm>
          </p:contentPart>
        </mc:Choice>
        <mc:Fallback xmlns="">
          <p:pic>
            <p:nvPicPr>
              <p:cNvPr id="166" name="墨迹 165"/>
            </p:nvPicPr>
            <p:blipFill>
              <a:blip/>
            </p:blipFill>
            <p:spPr>
              <a:xfrm>
                <a:off x="6835786" y="4021845"/>
                <a:ext cx="579249" cy="190040"/>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67" name="墨迹 166"/>
              <p14:cNvContentPartPr/>
              <p14:nvPr/>
            </p14:nvContentPartPr>
            <p14:xfrm>
              <a:off x="6798589" y="4200267"/>
              <a:ext cx="520485" cy="38472"/>
            </p14:xfrm>
          </p:contentPart>
        </mc:Choice>
        <mc:Fallback xmlns="">
          <p:pic>
            <p:nvPicPr>
              <p:cNvPr id="167" name="墨迹 166"/>
            </p:nvPicPr>
            <p:blipFill>
              <a:blip/>
            </p:blipFill>
            <p:spPr>
              <a:xfrm>
                <a:off x="6798589" y="4200267"/>
                <a:ext cx="520485" cy="38472"/>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168" name="墨迹 167"/>
              <p14:cNvContentPartPr/>
              <p14:nvPr/>
            </p14:nvContentPartPr>
            <p14:xfrm>
              <a:off x="6933619" y="4097113"/>
              <a:ext cx="139808" cy="82884"/>
            </p14:xfrm>
          </p:contentPart>
        </mc:Choice>
        <mc:Fallback xmlns="">
          <p:pic>
            <p:nvPicPr>
              <p:cNvPr id="168" name="墨迹 167"/>
            </p:nvPicPr>
            <p:blipFill>
              <a:blip/>
            </p:blipFill>
            <p:spPr>
              <a:xfrm>
                <a:off x="6933619" y="4097113"/>
                <a:ext cx="139808" cy="82884"/>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69" name="墨迹 168"/>
              <p14:cNvContentPartPr/>
              <p14:nvPr/>
            </p14:nvContentPartPr>
            <p14:xfrm>
              <a:off x="7087631" y="4100340"/>
              <a:ext cx="70519" cy="10328"/>
            </p14:xfrm>
          </p:contentPart>
        </mc:Choice>
        <mc:Fallback xmlns="">
          <p:pic>
            <p:nvPicPr>
              <p:cNvPr id="169" name="墨迹 168"/>
            </p:nvPicPr>
            <p:blipFill>
              <a:blip/>
            </p:blipFill>
            <p:spPr>
              <a:xfrm>
                <a:off x="7087631" y="4100340"/>
                <a:ext cx="70519" cy="10328"/>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170" name="墨迹 169"/>
              <p14:cNvContentPartPr/>
              <p14:nvPr/>
            </p14:nvContentPartPr>
            <p14:xfrm>
              <a:off x="7117530" y="4079683"/>
              <a:ext cx="105714" cy="99926"/>
            </p14:xfrm>
          </p:contentPart>
        </mc:Choice>
        <mc:Fallback xmlns="">
          <p:pic>
            <p:nvPicPr>
              <p:cNvPr id="170" name="墨迹 169"/>
            </p:nvPicPr>
            <p:blipFill>
              <a:blip/>
            </p:blipFill>
            <p:spPr>
              <a:xfrm>
                <a:off x="7117530" y="4079683"/>
                <a:ext cx="105714" cy="99926"/>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71" name="墨迹 170"/>
              <p14:cNvContentPartPr/>
              <p14:nvPr/>
            </p14:nvContentPartPr>
            <p14:xfrm>
              <a:off x="7695425" y="3994991"/>
              <a:ext cx="12398" cy="187071"/>
            </p14:xfrm>
          </p:contentPart>
        </mc:Choice>
        <mc:Fallback xmlns="">
          <p:pic>
            <p:nvPicPr>
              <p:cNvPr id="171" name="墨迹 170"/>
            </p:nvPicPr>
            <p:blipFill>
              <a:blip/>
            </p:blipFill>
            <p:spPr>
              <a:xfrm>
                <a:off x="7695425" y="3994991"/>
                <a:ext cx="12398" cy="187071"/>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72" name="墨迹 171"/>
              <p14:cNvContentPartPr/>
              <p14:nvPr/>
            </p14:nvContentPartPr>
            <p14:xfrm>
              <a:off x="7716090" y="4021845"/>
              <a:ext cx="520613" cy="176937"/>
            </p14:xfrm>
          </p:contentPart>
        </mc:Choice>
        <mc:Fallback xmlns="">
          <p:pic>
            <p:nvPicPr>
              <p:cNvPr id="172" name="墨迹 171"/>
            </p:nvPicPr>
            <p:blipFill>
              <a:blip/>
            </p:blipFill>
            <p:spPr>
              <a:xfrm>
                <a:off x="7716090" y="4021845"/>
                <a:ext cx="520613" cy="176937"/>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173" name="墨迹 172"/>
              <p14:cNvContentPartPr/>
              <p14:nvPr/>
            </p14:nvContentPartPr>
            <p14:xfrm>
              <a:off x="7687159" y="4182967"/>
              <a:ext cx="486388" cy="24787"/>
            </p14:xfrm>
          </p:contentPart>
        </mc:Choice>
        <mc:Fallback xmlns="">
          <p:pic>
            <p:nvPicPr>
              <p:cNvPr id="173" name="墨迹 172"/>
            </p:nvPicPr>
            <p:blipFill>
              <a:blip/>
            </p:blipFill>
            <p:spPr>
              <a:xfrm>
                <a:off x="7687159" y="4182967"/>
                <a:ext cx="486388" cy="24787"/>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74" name="墨迹 173"/>
              <p14:cNvContentPartPr/>
              <p14:nvPr/>
            </p14:nvContentPartPr>
            <p14:xfrm>
              <a:off x="7809982" y="4061867"/>
              <a:ext cx="72714" cy="86758"/>
            </p14:xfrm>
          </p:contentPart>
        </mc:Choice>
        <mc:Fallback xmlns="">
          <p:pic>
            <p:nvPicPr>
              <p:cNvPr id="174" name="墨迹 173"/>
            </p:nvPicPr>
            <p:blipFill>
              <a:blip/>
            </p:blipFill>
            <p:spPr>
              <a:xfrm>
                <a:off x="7809982" y="4061867"/>
                <a:ext cx="72714" cy="86758"/>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175" name="墨迹 174"/>
              <p14:cNvContentPartPr/>
              <p14:nvPr/>
            </p14:nvContentPartPr>
            <p14:xfrm>
              <a:off x="7921957" y="4080394"/>
              <a:ext cx="53469" cy="62034"/>
            </p14:xfrm>
          </p:contentPart>
        </mc:Choice>
        <mc:Fallback xmlns="">
          <p:pic>
            <p:nvPicPr>
              <p:cNvPr id="175" name="墨迹 174"/>
            </p:nvPicPr>
            <p:blipFill>
              <a:blip/>
            </p:blipFill>
            <p:spPr>
              <a:xfrm>
                <a:off x="7921957" y="4080394"/>
                <a:ext cx="53469" cy="62034"/>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76" name="墨迹 175"/>
              <p14:cNvContentPartPr/>
              <p14:nvPr/>
            </p14:nvContentPartPr>
            <p14:xfrm>
              <a:off x="7984727" y="4085880"/>
              <a:ext cx="76457" cy="1"/>
            </p14:xfrm>
          </p:contentPart>
        </mc:Choice>
        <mc:Fallback xmlns="">
          <p:pic>
            <p:nvPicPr>
              <p:cNvPr id="176" name="墨迹 175"/>
            </p:nvPicPr>
            <p:blipFill>
              <a:blip/>
            </p:blipFill>
            <p:spPr>
              <a:xfrm>
                <a:off x="7984727" y="4085880"/>
                <a:ext cx="76457" cy="1"/>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177" name="墨迹 176"/>
              <p14:cNvContentPartPr/>
              <p14:nvPr/>
            </p14:nvContentPartPr>
            <p14:xfrm>
              <a:off x="8022955" y="4060060"/>
              <a:ext cx="51661" cy="99345"/>
            </p14:xfrm>
          </p:contentPart>
        </mc:Choice>
        <mc:Fallback xmlns="">
          <p:pic>
            <p:nvPicPr>
              <p:cNvPr id="177" name="墨迹 176"/>
            </p:nvPicPr>
            <p:blipFill>
              <a:blip/>
            </p:blipFill>
            <p:spPr>
              <a:xfrm>
                <a:off x="8022955" y="4060060"/>
                <a:ext cx="51661" cy="99345"/>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80" name="墨迹 179"/>
              <p14:cNvContentPartPr/>
              <p14:nvPr/>
            </p14:nvContentPartPr>
            <p14:xfrm>
              <a:off x="8579860" y="4238739"/>
              <a:ext cx="591519" cy="37182"/>
            </p14:xfrm>
          </p:contentPart>
        </mc:Choice>
        <mc:Fallback xmlns="">
          <p:pic>
            <p:nvPicPr>
              <p:cNvPr id="180" name="墨迹 179"/>
            </p:nvPicPr>
            <p:blipFill>
              <a:blip/>
            </p:blipFill>
            <p:spPr>
              <a:xfrm>
                <a:off x="8579860" y="4238739"/>
                <a:ext cx="591519" cy="37182"/>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181" name="墨迹 180"/>
              <p14:cNvContentPartPr/>
              <p14:nvPr/>
            </p14:nvContentPartPr>
            <p14:xfrm>
              <a:off x="8733617" y="4103116"/>
              <a:ext cx="62187" cy="95537"/>
            </p14:xfrm>
          </p:contentPart>
        </mc:Choice>
        <mc:Fallback xmlns="">
          <p:pic>
            <p:nvPicPr>
              <p:cNvPr id="181" name="墨迹 180"/>
            </p:nvPicPr>
            <p:blipFill>
              <a:blip/>
            </p:blipFill>
            <p:spPr>
              <a:xfrm>
                <a:off x="8733617" y="4103116"/>
                <a:ext cx="62187" cy="95537"/>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82" name="墨迹 181"/>
              <p14:cNvContentPartPr/>
              <p14:nvPr/>
            </p14:nvContentPartPr>
            <p14:xfrm>
              <a:off x="8811303" y="4081749"/>
              <a:ext cx="38228" cy="20657"/>
            </p14:xfrm>
          </p:contentPart>
        </mc:Choice>
        <mc:Fallback xmlns="">
          <p:pic>
            <p:nvPicPr>
              <p:cNvPr id="182" name="墨迹 181"/>
            </p:nvPicPr>
            <p:blipFill>
              <a:blip/>
            </p:blipFill>
            <p:spPr>
              <a:xfrm>
                <a:off x="8811303" y="4081749"/>
                <a:ext cx="38228" cy="20657"/>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183" name="墨迹 182"/>
              <p14:cNvContentPartPr/>
              <p14:nvPr/>
            </p14:nvContentPartPr>
            <p14:xfrm>
              <a:off x="8825765" y="4125128"/>
              <a:ext cx="10335" cy="73331"/>
            </p14:xfrm>
          </p:contentPart>
        </mc:Choice>
        <mc:Fallback xmlns="">
          <p:pic>
            <p:nvPicPr>
              <p:cNvPr id="183" name="墨迹 182"/>
            </p:nvPicPr>
            <p:blipFill>
              <a:blip/>
            </p:blipFill>
            <p:spPr>
              <a:xfrm>
                <a:off x="8825765" y="4125128"/>
                <a:ext cx="10335" cy="73331"/>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84" name="墨迹 183"/>
              <p14:cNvContentPartPr/>
              <p14:nvPr/>
            </p14:nvContentPartPr>
            <p14:xfrm>
              <a:off x="8858830" y="4118931"/>
              <a:ext cx="57347" cy="140982"/>
            </p14:xfrm>
          </p:contentPart>
        </mc:Choice>
        <mc:Fallback xmlns="">
          <p:pic>
            <p:nvPicPr>
              <p:cNvPr id="184" name="墨迹 183"/>
            </p:nvPicPr>
            <p:blipFill>
              <a:blip/>
            </p:blipFill>
            <p:spPr>
              <a:xfrm>
                <a:off x="8858830" y="4118931"/>
                <a:ext cx="57347" cy="140982"/>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85" name="墨迹 184"/>
              <p14:cNvContentPartPr/>
              <p14:nvPr/>
            </p14:nvContentPartPr>
            <p14:xfrm>
              <a:off x="8944265" y="4072712"/>
              <a:ext cx="9623" cy="142272"/>
            </p14:xfrm>
          </p:contentPart>
        </mc:Choice>
        <mc:Fallback xmlns="">
          <p:pic>
            <p:nvPicPr>
              <p:cNvPr id="185" name="墨迹 184"/>
            </p:nvPicPr>
            <p:blipFill>
              <a:blip/>
            </p:blipFill>
            <p:spPr>
              <a:xfrm>
                <a:off x="8944265" y="4072712"/>
                <a:ext cx="9623" cy="142272"/>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186" name="墨迹 185"/>
              <p14:cNvContentPartPr/>
              <p14:nvPr/>
            </p14:nvContentPartPr>
            <p14:xfrm>
              <a:off x="8993149" y="4109312"/>
              <a:ext cx="77491" cy="86048"/>
            </p14:xfrm>
          </p:contentPart>
        </mc:Choice>
        <mc:Fallback xmlns="">
          <p:pic>
            <p:nvPicPr>
              <p:cNvPr id="186" name="墨迹 185"/>
            </p:nvPicPr>
            <p:blipFill>
              <a:blip/>
            </p:blipFill>
            <p:spPr>
              <a:xfrm>
                <a:off x="8993149" y="4109312"/>
                <a:ext cx="77491" cy="86048"/>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87" name="墨迹 186"/>
              <p14:cNvContentPartPr/>
              <p14:nvPr/>
            </p14:nvContentPartPr>
            <p14:xfrm>
              <a:off x="9514667" y="4048698"/>
              <a:ext cx="15755" cy="183070"/>
            </p14:xfrm>
          </p:contentPart>
        </mc:Choice>
        <mc:Fallback xmlns="">
          <p:pic>
            <p:nvPicPr>
              <p:cNvPr id="187" name="墨迹 186"/>
            </p:nvPicPr>
            <p:blipFill>
              <a:blip/>
            </p:blipFill>
            <p:spPr>
              <a:xfrm>
                <a:off x="9514667" y="4048698"/>
                <a:ext cx="15755" cy="183070"/>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188" name="墨迹 187"/>
              <p14:cNvContentPartPr/>
              <p14:nvPr/>
            </p14:nvContentPartPr>
            <p14:xfrm>
              <a:off x="9549022" y="4061802"/>
              <a:ext cx="742498" cy="207922"/>
            </p14:xfrm>
          </p:contentPart>
        </mc:Choice>
        <mc:Fallback xmlns="">
          <p:pic>
            <p:nvPicPr>
              <p:cNvPr id="188" name="墨迹 187"/>
            </p:nvPicPr>
            <p:blipFill>
              <a:blip/>
            </p:blipFill>
            <p:spPr>
              <a:xfrm>
                <a:off x="9549022" y="4061802"/>
                <a:ext cx="742498" cy="207922"/>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89" name="墨迹 188"/>
              <p14:cNvContentPartPr/>
              <p14:nvPr/>
            </p14:nvContentPartPr>
            <p14:xfrm>
              <a:off x="9608948" y="4242870"/>
              <a:ext cx="622579" cy="27887"/>
            </p14:xfrm>
          </p:contentPart>
        </mc:Choice>
        <mc:Fallback xmlns="">
          <p:pic>
            <p:nvPicPr>
              <p:cNvPr id="189" name="墨迹 188"/>
            </p:nvPicPr>
            <p:blipFill>
              <a:blip/>
            </p:blipFill>
            <p:spPr>
              <a:xfrm>
                <a:off x="9608948" y="4242870"/>
                <a:ext cx="622579" cy="27887"/>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190" name="墨迹 189"/>
              <p14:cNvContentPartPr/>
              <p14:nvPr/>
            </p14:nvContentPartPr>
            <p14:xfrm>
              <a:off x="9717114" y="4113702"/>
              <a:ext cx="9621" cy="140530"/>
            </p14:xfrm>
          </p:contentPart>
        </mc:Choice>
        <mc:Fallback xmlns="">
          <p:pic>
            <p:nvPicPr>
              <p:cNvPr id="190" name="墨迹 189"/>
            </p:nvPicPr>
            <p:blipFill>
              <a:blip/>
            </p:blipFill>
            <p:spPr>
              <a:xfrm>
                <a:off x="9717114" y="4113702"/>
                <a:ext cx="9621" cy="140530"/>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91" name="墨迹 190"/>
              <p14:cNvContentPartPr/>
              <p14:nvPr/>
            </p14:nvContentPartPr>
            <p14:xfrm>
              <a:off x="9732935" y="4116865"/>
              <a:ext cx="34163" cy="60937"/>
            </p14:xfrm>
          </p:contentPart>
        </mc:Choice>
        <mc:Fallback xmlns="">
          <p:pic>
            <p:nvPicPr>
              <p:cNvPr id="191" name="墨迹 190"/>
            </p:nvPicPr>
            <p:blipFill>
              <a:blip/>
            </p:blipFill>
            <p:spPr>
              <a:xfrm>
                <a:off x="9732935" y="4116865"/>
                <a:ext cx="34163" cy="60937"/>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192" name="墨迹 191"/>
              <p14:cNvContentPartPr/>
              <p14:nvPr/>
            </p14:nvContentPartPr>
            <p14:xfrm>
              <a:off x="9803195" y="4135714"/>
              <a:ext cx="47526" cy="47898"/>
            </p14:xfrm>
          </p:contentPart>
        </mc:Choice>
        <mc:Fallback xmlns="">
          <p:pic>
            <p:nvPicPr>
              <p:cNvPr id="192" name="墨迹 191"/>
            </p:nvPicPr>
            <p:blipFill>
              <a:blip/>
            </p:blipFill>
            <p:spPr>
              <a:xfrm>
                <a:off x="9803195" y="4135714"/>
                <a:ext cx="47526" cy="47898"/>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93" name="墨迹 192"/>
              <p14:cNvContentPartPr/>
              <p14:nvPr/>
            </p14:nvContentPartPr>
            <p14:xfrm>
              <a:off x="9864608" y="4120997"/>
              <a:ext cx="55084" cy="64035"/>
            </p14:xfrm>
          </p:contentPart>
        </mc:Choice>
        <mc:Fallback xmlns="">
          <p:pic>
            <p:nvPicPr>
              <p:cNvPr id="193" name="墨迹 192"/>
            </p:nvPicPr>
            <p:blipFill>
              <a:blip/>
            </p:blipFill>
            <p:spPr>
              <a:xfrm>
                <a:off x="9864608" y="4120997"/>
                <a:ext cx="55084" cy="64035"/>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194" name="墨迹 193"/>
              <p14:cNvContentPartPr/>
              <p14:nvPr/>
            </p14:nvContentPartPr>
            <p14:xfrm>
              <a:off x="9943454" y="4151981"/>
              <a:ext cx="80849" cy="39248"/>
            </p14:xfrm>
          </p:contentPart>
        </mc:Choice>
        <mc:Fallback xmlns="">
          <p:pic>
            <p:nvPicPr>
              <p:cNvPr id="194" name="墨迹 193"/>
            </p:nvPicPr>
            <p:blipFill>
              <a:blip/>
            </p:blipFill>
            <p:spPr>
              <a:xfrm>
                <a:off x="9943454" y="4151981"/>
                <a:ext cx="80849" cy="39248"/>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95" name="墨迹 194"/>
              <p14:cNvContentPartPr/>
              <p14:nvPr/>
            </p14:nvContentPartPr>
            <p14:xfrm>
              <a:off x="10042901" y="4113250"/>
              <a:ext cx="21893" cy="105865"/>
            </p14:xfrm>
          </p:contentPart>
        </mc:Choice>
        <mc:Fallback xmlns="">
          <p:pic>
            <p:nvPicPr>
              <p:cNvPr id="195" name="墨迹 194"/>
            </p:nvPicPr>
            <p:blipFill>
              <a:blip/>
            </p:blipFill>
            <p:spPr>
              <a:xfrm>
                <a:off x="10042901" y="4113250"/>
                <a:ext cx="21893" cy="105865"/>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196" name="墨迹 195"/>
              <p14:cNvContentPartPr/>
              <p14:nvPr/>
            </p14:nvContentPartPr>
            <p14:xfrm>
              <a:off x="10088362" y="4147850"/>
              <a:ext cx="41329" cy="57839"/>
            </p14:xfrm>
          </p:contentPart>
        </mc:Choice>
        <mc:Fallback xmlns="">
          <p:pic>
            <p:nvPicPr>
              <p:cNvPr id="196" name="墨迹 195"/>
            </p:nvPicPr>
            <p:blipFill>
              <a:blip/>
            </p:blipFill>
            <p:spPr>
              <a:xfrm>
                <a:off x="10088362" y="4147850"/>
                <a:ext cx="41329" cy="57839"/>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97" name="墨迹 196"/>
              <p14:cNvContentPartPr/>
              <p14:nvPr/>
            </p14:nvContentPartPr>
            <p14:xfrm>
              <a:off x="586695" y="4721343"/>
              <a:ext cx="158835" cy="216164"/>
            </p14:xfrm>
          </p:contentPart>
        </mc:Choice>
        <mc:Fallback xmlns="">
          <p:pic>
            <p:nvPicPr>
              <p:cNvPr id="197" name="墨迹 196"/>
            </p:nvPicPr>
            <p:blipFill>
              <a:blip/>
            </p:blipFill>
            <p:spPr>
              <a:xfrm>
                <a:off x="586695" y="4721343"/>
                <a:ext cx="158835" cy="216164"/>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198" name="墨迹 197"/>
              <p14:cNvContentPartPr/>
              <p14:nvPr/>
            </p14:nvContentPartPr>
            <p14:xfrm>
              <a:off x="704342" y="4643112"/>
              <a:ext cx="28833" cy="354998"/>
            </p14:xfrm>
          </p:contentPart>
        </mc:Choice>
        <mc:Fallback xmlns="">
          <p:pic>
            <p:nvPicPr>
              <p:cNvPr id="198" name="墨迹 197"/>
            </p:nvPicPr>
            <p:blipFill>
              <a:blip/>
            </p:blipFill>
            <p:spPr>
              <a:xfrm>
                <a:off x="704342" y="4643112"/>
                <a:ext cx="28833" cy="354998"/>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99" name="墨迹 198"/>
              <p14:cNvContentPartPr/>
              <p14:nvPr/>
            </p14:nvContentPartPr>
            <p14:xfrm>
              <a:off x="932299" y="4739614"/>
              <a:ext cx="68607" cy="216936"/>
            </p14:xfrm>
          </p:contentPart>
        </mc:Choice>
        <mc:Fallback xmlns="">
          <p:pic>
            <p:nvPicPr>
              <p:cNvPr id="199" name="墨迹 198"/>
            </p:nvPicPr>
            <p:blipFill>
              <a:blip/>
            </p:blipFill>
            <p:spPr>
              <a:xfrm>
                <a:off x="932299" y="4739614"/>
                <a:ext cx="68607" cy="216936"/>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00" name="墨迹 199"/>
              <p14:cNvContentPartPr/>
              <p14:nvPr/>
            </p14:nvContentPartPr>
            <p14:xfrm>
              <a:off x="1091523" y="4746047"/>
              <a:ext cx="94738" cy="190688"/>
            </p14:xfrm>
          </p:contentPart>
        </mc:Choice>
        <mc:Fallback xmlns="">
          <p:pic>
            <p:nvPicPr>
              <p:cNvPr id="200" name="墨迹 199"/>
            </p:nvPicPr>
            <p:blipFill>
              <a:blip/>
            </p:blipFill>
            <p:spPr>
              <a:xfrm>
                <a:off x="1091523" y="4746047"/>
                <a:ext cx="94738" cy="190688"/>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201" name="墨迹 200"/>
              <p14:cNvContentPartPr/>
              <p14:nvPr/>
            </p14:nvContentPartPr>
            <p14:xfrm>
              <a:off x="1280996" y="4910744"/>
              <a:ext cx="26774" cy="49409"/>
            </p14:xfrm>
          </p:contentPart>
        </mc:Choice>
        <mc:Fallback xmlns="">
          <p:pic>
            <p:nvPicPr>
              <p:cNvPr id="201" name="墨迹 200"/>
            </p:nvPicPr>
            <p:blipFill>
              <a:blip/>
            </p:blipFill>
            <p:spPr>
              <a:xfrm>
                <a:off x="1280996" y="4910744"/>
                <a:ext cx="26774" cy="49409"/>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02" name="墨迹 201"/>
              <p14:cNvContentPartPr/>
              <p14:nvPr/>
            </p14:nvContentPartPr>
            <p14:xfrm>
              <a:off x="1447426" y="4743474"/>
              <a:ext cx="113659" cy="229031"/>
            </p14:xfrm>
          </p:contentPart>
        </mc:Choice>
        <mc:Fallback xmlns="">
          <p:pic>
            <p:nvPicPr>
              <p:cNvPr id="202" name="墨迹 201"/>
            </p:nvPicPr>
            <p:blipFill>
              <a:blip/>
            </p:blipFill>
            <p:spPr>
              <a:xfrm>
                <a:off x="1447426" y="4743474"/>
                <a:ext cx="113659" cy="229031"/>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203" name="墨迹 202"/>
              <p14:cNvContentPartPr/>
              <p14:nvPr/>
            </p14:nvContentPartPr>
            <p14:xfrm>
              <a:off x="2158333" y="4756341"/>
              <a:ext cx="16477" cy="236751"/>
            </p14:xfrm>
          </p:contentPart>
        </mc:Choice>
        <mc:Fallback xmlns="">
          <p:pic>
            <p:nvPicPr>
              <p:cNvPr id="203" name="墨迹 202"/>
            </p:nvPicPr>
            <p:blipFill>
              <a:blip/>
            </p:blipFill>
            <p:spPr>
              <a:xfrm>
                <a:off x="2158333" y="4756341"/>
                <a:ext cx="16477" cy="236751"/>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04" name="墨迹 203"/>
              <p14:cNvContentPartPr/>
              <p14:nvPr/>
            </p14:nvContentPartPr>
            <p14:xfrm>
              <a:off x="2183048" y="4704873"/>
              <a:ext cx="1353592" cy="370567"/>
            </p14:xfrm>
          </p:contentPart>
        </mc:Choice>
        <mc:Fallback xmlns="">
          <p:pic>
            <p:nvPicPr>
              <p:cNvPr id="204" name="墨迹 203"/>
            </p:nvPicPr>
            <p:blipFill>
              <a:blip/>
            </p:blipFill>
            <p:spPr>
              <a:xfrm>
                <a:off x="2183048" y="4704873"/>
                <a:ext cx="1353592" cy="370567"/>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205" name="墨迹 204"/>
              <p14:cNvContentPartPr/>
              <p14:nvPr/>
            </p14:nvContentPartPr>
            <p14:xfrm>
              <a:off x="2183046" y="5017796"/>
              <a:ext cx="1206857" cy="28822"/>
            </p14:xfrm>
          </p:contentPart>
        </mc:Choice>
        <mc:Fallback xmlns="">
          <p:pic>
            <p:nvPicPr>
              <p:cNvPr id="205" name="墨迹 204"/>
            </p:nvPicPr>
            <p:blipFill>
              <a:blip/>
            </p:blipFill>
            <p:spPr>
              <a:xfrm>
                <a:off x="2183046" y="5017796"/>
                <a:ext cx="1206857" cy="28822"/>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06" name="墨迹 205"/>
              <p14:cNvContentPartPr/>
              <p14:nvPr/>
            </p14:nvContentPartPr>
            <p14:xfrm>
              <a:off x="2332361" y="4769465"/>
              <a:ext cx="19564" cy="190688"/>
            </p14:xfrm>
          </p:contentPart>
        </mc:Choice>
        <mc:Fallback xmlns="">
          <p:pic>
            <p:nvPicPr>
              <p:cNvPr id="206" name="墨迹 205"/>
            </p:nvPicPr>
            <p:blipFill>
              <a:blip/>
            </p:blipFill>
            <p:spPr>
              <a:xfrm>
                <a:off x="2332361" y="4769465"/>
                <a:ext cx="19564" cy="190688"/>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207" name="墨迹 206"/>
              <p14:cNvContentPartPr/>
              <p14:nvPr/>
            </p14:nvContentPartPr>
            <p14:xfrm>
              <a:off x="2323093" y="4760458"/>
              <a:ext cx="107091" cy="199695"/>
            </p14:xfrm>
          </p:contentPart>
        </mc:Choice>
        <mc:Fallback xmlns="">
          <p:pic>
            <p:nvPicPr>
              <p:cNvPr id="207" name="墨迹 206"/>
            </p:nvPicPr>
            <p:blipFill>
              <a:blip/>
            </p:blipFill>
            <p:spPr>
              <a:xfrm>
                <a:off x="2323093" y="4760458"/>
                <a:ext cx="107091" cy="199695"/>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08" name="墨迹 207"/>
              <p14:cNvContentPartPr/>
              <p14:nvPr/>
            </p14:nvContentPartPr>
            <p14:xfrm>
              <a:off x="2454899" y="4883337"/>
              <a:ext cx="61784" cy="70125"/>
            </p14:xfrm>
          </p:contentPart>
        </mc:Choice>
        <mc:Fallback xmlns="">
          <p:pic>
            <p:nvPicPr>
              <p:cNvPr id="208" name="墨迹 207"/>
            </p:nvPicPr>
            <p:blipFill>
              <a:blip/>
            </p:blipFill>
            <p:spPr>
              <a:xfrm>
                <a:off x="2454899" y="4883337"/>
                <a:ext cx="61784" cy="70125"/>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209" name="墨迹 208"/>
              <p14:cNvContentPartPr/>
              <p14:nvPr/>
            </p14:nvContentPartPr>
            <p14:xfrm>
              <a:off x="2524922" y="4868025"/>
              <a:ext cx="93063" cy="211533"/>
            </p14:xfrm>
          </p:contentPart>
        </mc:Choice>
        <mc:Fallback xmlns="">
          <p:pic>
            <p:nvPicPr>
              <p:cNvPr id="209" name="墨迹 208"/>
            </p:nvPicPr>
            <p:blipFill>
              <a:blip/>
            </p:blipFill>
            <p:spPr>
              <a:xfrm>
                <a:off x="2524922" y="4868025"/>
                <a:ext cx="93063" cy="211533"/>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10" name="墨迹 209"/>
              <p14:cNvContentPartPr/>
              <p14:nvPr/>
            </p14:nvContentPartPr>
            <p14:xfrm>
              <a:off x="2773732" y="4830454"/>
              <a:ext cx="47754" cy="154146"/>
            </p14:xfrm>
          </p:contentPart>
        </mc:Choice>
        <mc:Fallback xmlns="">
          <p:pic>
            <p:nvPicPr>
              <p:cNvPr id="210" name="墨迹 209"/>
            </p:nvPicPr>
            <p:blipFill>
              <a:blip/>
            </p:blipFill>
            <p:spPr>
              <a:xfrm>
                <a:off x="2773732" y="4830454"/>
                <a:ext cx="47754" cy="154146"/>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211" name="墨迹 210"/>
              <p14:cNvContentPartPr/>
              <p14:nvPr/>
            </p14:nvContentPartPr>
            <p14:xfrm>
              <a:off x="2809128" y="4803691"/>
              <a:ext cx="133867" cy="156076"/>
            </p14:xfrm>
          </p:contentPart>
        </mc:Choice>
        <mc:Fallback xmlns="">
          <p:pic>
            <p:nvPicPr>
              <p:cNvPr id="211" name="墨迹 210"/>
            </p:nvPicPr>
            <p:blipFill>
              <a:blip/>
            </p:blipFill>
            <p:spPr>
              <a:xfrm>
                <a:off x="2809128" y="4803691"/>
                <a:ext cx="133867" cy="156076"/>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12" name="墨迹 211"/>
              <p14:cNvContentPartPr/>
              <p14:nvPr/>
            </p14:nvContentPartPr>
            <p14:xfrm>
              <a:off x="2987275" y="4895303"/>
              <a:ext cx="55604" cy="71669"/>
            </p14:xfrm>
          </p:contentPart>
        </mc:Choice>
        <mc:Fallback xmlns="">
          <p:pic>
            <p:nvPicPr>
              <p:cNvPr id="212" name="墨迹 211"/>
            </p:nvPicPr>
            <p:blipFill>
              <a:blip/>
            </p:blipFill>
            <p:spPr>
              <a:xfrm>
                <a:off x="2987275" y="4895303"/>
                <a:ext cx="55604" cy="71669"/>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213" name="墨迹 212"/>
              <p14:cNvContentPartPr/>
              <p14:nvPr/>
            </p14:nvContentPartPr>
            <p14:xfrm>
              <a:off x="3097456" y="4891830"/>
              <a:ext cx="137984" cy="68323"/>
            </p14:xfrm>
          </p:contentPart>
        </mc:Choice>
        <mc:Fallback xmlns="">
          <p:pic>
            <p:nvPicPr>
              <p:cNvPr id="213" name="墨迹 212"/>
            </p:nvPicPr>
            <p:blipFill>
              <a:blip/>
            </p:blipFill>
            <p:spPr>
              <a:xfrm>
                <a:off x="3097456" y="4891830"/>
                <a:ext cx="137984" cy="68323"/>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14" name="墨迹 213"/>
              <p14:cNvContentPartPr/>
              <p14:nvPr/>
            </p14:nvContentPartPr>
            <p14:xfrm>
              <a:off x="3330178" y="4820161"/>
              <a:ext cx="10296" cy="78231"/>
            </p14:xfrm>
          </p:contentPart>
        </mc:Choice>
        <mc:Fallback xmlns="">
          <p:pic>
            <p:nvPicPr>
              <p:cNvPr id="214" name="墨迹 213"/>
            </p:nvPicPr>
            <p:blipFill>
              <a:blip/>
            </p:blipFill>
            <p:spPr>
              <a:xfrm>
                <a:off x="3330178" y="4820161"/>
                <a:ext cx="10296" cy="78231"/>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215" name="墨迹 214"/>
              <p14:cNvContentPartPr/>
              <p14:nvPr/>
            </p14:nvContentPartPr>
            <p14:xfrm>
              <a:off x="3320910" y="4956035"/>
              <a:ext cx="3088" cy="20587"/>
            </p14:xfrm>
          </p:contentPart>
        </mc:Choice>
        <mc:Fallback xmlns="">
          <p:pic>
            <p:nvPicPr>
              <p:cNvPr id="215" name="墨迹 214"/>
            </p:nvPicPr>
            <p:blipFill>
              <a:blip/>
            </p:blipFill>
            <p:spPr>
              <a:xfrm>
                <a:off x="3320910" y="4956035"/>
                <a:ext cx="3088" cy="20587"/>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16" name="墨迹 215"/>
              <p14:cNvContentPartPr/>
              <p14:nvPr/>
            </p14:nvContentPartPr>
            <p14:xfrm>
              <a:off x="3966556" y="4751709"/>
              <a:ext cx="16475" cy="299670"/>
            </p14:xfrm>
          </p:contentPart>
        </mc:Choice>
        <mc:Fallback xmlns="">
          <p:pic>
            <p:nvPicPr>
              <p:cNvPr id="216" name="墨迹 215"/>
            </p:nvPicPr>
            <p:blipFill>
              <a:blip/>
            </p:blipFill>
            <p:spPr>
              <a:xfrm>
                <a:off x="3966556" y="4751709"/>
                <a:ext cx="16475" cy="299670"/>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217" name="墨迹 216"/>
              <p14:cNvContentPartPr/>
              <p14:nvPr/>
            </p14:nvContentPartPr>
            <p14:xfrm>
              <a:off x="4015983" y="4746047"/>
              <a:ext cx="1365434" cy="444681"/>
            </p14:xfrm>
          </p:contentPart>
        </mc:Choice>
        <mc:Fallback xmlns="">
          <p:pic>
            <p:nvPicPr>
              <p:cNvPr id="217" name="墨迹 216"/>
            </p:nvPicPr>
            <p:blipFill>
              <a:blip/>
            </p:blipFill>
            <p:spPr>
              <a:xfrm>
                <a:off x="4015983" y="4746047"/>
                <a:ext cx="1365434" cy="444681"/>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18" name="墨迹 217"/>
              <p14:cNvContentPartPr/>
              <p14:nvPr/>
            </p14:nvContentPartPr>
            <p14:xfrm>
              <a:off x="3991270" y="5079558"/>
              <a:ext cx="1357196" cy="55584"/>
            </p14:xfrm>
          </p:contentPart>
        </mc:Choice>
        <mc:Fallback xmlns="">
          <p:pic>
            <p:nvPicPr>
              <p:cNvPr id="218" name="墨迹 217"/>
            </p:nvPicPr>
            <p:blipFill>
              <a:blip/>
            </p:blipFill>
            <p:spPr>
              <a:xfrm>
                <a:off x="3991270" y="5079558"/>
                <a:ext cx="1357196" cy="55584"/>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219" name="墨迹 218"/>
              <p14:cNvContentPartPr/>
              <p14:nvPr/>
            </p14:nvContentPartPr>
            <p14:xfrm>
              <a:off x="4129256" y="4869570"/>
              <a:ext cx="96794" cy="127640"/>
            </p14:xfrm>
          </p:contentPart>
        </mc:Choice>
        <mc:Fallback xmlns="">
          <p:pic>
            <p:nvPicPr>
              <p:cNvPr id="219" name="墨迹 218"/>
            </p:nvPicPr>
            <p:blipFill>
              <a:blip/>
            </p:blipFill>
            <p:spPr>
              <a:xfrm>
                <a:off x="4129256" y="4869570"/>
                <a:ext cx="96794" cy="127640"/>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20" name="墨迹 219"/>
              <p14:cNvContentPartPr/>
              <p14:nvPr/>
            </p14:nvContentPartPr>
            <p14:xfrm>
              <a:off x="4240468" y="4807808"/>
              <a:ext cx="67962" cy="196092"/>
            </p14:xfrm>
          </p:contentPart>
        </mc:Choice>
        <mc:Fallback xmlns="">
          <p:pic>
            <p:nvPicPr>
              <p:cNvPr id="220" name="墨迹 219"/>
            </p:nvPicPr>
            <p:blipFill>
              <a:blip/>
            </p:blipFill>
            <p:spPr>
              <a:xfrm>
                <a:off x="4240468" y="4807808"/>
                <a:ext cx="67962" cy="196092"/>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221" name="墨迹 220"/>
              <p14:cNvContentPartPr/>
              <p14:nvPr/>
            </p14:nvContentPartPr>
            <p14:xfrm>
              <a:off x="4329024" y="4924126"/>
              <a:ext cx="49428" cy="64849"/>
            </p14:xfrm>
          </p:contentPart>
        </mc:Choice>
        <mc:Fallback xmlns="">
          <p:pic>
            <p:nvPicPr>
              <p:cNvPr id="221" name="墨迹 220"/>
            </p:nvPicPr>
            <p:blipFill>
              <a:blip/>
            </p:blipFill>
            <p:spPr>
              <a:xfrm>
                <a:off x="4329024" y="4924126"/>
                <a:ext cx="49428" cy="64849"/>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22" name="墨迹 221"/>
              <p14:cNvContentPartPr/>
              <p14:nvPr/>
            </p14:nvContentPartPr>
            <p14:xfrm>
              <a:off x="4390807" y="4923096"/>
              <a:ext cx="61787" cy="180652"/>
            </p14:xfrm>
          </p:contentPart>
        </mc:Choice>
        <mc:Fallback xmlns="">
          <p:pic>
            <p:nvPicPr>
              <p:cNvPr id="222" name="墨迹 221"/>
            </p:nvPicPr>
            <p:blipFill>
              <a:blip/>
            </p:blipFill>
            <p:spPr>
              <a:xfrm>
                <a:off x="4390807" y="4923096"/>
                <a:ext cx="61787" cy="180652"/>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23" name="墨迹 222"/>
              <p14:cNvContentPartPr/>
              <p14:nvPr/>
            </p14:nvContentPartPr>
            <p14:xfrm>
              <a:off x="4440236" y="4918979"/>
              <a:ext cx="32952" cy="63819"/>
            </p14:xfrm>
          </p:contentPart>
        </mc:Choice>
        <mc:Fallback xmlns="">
          <p:pic>
            <p:nvPicPr>
              <p:cNvPr id="223" name="墨迹 222"/>
            </p:nvPicPr>
            <p:blipFill>
              <a:blip/>
            </p:blipFill>
            <p:spPr>
              <a:xfrm>
                <a:off x="4440236" y="4918979"/>
                <a:ext cx="32952" cy="63819"/>
              </a:xfrm>
              <a:prstGeom prst="rect"/>
            </p:spPr>
          </p:pic>
        </mc:Fallback>
      </mc:AlternateContent>
      <mc:AlternateContent xmlns:mc="http://schemas.openxmlformats.org/markup-compatibility/2006" xmlns:p14="http://schemas.microsoft.com/office/powerpoint/2010/main">
        <mc:Choice Requires="p14">
          <p:contentPart r:id="rId204" p14:bwMode="auto">
            <p14:nvContentPartPr>
              <p14:cNvPr id="224" name="墨迹 223"/>
              <p14:cNvContentPartPr/>
              <p14:nvPr/>
            </p14:nvContentPartPr>
            <p14:xfrm>
              <a:off x="4493782" y="4910744"/>
              <a:ext cx="19567" cy="148098"/>
            </p14:xfrm>
          </p:contentPart>
        </mc:Choice>
        <mc:Fallback xmlns="">
          <p:pic>
            <p:nvPicPr>
              <p:cNvPr id="224" name="墨迹 223"/>
            </p:nvPicPr>
            <p:blipFill>
              <a:blip/>
            </p:blipFill>
            <p:spPr>
              <a:xfrm>
                <a:off x="4493782" y="4910744"/>
                <a:ext cx="19567" cy="148098"/>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25" name="墨迹 224"/>
              <p14:cNvContentPartPr/>
              <p14:nvPr/>
            </p14:nvContentPartPr>
            <p14:xfrm>
              <a:off x="4518497" y="4914861"/>
              <a:ext cx="31922" cy="72055"/>
            </p14:xfrm>
          </p:contentPart>
        </mc:Choice>
        <mc:Fallback xmlns="">
          <p:pic>
            <p:nvPicPr>
              <p:cNvPr id="225" name="墨迹 224"/>
            </p:nvPicPr>
            <p:blipFill>
              <a:blip/>
            </p:blipFill>
            <p:spPr>
              <a:xfrm>
                <a:off x="4518497" y="4914861"/>
                <a:ext cx="31922" cy="72055"/>
              </a:xfrm>
              <a:prstGeom prst="rect"/>
            </p:spPr>
          </p:pic>
        </mc:Fallback>
      </mc:AlternateContent>
      <mc:AlternateContent xmlns:mc="http://schemas.openxmlformats.org/markup-compatibility/2006" xmlns:p14="http://schemas.microsoft.com/office/powerpoint/2010/main">
        <mc:Choice Requires="p14">
          <p:contentPart r:id="rId206" p14:bwMode="auto">
            <p14:nvContentPartPr>
              <p14:cNvPr id="226" name="墨迹 225"/>
              <p14:cNvContentPartPr/>
              <p14:nvPr/>
            </p14:nvContentPartPr>
            <p14:xfrm>
              <a:off x="4576162" y="4873687"/>
              <a:ext cx="43248" cy="10294"/>
            </p14:xfrm>
          </p:contentPart>
        </mc:Choice>
        <mc:Fallback xmlns="">
          <p:pic>
            <p:nvPicPr>
              <p:cNvPr id="226" name="墨迹 225"/>
            </p:nvPicPr>
            <p:blipFill>
              <a:blip/>
            </p:blipFill>
            <p:spPr>
              <a:xfrm>
                <a:off x="4576162" y="4873687"/>
                <a:ext cx="43248" cy="10294"/>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227" name="墨迹 226"/>
              <p14:cNvContentPartPr/>
              <p14:nvPr/>
            </p14:nvContentPartPr>
            <p14:xfrm>
              <a:off x="4578220" y="4918979"/>
              <a:ext cx="26774" cy="78231"/>
            </p14:xfrm>
          </p:contentPart>
        </mc:Choice>
        <mc:Fallback xmlns="">
          <p:pic>
            <p:nvPicPr>
              <p:cNvPr id="227" name="墨迹 226"/>
            </p:nvPicPr>
            <p:blipFill>
              <a:blip/>
            </p:blipFill>
            <p:spPr>
              <a:xfrm>
                <a:off x="4578220" y="4918979"/>
                <a:ext cx="26774" cy="78231"/>
              </a:xfrm>
              <a:prstGeom prst="rect"/>
            </p:spPr>
          </p:pic>
        </mc:Fallback>
      </mc:AlternateContent>
      <mc:AlternateContent xmlns:mc="http://schemas.openxmlformats.org/markup-compatibility/2006" xmlns:p14="http://schemas.microsoft.com/office/powerpoint/2010/main">
        <mc:Choice Requires="p14">
          <p:contentPart r:id="rId208" p14:bwMode="auto">
            <p14:nvContentPartPr>
              <p14:cNvPr id="228" name="墨迹 227"/>
              <p14:cNvContentPartPr/>
              <p14:nvPr/>
            </p14:nvContentPartPr>
            <p14:xfrm>
              <a:off x="4615808" y="4920780"/>
              <a:ext cx="112756" cy="237008"/>
            </p14:xfrm>
          </p:contentPart>
        </mc:Choice>
        <mc:Fallback xmlns="">
          <p:pic>
            <p:nvPicPr>
              <p:cNvPr id="228" name="墨迹 227"/>
            </p:nvPicPr>
            <p:blipFill>
              <a:blip/>
            </p:blipFill>
            <p:spPr>
              <a:xfrm>
                <a:off x="4615808" y="4920780"/>
                <a:ext cx="112756" cy="237008"/>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229" name="墨迹 228"/>
              <p14:cNvContentPartPr/>
              <p14:nvPr/>
            </p14:nvContentPartPr>
            <p14:xfrm>
              <a:off x="4854064" y="4845895"/>
              <a:ext cx="101042" cy="170228"/>
            </p14:xfrm>
          </p:contentPart>
        </mc:Choice>
        <mc:Fallback xmlns="">
          <p:pic>
            <p:nvPicPr>
              <p:cNvPr id="229" name="墨迹 228"/>
            </p:nvPicPr>
            <p:blipFill>
              <a:blip/>
            </p:blipFill>
            <p:spPr>
              <a:xfrm>
                <a:off x="4854064" y="4845895"/>
                <a:ext cx="101042" cy="170228"/>
              </a:xfrm>
              <a:prstGeom prst="rect"/>
            </p:spPr>
          </p:pic>
        </mc:Fallback>
      </mc:AlternateContent>
      <mc:AlternateContent xmlns:mc="http://schemas.openxmlformats.org/markup-compatibility/2006" xmlns:p14="http://schemas.microsoft.com/office/powerpoint/2010/main">
        <mc:Choice Requires="p14">
          <p:contentPart r:id="rId210" p14:bwMode="auto">
            <p14:nvContentPartPr>
              <p14:cNvPr id="230" name="墨迹 229"/>
              <p14:cNvContentPartPr/>
              <p14:nvPr/>
            </p14:nvContentPartPr>
            <p14:xfrm>
              <a:off x="4979819" y="4895689"/>
              <a:ext cx="30893" cy="23290"/>
            </p14:xfrm>
          </p:contentPart>
        </mc:Choice>
        <mc:Fallback xmlns="">
          <p:pic>
            <p:nvPicPr>
              <p:cNvPr id="230" name="墨迹 229"/>
            </p:nvPicPr>
            <p:blipFill>
              <a:blip/>
            </p:blipFill>
            <p:spPr>
              <a:xfrm>
                <a:off x="4979819" y="4895689"/>
                <a:ext cx="30893" cy="23290"/>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231" name="墨迹 230"/>
              <p14:cNvContentPartPr/>
              <p14:nvPr/>
            </p14:nvContentPartPr>
            <p14:xfrm>
              <a:off x="5000415" y="4943683"/>
              <a:ext cx="12355" cy="65879"/>
            </p14:xfrm>
          </p:contentPart>
        </mc:Choice>
        <mc:Fallback xmlns="">
          <p:pic>
            <p:nvPicPr>
              <p:cNvPr id="231" name="墨迹 230"/>
            </p:nvPicPr>
            <p:blipFill>
              <a:blip/>
            </p:blipFill>
            <p:spPr>
              <a:xfrm>
                <a:off x="5000415" y="4943683"/>
                <a:ext cx="12355" cy="65879"/>
              </a:xfrm>
              <a:prstGeom prst="rect"/>
            </p:spPr>
          </p:pic>
        </mc:Fallback>
      </mc:AlternateContent>
      <mc:AlternateContent xmlns:mc="http://schemas.openxmlformats.org/markup-compatibility/2006" xmlns:p14="http://schemas.microsoft.com/office/powerpoint/2010/main">
        <mc:Choice Requires="p14">
          <p:contentPart r:id="rId212" p14:bwMode="auto">
            <p14:nvContentPartPr>
              <p14:cNvPr id="232" name="墨迹 231"/>
              <p14:cNvContentPartPr/>
              <p14:nvPr/>
            </p14:nvContentPartPr>
            <p14:xfrm>
              <a:off x="5037486" y="4935448"/>
              <a:ext cx="32951" cy="114258"/>
            </p14:xfrm>
          </p:contentPart>
        </mc:Choice>
        <mc:Fallback xmlns="">
          <p:pic>
            <p:nvPicPr>
              <p:cNvPr id="232" name="墨迹 231"/>
            </p:nvPicPr>
            <p:blipFill>
              <a:blip/>
            </p:blipFill>
            <p:spPr>
              <a:xfrm>
                <a:off x="5037486" y="4935448"/>
                <a:ext cx="32951" cy="114258"/>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233" name="墨迹 232"/>
              <p14:cNvContentPartPr/>
              <p14:nvPr/>
            </p14:nvContentPartPr>
            <p14:xfrm>
              <a:off x="5106219" y="4910744"/>
              <a:ext cx="91905" cy="4117"/>
            </p14:xfrm>
          </p:contentPart>
        </mc:Choice>
        <mc:Fallback xmlns="">
          <p:pic>
            <p:nvPicPr>
              <p:cNvPr id="233" name="墨迹 232"/>
            </p:nvPicPr>
            <p:blipFill>
              <a:blip/>
            </p:blipFill>
            <p:spPr>
              <a:xfrm>
                <a:off x="5106219" y="4910744"/>
                <a:ext cx="91905" cy="4117"/>
              </a:xfrm>
              <a:prstGeom prst="rect"/>
            </p:spPr>
          </p:pic>
        </mc:Fallback>
      </mc:AlternateContent>
      <mc:AlternateContent xmlns:mc="http://schemas.openxmlformats.org/markup-compatibility/2006" xmlns:p14="http://schemas.microsoft.com/office/powerpoint/2010/main">
        <mc:Choice Requires="p14">
          <p:contentPart r:id="rId214" p14:bwMode="auto">
            <p14:nvContentPartPr>
              <p14:cNvPr id="234" name="墨迹 233"/>
              <p14:cNvContentPartPr/>
              <p14:nvPr/>
            </p14:nvContentPartPr>
            <p14:xfrm>
              <a:off x="5146252" y="4881922"/>
              <a:ext cx="62169" cy="159164"/>
            </p14:xfrm>
          </p:contentPart>
        </mc:Choice>
        <mc:Fallback xmlns="">
          <p:pic>
            <p:nvPicPr>
              <p:cNvPr id="234" name="墨迹 233"/>
            </p:nvPicPr>
            <p:blipFill>
              <a:blip/>
            </p:blipFill>
            <p:spPr>
              <a:xfrm>
                <a:off x="5146252" y="4881922"/>
                <a:ext cx="62169" cy="159164"/>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235" name="墨迹 234"/>
              <p14:cNvContentPartPr/>
              <p14:nvPr/>
            </p14:nvContentPartPr>
            <p14:xfrm>
              <a:off x="10944681" y="238118"/>
              <a:ext cx="619291" cy="630595"/>
            </p14:xfrm>
          </p:contentPart>
        </mc:Choice>
        <mc:Fallback xmlns="">
          <p:pic>
            <p:nvPicPr>
              <p:cNvPr id="235" name="墨迹 234"/>
            </p:nvPicPr>
            <p:blipFill>
              <a:blip/>
            </p:blipFill>
            <p:spPr>
              <a:xfrm>
                <a:off x="10944681" y="238118"/>
                <a:ext cx="619291" cy="630595"/>
              </a:xfrm>
              <a:prstGeom prst="rect"/>
            </p:spPr>
          </p:pic>
        </mc:Fallback>
      </mc:AlternateContent>
      <mc:AlternateContent xmlns:mc="http://schemas.openxmlformats.org/markup-compatibility/2006" xmlns:p14="http://schemas.microsoft.com/office/powerpoint/2010/main">
        <mc:Choice Requires="p14">
          <p:contentPart r:id="rId216" p14:bwMode="auto">
            <p14:nvContentPartPr>
              <p14:cNvPr id="236" name="墨迹 235"/>
              <p14:cNvContentPartPr/>
              <p14:nvPr/>
            </p14:nvContentPartPr>
            <p14:xfrm>
              <a:off x="11062641" y="494457"/>
              <a:ext cx="105778" cy="169184"/>
            </p14:xfrm>
          </p:contentPart>
        </mc:Choice>
        <mc:Fallback xmlns="">
          <p:pic>
            <p:nvPicPr>
              <p:cNvPr id="236" name="墨迹 235"/>
            </p:nvPicPr>
            <p:blipFill>
              <a:blip/>
            </p:blipFill>
            <p:spPr>
              <a:xfrm>
                <a:off x="11062641" y="494457"/>
                <a:ext cx="105778" cy="169184"/>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237" name="墨迹 236"/>
              <p14:cNvContentPartPr/>
              <p14:nvPr/>
            </p14:nvContentPartPr>
            <p14:xfrm>
              <a:off x="11213940" y="514965"/>
              <a:ext cx="58979" cy="179437"/>
            </p14:xfrm>
          </p:contentPart>
        </mc:Choice>
        <mc:Fallback xmlns="">
          <p:pic>
            <p:nvPicPr>
              <p:cNvPr id="237" name="墨迹 236"/>
            </p:nvPicPr>
            <p:blipFill>
              <a:blip/>
            </p:blipFill>
            <p:spPr>
              <a:xfrm>
                <a:off x="11213940" y="514965"/>
                <a:ext cx="58979" cy="179437"/>
              </a:xfrm>
              <a:prstGeom prst="rect"/>
            </p:spPr>
          </p:pic>
        </mc:Fallback>
      </mc:AlternateContent>
      <mc:AlternateContent xmlns:mc="http://schemas.openxmlformats.org/markup-compatibility/2006" xmlns:p14="http://schemas.microsoft.com/office/powerpoint/2010/main">
        <mc:Choice Requires="p14">
          <p:contentPart r:id="rId218" p14:bwMode="auto">
            <p14:nvContentPartPr>
              <p14:cNvPr id="238" name="墨迹 237"/>
              <p14:cNvContentPartPr/>
              <p14:nvPr/>
            </p14:nvContentPartPr>
            <p14:xfrm>
              <a:off x="11267789" y="552935"/>
              <a:ext cx="241051" cy="93564"/>
            </p14:xfrm>
          </p:contentPart>
        </mc:Choice>
        <mc:Fallback xmlns="">
          <p:pic>
            <p:nvPicPr>
              <p:cNvPr id="238" name="墨迹 237"/>
            </p:nvPicPr>
            <p:blipFill>
              <a:blip/>
            </p:blipFill>
            <p:spPr>
              <a:xfrm>
                <a:off x="11267789" y="552935"/>
                <a:ext cx="241051" cy="93564"/>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239" name="墨迹 238"/>
              <p14:cNvContentPartPr/>
              <p14:nvPr/>
            </p14:nvContentPartPr>
            <p14:xfrm>
              <a:off x="278969" y="5203403"/>
              <a:ext cx="2417735" cy="76430"/>
            </p14:xfrm>
          </p:contentPart>
        </mc:Choice>
        <mc:Fallback xmlns="">
          <p:pic>
            <p:nvPicPr>
              <p:cNvPr id="239" name="墨迹 238"/>
            </p:nvPicPr>
            <p:blipFill>
              <a:blip/>
            </p:blipFill>
            <p:spPr>
              <a:xfrm>
                <a:off x="278969" y="5203403"/>
                <a:ext cx="2417735" cy="76430"/>
              </a:xfrm>
              <a:prstGeom prst="rect"/>
            </p:spPr>
          </p:pic>
        </mc:Fallback>
      </mc:AlternateContent>
      <mc:AlternateContent xmlns:mc="http://schemas.openxmlformats.org/markup-compatibility/2006" xmlns:p14="http://schemas.microsoft.com/office/powerpoint/2010/main">
        <mc:Choice Requires="p14">
          <p:contentPart r:id="rId220" p14:bwMode="auto">
            <p14:nvContentPartPr>
              <p14:cNvPr id="240" name="墨迹 239"/>
              <p14:cNvContentPartPr/>
              <p14:nvPr/>
            </p14:nvContentPartPr>
            <p14:xfrm>
              <a:off x="475281" y="5414811"/>
              <a:ext cx="110554" cy="131235"/>
            </p14:xfrm>
          </p:contentPart>
        </mc:Choice>
        <mc:Fallback xmlns="">
          <p:pic>
            <p:nvPicPr>
              <p:cNvPr id="240" name="墨迹 239"/>
            </p:nvPicPr>
            <p:blipFill>
              <a:blip/>
            </p:blipFill>
            <p:spPr>
              <a:xfrm>
                <a:off x="475281" y="5414811"/>
                <a:ext cx="110554" cy="131235"/>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241" name="墨迹 240"/>
              <p14:cNvContentPartPr/>
              <p14:nvPr/>
            </p14:nvContentPartPr>
            <p14:xfrm>
              <a:off x="625098" y="5467550"/>
              <a:ext cx="62187" cy="68425"/>
            </p14:xfrm>
          </p:contentPart>
        </mc:Choice>
        <mc:Fallback xmlns="">
          <p:pic>
            <p:nvPicPr>
              <p:cNvPr id="241" name="墨迹 240"/>
            </p:nvPicPr>
            <p:blipFill>
              <a:blip/>
            </p:blipFill>
            <p:spPr>
              <a:xfrm>
                <a:off x="625098" y="5467550"/>
                <a:ext cx="62187" cy="68425"/>
              </a:xfrm>
              <a:prstGeom prst="rect"/>
            </p:spPr>
          </p:pic>
        </mc:Fallback>
      </mc:AlternateContent>
      <mc:AlternateContent xmlns:mc="http://schemas.openxmlformats.org/markup-compatibility/2006" xmlns:p14="http://schemas.microsoft.com/office/powerpoint/2010/main">
        <mc:Choice Requires="p14">
          <p:contentPart r:id="rId222" p14:bwMode="auto">
            <p14:nvContentPartPr>
              <p14:cNvPr id="242" name="墨迹 241"/>
              <p14:cNvContentPartPr/>
              <p14:nvPr/>
            </p14:nvContentPartPr>
            <p14:xfrm>
              <a:off x="748827" y="5405839"/>
              <a:ext cx="38486" cy="148985"/>
            </p14:xfrm>
          </p:contentPart>
        </mc:Choice>
        <mc:Fallback xmlns="">
          <p:pic>
            <p:nvPicPr>
              <p:cNvPr id="242" name="墨迹 241"/>
            </p:nvPicPr>
            <p:blipFill>
              <a:blip/>
            </p:blipFill>
            <p:spPr>
              <a:xfrm>
                <a:off x="748827" y="5405839"/>
                <a:ext cx="38486" cy="148985"/>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243" name="墨迹 242"/>
              <p14:cNvContentPartPr/>
              <p14:nvPr/>
            </p14:nvContentPartPr>
            <p14:xfrm>
              <a:off x="810043" y="5469874"/>
              <a:ext cx="65094" cy="78496"/>
            </p14:xfrm>
          </p:contentPart>
        </mc:Choice>
        <mc:Fallback xmlns="">
          <p:pic>
            <p:nvPicPr>
              <p:cNvPr id="243" name="墨迹 242"/>
            </p:nvPicPr>
            <p:blipFill>
              <a:blip/>
            </p:blipFill>
            <p:spPr>
              <a:xfrm>
                <a:off x="810043" y="5469874"/>
                <a:ext cx="65094" cy="78496"/>
              </a:xfrm>
              <a:prstGeom prst="rect"/>
            </p:spPr>
          </p:pic>
        </mc:Fallback>
      </mc:AlternateContent>
      <mc:AlternateContent xmlns:mc="http://schemas.openxmlformats.org/markup-compatibility/2006" xmlns:p14="http://schemas.microsoft.com/office/powerpoint/2010/main">
        <mc:Choice Requires="p14">
          <p:contentPart r:id="rId224" p14:bwMode="auto">
            <p14:nvContentPartPr>
              <p14:cNvPr id="244" name="墨迹 243"/>
              <p14:cNvContentPartPr/>
              <p14:nvPr/>
            </p14:nvContentPartPr>
            <p14:xfrm>
              <a:off x="893218" y="5481623"/>
              <a:ext cx="64190" cy="59581"/>
            </p14:xfrm>
          </p:contentPart>
        </mc:Choice>
        <mc:Fallback xmlns="">
          <p:pic>
            <p:nvPicPr>
              <p:cNvPr id="244" name="墨迹 243"/>
            </p:nvPicPr>
            <p:blipFill>
              <a:blip/>
            </p:blipFill>
            <p:spPr>
              <a:xfrm>
                <a:off x="893218" y="5481623"/>
                <a:ext cx="64190" cy="59581"/>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245" name="墨迹 244"/>
              <p14:cNvContentPartPr/>
              <p14:nvPr/>
            </p14:nvContentPartPr>
            <p14:xfrm>
              <a:off x="1013267" y="5387248"/>
              <a:ext cx="69548" cy="173516"/>
            </p14:xfrm>
          </p:contentPart>
        </mc:Choice>
        <mc:Fallback xmlns="">
          <p:pic>
            <p:nvPicPr>
              <p:cNvPr id="245" name="墨迹 244"/>
            </p:nvPicPr>
            <p:blipFill>
              <a:blip/>
            </p:blipFill>
            <p:spPr>
              <a:xfrm>
                <a:off x="1013267" y="5387248"/>
                <a:ext cx="69548" cy="173516"/>
              </a:xfrm>
              <a:prstGeom prst="rect"/>
            </p:spPr>
          </p:pic>
        </mc:Fallback>
      </mc:AlternateContent>
      <mc:AlternateContent xmlns:mc="http://schemas.openxmlformats.org/markup-compatibility/2006" xmlns:p14="http://schemas.microsoft.com/office/powerpoint/2010/main">
        <mc:Choice Requires="p14">
          <p:contentPart r:id="rId226" p14:bwMode="auto">
            <p14:nvContentPartPr>
              <p14:cNvPr id="246" name="墨迹 245"/>
              <p14:cNvContentPartPr/>
              <p14:nvPr/>
            </p14:nvContentPartPr>
            <p14:xfrm>
              <a:off x="1120784" y="5401708"/>
              <a:ext cx="30222" cy="168351"/>
            </p14:xfrm>
          </p:contentPart>
        </mc:Choice>
        <mc:Fallback xmlns="">
          <p:pic>
            <p:nvPicPr>
              <p:cNvPr id="246" name="墨迹 245"/>
            </p:nvPicPr>
            <p:blipFill>
              <a:blip/>
            </p:blipFill>
            <p:spPr>
              <a:xfrm>
                <a:off x="1120784" y="5401708"/>
                <a:ext cx="30222" cy="168351"/>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247" name="墨迹 246"/>
              <p14:cNvContentPartPr/>
              <p14:nvPr/>
            </p14:nvContentPartPr>
            <p14:xfrm>
              <a:off x="1158498" y="5483559"/>
              <a:ext cx="47335" cy="80497"/>
            </p14:xfrm>
          </p:contentPart>
        </mc:Choice>
        <mc:Fallback xmlns="">
          <p:pic>
            <p:nvPicPr>
              <p:cNvPr id="247" name="墨迹 246"/>
            </p:nvPicPr>
            <p:blipFill>
              <a:blip/>
            </p:blipFill>
            <p:spPr>
              <a:xfrm>
                <a:off x="1158498" y="5483559"/>
                <a:ext cx="47335" cy="80497"/>
              </a:xfrm>
              <a:prstGeom prst="rect"/>
            </p:spPr>
          </p:pic>
        </mc:Fallback>
      </mc:AlternateContent>
      <mc:AlternateContent xmlns:mc="http://schemas.openxmlformats.org/markup-compatibility/2006" xmlns:p14="http://schemas.microsoft.com/office/powerpoint/2010/main">
        <mc:Choice Requires="p14">
          <p:contentPart r:id="rId228" p14:bwMode="auto">
            <p14:nvContentPartPr>
              <p14:cNvPr id="248" name="墨迹 247"/>
              <p14:cNvContentPartPr/>
              <p14:nvPr/>
            </p14:nvContentPartPr>
            <p14:xfrm>
              <a:off x="1639525" y="5507056"/>
              <a:ext cx="103517" cy="98313"/>
            </p14:xfrm>
          </p:contentPart>
        </mc:Choice>
        <mc:Fallback xmlns="">
          <p:pic>
            <p:nvPicPr>
              <p:cNvPr id="248" name="墨迹 247"/>
            </p:nvPicPr>
            <p:blipFill>
              <a:blip/>
            </p:blipFill>
            <p:spPr>
              <a:xfrm>
                <a:off x="1639525" y="5507056"/>
                <a:ext cx="103517" cy="98313"/>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249" name="墨迹 248"/>
              <p14:cNvContentPartPr/>
              <p14:nvPr/>
            </p14:nvContentPartPr>
            <p14:xfrm>
              <a:off x="1784371" y="5507766"/>
              <a:ext cx="67805" cy="94311"/>
            </p14:xfrm>
          </p:contentPart>
        </mc:Choice>
        <mc:Fallback xmlns="">
          <p:pic>
            <p:nvPicPr>
              <p:cNvPr id="249" name="墨迹 248"/>
            </p:nvPicPr>
            <p:blipFill>
              <a:blip/>
            </p:blipFill>
            <p:spPr>
              <a:xfrm>
                <a:off x="1784371" y="5507766"/>
                <a:ext cx="67805" cy="94311"/>
              </a:xfrm>
              <a:prstGeom prst="rect"/>
            </p:spPr>
          </p:pic>
        </mc:Fallback>
      </mc:AlternateContent>
      <mc:AlternateContent xmlns:mc="http://schemas.openxmlformats.org/markup-compatibility/2006" xmlns:p14="http://schemas.microsoft.com/office/powerpoint/2010/main">
        <mc:Choice Requires="p14">
          <p:contentPart r:id="rId230" p14:bwMode="auto">
            <p14:nvContentPartPr>
              <p14:cNvPr id="250" name="墨迹 249"/>
              <p14:cNvContentPartPr/>
              <p14:nvPr/>
            </p14:nvContentPartPr>
            <p14:xfrm>
              <a:off x="1921789" y="5496728"/>
              <a:ext cx="72326" cy="89082"/>
            </p14:xfrm>
          </p:contentPart>
        </mc:Choice>
        <mc:Fallback xmlns="">
          <p:pic>
            <p:nvPicPr>
              <p:cNvPr id="250" name="墨迹 249"/>
            </p:nvPicPr>
            <p:blipFill>
              <a:blip/>
            </p:blipFill>
            <p:spPr>
              <a:xfrm>
                <a:off x="1921789" y="5496728"/>
                <a:ext cx="72326" cy="89082"/>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251" name="墨迹 250"/>
              <p14:cNvContentPartPr/>
              <p14:nvPr/>
            </p14:nvContentPartPr>
            <p14:xfrm>
              <a:off x="2039575" y="5467809"/>
              <a:ext cx="21699" cy="14459"/>
            </p14:xfrm>
          </p:contentPart>
        </mc:Choice>
        <mc:Fallback xmlns="">
          <p:pic>
            <p:nvPicPr>
              <p:cNvPr id="251" name="墨迹 250"/>
            </p:nvPicPr>
            <p:blipFill>
              <a:blip/>
            </p:blipFill>
            <p:spPr>
              <a:xfrm>
                <a:off x="2039575" y="5467809"/>
                <a:ext cx="21699" cy="14459"/>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252" name="墨迹 251"/>
              <p14:cNvContentPartPr/>
              <p14:nvPr/>
            </p14:nvContentPartPr>
            <p14:xfrm>
              <a:off x="2047839" y="5515319"/>
              <a:ext cx="14469" cy="77462"/>
            </p14:xfrm>
          </p:contentPart>
        </mc:Choice>
        <mc:Fallback xmlns="">
          <p:pic>
            <p:nvPicPr>
              <p:cNvPr id="252" name="墨迹 251"/>
            </p:nvPicPr>
            <p:blipFill>
              <a:blip/>
            </p:blipFill>
            <p:spPr>
              <a:xfrm>
                <a:off x="2047839" y="5515319"/>
                <a:ext cx="14469" cy="77462"/>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253" name="墨迹 252"/>
              <p14:cNvContentPartPr/>
              <p14:nvPr/>
            </p14:nvContentPartPr>
            <p14:xfrm>
              <a:off x="2143866" y="5469874"/>
              <a:ext cx="57927" cy="104058"/>
            </p14:xfrm>
          </p:contentPart>
        </mc:Choice>
        <mc:Fallback xmlns="">
          <p:pic>
            <p:nvPicPr>
              <p:cNvPr id="253" name="墨迹 252"/>
            </p:nvPicPr>
            <p:blipFill>
              <a:blip/>
            </p:blipFill>
            <p:spPr>
              <a:xfrm>
                <a:off x="2143866" y="5469874"/>
                <a:ext cx="57927" cy="104058"/>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254" name="墨迹 253"/>
              <p14:cNvContentPartPr/>
              <p14:nvPr/>
            </p14:nvContentPartPr>
            <p14:xfrm>
              <a:off x="2246219" y="5426496"/>
              <a:ext cx="166350" cy="132977"/>
            </p14:xfrm>
          </p:contentPart>
        </mc:Choice>
        <mc:Fallback xmlns="">
          <p:pic>
            <p:nvPicPr>
              <p:cNvPr id="254" name="墨迹 253"/>
            </p:nvPicPr>
            <p:blipFill>
              <a:blip/>
            </p:blipFill>
            <p:spPr>
              <a:xfrm>
                <a:off x="2246219" y="5426496"/>
                <a:ext cx="166350" cy="132977"/>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255" name="墨迹 254"/>
              <p14:cNvContentPartPr/>
              <p14:nvPr/>
            </p14:nvContentPartPr>
            <p14:xfrm>
              <a:off x="2464487" y="5456835"/>
              <a:ext cx="61867" cy="125941"/>
            </p14:xfrm>
          </p:contentPart>
        </mc:Choice>
        <mc:Fallback xmlns="">
          <p:pic>
            <p:nvPicPr>
              <p:cNvPr id="255" name="墨迹 254"/>
            </p:nvPicPr>
            <p:blipFill>
              <a:blip/>
            </p:blipFill>
            <p:spPr>
              <a:xfrm>
                <a:off x="2464487" y="5456835"/>
                <a:ext cx="61867" cy="125941"/>
              </a:xfrm>
              <a:prstGeom prst="rect"/>
            </p:spPr>
          </p:pic>
        </mc:Fallback>
      </mc:AlternateContent>
      <mc:AlternateContent xmlns:mc="http://schemas.openxmlformats.org/markup-compatibility/2006" xmlns:p14="http://schemas.microsoft.com/office/powerpoint/2010/main">
        <mc:Choice Requires="p14">
          <p:contentPart r:id="rId236" p14:bwMode="auto">
            <p14:nvContentPartPr>
              <p14:cNvPr id="256" name="墨迹 255"/>
              <p14:cNvContentPartPr/>
              <p14:nvPr/>
            </p14:nvContentPartPr>
            <p14:xfrm>
              <a:off x="366535" y="5712267"/>
              <a:ext cx="210002" cy="243038"/>
            </p14:xfrm>
          </p:contentPart>
        </mc:Choice>
        <mc:Fallback xmlns="">
          <p:pic>
            <p:nvPicPr>
              <p:cNvPr id="256" name="墨迹 255"/>
            </p:nvPicPr>
            <p:blipFill>
              <a:blip/>
            </p:blipFill>
            <p:spPr>
              <a:xfrm>
                <a:off x="366535" y="5712267"/>
                <a:ext cx="210002" cy="243038"/>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257" name="墨迹 256"/>
              <p14:cNvContentPartPr/>
              <p14:nvPr/>
            </p14:nvContentPartPr>
            <p14:xfrm>
              <a:off x="650928" y="5823103"/>
              <a:ext cx="70260" cy="83724"/>
            </p14:xfrm>
          </p:contentPart>
        </mc:Choice>
        <mc:Fallback xmlns="">
          <p:pic>
            <p:nvPicPr>
              <p:cNvPr id="257" name="墨迹 256"/>
            </p:nvPicPr>
            <p:blipFill>
              <a:blip/>
            </p:blipFill>
            <p:spPr>
              <a:xfrm>
                <a:off x="650928" y="5823103"/>
                <a:ext cx="70260" cy="83724"/>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258" name="墨迹 257"/>
              <p14:cNvContentPartPr/>
              <p14:nvPr/>
            </p14:nvContentPartPr>
            <p14:xfrm>
              <a:off x="743918" y="5809611"/>
              <a:ext cx="43912" cy="100249"/>
            </p14:xfrm>
          </p:contentPart>
        </mc:Choice>
        <mc:Fallback xmlns="">
          <p:pic>
            <p:nvPicPr>
              <p:cNvPr id="258" name="墨迹 257"/>
            </p:nvPicPr>
            <p:blipFill>
              <a:blip/>
            </p:blipFill>
            <p:spPr>
              <a:xfrm>
                <a:off x="743918" y="5809611"/>
                <a:ext cx="43912" cy="100249"/>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259" name="墨迹 258"/>
              <p14:cNvContentPartPr/>
              <p14:nvPr/>
            </p14:nvContentPartPr>
            <p14:xfrm>
              <a:off x="805911" y="5838595"/>
              <a:ext cx="33063" cy="62164"/>
            </p14:xfrm>
          </p:contentPart>
        </mc:Choice>
        <mc:Fallback xmlns="">
          <p:pic>
            <p:nvPicPr>
              <p:cNvPr id="259" name="墨迹 258"/>
            </p:nvPicPr>
            <p:blipFill>
              <a:blip/>
            </p:blipFill>
            <p:spPr>
              <a:xfrm>
                <a:off x="805911" y="5838595"/>
                <a:ext cx="33063" cy="62164"/>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260" name="墨迹 259"/>
              <p14:cNvContentPartPr/>
              <p14:nvPr/>
            </p14:nvContentPartPr>
            <p14:xfrm>
              <a:off x="883403" y="5829300"/>
              <a:ext cx="37197" cy="64680"/>
            </p14:xfrm>
          </p:contentPart>
        </mc:Choice>
        <mc:Fallback xmlns="">
          <p:pic>
            <p:nvPicPr>
              <p:cNvPr id="260" name="墨迹 259"/>
            </p:nvPicPr>
            <p:blipFill>
              <a:blip/>
            </p:blipFill>
            <p:spPr>
              <a:xfrm>
                <a:off x="883403" y="5829300"/>
                <a:ext cx="37197" cy="64680"/>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261" name="墨迹 260"/>
              <p14:cNvContentPartPr/>
              <p14:nvPr/>
            </p14:nvContentPartPr>
            <p14:xfrm>
              <a:off x="987759" y="5776431"/>
              <a:ext cx="12398" cy="121036"/>
            </p14:xfrm>
          </p:contentPart>
        </mc:Choice>
        <mc:Fallback xmlns="">
          <p:pic>
            <p:nvPicPr>
              <p:cNvPr id="261" name="墨迹 260"/>
            </p:nvPicPr>
            <p:blipFill>
              <a:blip/>
            </p:blipFill>
            <p:spPr>
              <a:xfrm>
                <a:off x="987759" y="5776431"/>
                <a:ext cx="12398" cy="121036"/>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262" name="墨迹 261"/>
              <p14:cNvContentPartPr/>
              <p14:nvPr/>
            </p14:nvContentPartPr>
            <p14:xfrm>
              <a:off x="651445" y="5963568"/>
              <a:ext cx="317716" cy="12394"/>
            </p14:xfrm>
          </p:contentPart>
        </mc:Choice>
        <mc:Fallback xmlns="">
          <p:pic>
            <p:nvPicPr>
              <p:cNvPr id="262" name="墨迹 261"/>
            </p:nvPicPr>
            <p:blipFill>
              <a:blip/>
            </p:blipFill>
            <p:spPr>
              <a:xfrm>
                <a:off x="651445" y="5963568"/>
                <a:ext cx="317716" cy="12394"/>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263" name="墨迹 262"/>
              <p14:cNvContentPartPr/>
              <p14:nvPr/>
            </p14:nvContentPartPr>
            <p14:xfrm>
              <a:off x="728160" y="6031734"/>
              <a:ext cx="118369" cy="152795"/>
            </p14:xfrm>
          </p:contentPart>
        </mc:Choice>
        <mc:Fallback xmlns="">
          <p:pic>
            <p:nvPicPr>
              <p:cNvPr id="263" name="墨迹 262"/>
            </p:nvPicPr>
            <p:blipFill>
              <a:blip/>
            </p:blipFill>
            <p:spPr>
              <a:xfrm>
                <a:off x="728160" y="6031734"/>
                <a:ext cx="118369" cy="152795"/>
              </a:xfrm>
              <a:prstGeom prst="rect"/>
            </p:spPr>
          </p:pic>
        </mc:Fallback>
      </mc:AlternateContent>
      <mc:AlternateContent xmlns:mc="http://schemas.openxmlformats.org/markup-compatibility/2006" xmlns:p14="http://schemas.microsoft.com/office/powerpoint/2010/main">
        <mc:Choice Requires="p14">
          <p:contentPart r:id="rId244" p14:bwMode="auto">
            <p14:nvContentPartPr>
              <p14:cNvPr id="267" name="墨迹 266"/>
              <p14:cNvContentPartPr/>
              <p14:nvPr/>
            </p14:nvContentPartPr>
            <p14:xfrm>
              <a:off x="932998" y="6028571"/>
              <a:ext cx="63025" cy="128394"/>
            </p14:xfrm>
          </p:contentPart>
        </mc:Choice>
        <mc:Fallback xmlns="">
          <p:pic>
            <p:nvPicPr>
              <p:cNvPr id="267" name="墨迹 266"/>
            </p:nvPicPr>
            <p:blipFill>
              <a:blip/>
            </p:blipFill>
            <p:spPr>
              <a:xfrm>
                <a:off x="932998" y="6028571"/>
                <a:ext cx="63025" cy="128394"/>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268" name="墨迹 267"/>
              <p14:cNvContentPartPr/>
              <p14:nvPr/>
            </p14:nvContentPartPr>
            <p14:xfrm>
              <a:off x="965026" y="6058588"/>
              <a:ext cx="39263" cy="5164"/>
            </p14:xfrm>
          </p:contentPart>
        </mc:Choice>
        <mc:Fallback xmlns="">
          <p:pic>
            <p:nvPicPr>
              <p:cNvPr id="268" name="墨迹 267"/>
            </p:nvPicPr>
            <p:blipFill>
              <a:blip/>
            </p:blipFill>
            <p:spPr>
              <a:xfrm>
                <a:off x="965026" y="6058588"/>
                <a:ext cx="39263" cy="5164"/>
              </a:xfrm>
              <a:prstGeom prst="rect"/>
            </p:spPr>
          </p:pic>
        </mc:Fallback>
      </mc:AlternateContent>
      <mc:AlternateContent xmlns:mc="http://schemas.openxmlformats.org/markup-compatibility/2006" xmlns:p14="http://schemas.microsoft.com/office/powerpoint/2010/main">
        <mc:Choice Requires="p14">
          <p:contentPart r:id="rId246" p14:bwMode="auto">
            <p14:nvContentPartPr>
              <p14:cNvPr id="269" name="墨迹 268"/>
              <p14:cNvContentPartPr/>
              <p14:nvPr/>
            </p14:nvContentPartPr>
            <p14:xfrm>
              <a:off x="1051175" y="6135017"/>
              <a:ext cx="4775" cy="5165"/>
            </p14:xfrm>
          </p:contentPart>
        </mc:Choice>
        <mc:Fallback xmlns="">
          <p:pic>
            <p:nvPicPr>
              <p:cNvPr id="269" name="墨迹 268"/>
            </p:nvPicPr>
            <p:blipFill>
              <a:blip/>
            </p:blipFill>
            <p:spPr>
              <a:xfrm>
                <a:off x="1051175" y="6135017"/>
                <a:ext cx="4775" cy="5165"/>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270" name="墨迹 269"/>
              <p14:cNvContentPartPr/>
              <p14:nvPr/>
            </p14:nvContentPartPr>
            <p14:xfrm>
              <a:off x="1100056" y="6058588"/>
              <a:ext cx="67483" cy="91147"/>
            </p14:xfrm>
          </p:contentPart>
        </mc:Choice>
        <mc:Fallback xmlns="">
          <p:pic>
            <p:nvPicPr>
              <p:cNvPr id="270" name="墨迹 269"/>
            </p:nvPicPr>
            <p:blipFill>
              <a:blip/>
            </p:blipFill>
            <p:spPr>
              <a:xfrm>
                <a:off x="1100056" y="6058588"/>
                <a:ext cx="67483" cy="91147"/>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271" name="墨迹 270"/>
              <p14:cNvContentPartPr/>
              <p14:nvPr/>
            </p14:nvContentPartPr>
            <p14:xfrm>
              <a:off x="1058276" y="6329189"/>
              <a:ext cx="854215" cy="53708"/>
            </p14:xfrm>
          </p:contentPart>
        </mc:Choice>
        <mc:Fallback xmlns="">
          <p:pic>
            <p:nvPicPr>
              <p:cNvPr id="271" name="墨迹 270"/>
            </p:nvPicPr>
            <p:blipFill>
              <a:blip/>
            </p:blipFill>
            <p:spPr>
              <a:xfrm>
                <a:off x="1058276" y="6329189"/>
                <a:ext cx="854215" cy="53708"/>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272" name="墨迹 271"/>
              <p14:cNvContentPartPr/>
              <p14:nvPr/>
            </p14:nvContentPartPr>
            <p14:xfrm>
              <a:off x="1632488" y="6525427"/>
              <a:ext cx="259339" cy="10329"/>
            </p14:xfrm>
          </p:contentPart>
        </mc:Choice>
        <mc:Fallback xmlns="">
          <p:pic>
            <p:nvPicPr>
              <p:cNvPr id="272" name="墨迹 271"/>
            </p:nvPicPr>
            <p:blipFill>
              <a:blip/>
            </p:blipFill>
            <p:spPr>
              <a:xfrm>
                <a:off x="1632488" y="6525427"/>
                <a:ext cx="259339" cy="10329"/>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273" name="墨迹 272"/>
              <p14:cNvContentPartPr/>
              <p14:nvPr/>
            </p14:nvContentPartPr>
            <p14:xfrm>
              <a:off x="6641654" y="4632804"/>
              <a:ext cx="85866" cy="2229829"/>
            </p14:xfrm>
          </p:contentPart>
        </mc:Choice>
        <mc:Fallback xmlns="">
          <p:pic>
            <p:nvPicPr>
              <p:cNvPr id="273" name="墨迹 272"/>
            </p:nvPicPr>
            <p:blipFill>
              <a:blip/>
            </p:blipFill>
            <p:spPr>
              <a:xfrm>
                <a:off x="6641654" y="4632804"/>
                <a:ext cx="85866" cy="2229829"/>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274" name="墨迹 273"/>
              <p14:cNvContentPartPr/>
              <p14:nvPr/>
            </p14:nvContentPartPr>
            <p14:xfrm>
              <a:off x="7010357" y="4902125"/>
              <a:ext cx="30305" cy="167557"/>
            </p14:xfrm>
          </p:contentPart>
        </mc:Choice>
        <mc:Fallback xmlns="">
          <p:pic>
            <p:nvPicPr>
              <p:cNvPr id="274" name="墨迹 273"/>
            </p:nvPicPr>
            <p:blipFill>
              <a:blip/>
            </p:blipFill>
            <p:spPr>
              <a:xfrm>
                <a:off x="7010357" y="4902125"/>
                <a:ext cx="30305" cy="167557"/>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275" name="墨迹 274"/>
              <p14:cNvContentPartPr/>
              <p14:nvPr/>
            </p14:nvContentPartPr>
            <p14:xfrm>
              <a:off x="6992048" y="4873410"/>
              <a:ext cx="111117" cy="203845"/>
            </p14:xfrm>
          </p:contentPart>
        </mc:Choice>
        <mc:Fallback xmlns="">
          <p:pic>
            <p:nvPicPr>
              <p:cNvPr id="275" name="墨迹 274"/>
            </p:nvPicPr>
            <p:blipFill>
              <a:blip/>
            </p:blipFill>
            <p:spPr>
              <a:xfrm>
                <a:off x="6992048" y="4873410"/>
                <a:ext cx="111117" cy="203845"/>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276" name="墨迹 275"/>
              <p14:cNvContentPartPr/>
              <p14:nvPr/>
            </p14:nvContentPartPr>
            <p14:xfrm>
              <a:off x="7123209" y="4994581"/>
              <a:ext cx="106853" cy="73681"/>
            </p14:xfrm>
          </p:contentPart>
        </mc:Choice>
        <mc:Fallback xmlns="">
          <p:pic>
            <p:nvPicPr>
              <p:cNvPr id="276" name="墨迹 275"/>
            </p:nvPicPr>
            <p:blipFill>
              <a:blip/>
            </p:blipFill>
            <p:spPr>
              <a:xfrm>
                <a:off x="7123209" y="4994581"/>
                <a:ext cx="106853" cy="73681"/>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277" name="墨迹 276"/>
              <p14:cNvContentPartPr/>
              <p14:nvPr/>
            </p14:nvContentPartPr>
            <p14:xfrm>
              <a:off x="7257842" y="4994581"/>
              <a:ext cx="53821" cy="80781"/>
            </p14:xfrm>
          </p:contentPart>
        </mc:Choice>
        <mc:Fallback xmlns="">
          <p:pic>
            <p:nvPicPr>
              <p:cNvPr id="277" name="墨迹 276"/>
            </p:nvPicPr>
            <p:blipFill>
              <a:blip/>
            </p:blipFill>
            <p:spPr>
              <a:xfrm>
                <a:off x="7257842" y="4994581"/>
                <a:ext cx="53821" cy="80781"/>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278" name="墨迹 277"/>
              <p14:cNvContentPartPr/>
              <p14:nvPr/>
            </p14:nvContentPartPr>
            <p14:xfrm>
              <a:off x="7358854" y="4994581"/>
              <a:ext cx="93439" cy="56957"/>
            </p14:xfrm>
          </p:contentPart>
        </mc:Choice>
        <mc:Fallback xmlns="">
          <p:pic>
            <p:nvPicPr>
              <p:cNvPr id="278" name="墨迹 277"/>
            </p:nvPicPr>
            <p:blipFill>
              <a:blip/>
            </p:blipFill>
            <p:spPr>
              <a:xfrm>
                <a:off x="7358854" y="4994581"/>
                <a:ext cx="93439" cy="56957"/>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279" name="墨迹 278"/>
              <p14:cNvContentPartPr/>
              <p14:nvPr/>
            </p14:nvContentPartPr>
            <p14:xfrm>
              <a:off x="7481806" y="4979435"/>
              <a:ext cx="47509" cy="85829"/>
            </p14:xfrm>
          </p:contentPart>
        </mc:Choice>
        <mc:Fallback xmlns="">
          <p:pic>
            <p:nvPicPr>
              <p:cNvPr id="279" name="墨迹 278"/>
            </p:nvPicPr>
            <p:blipFill>
              <a:blip/>
            </p:blipFill>
            <p:spPr>
              <a:xfrm>
                <a:off x="7481806" y="4979435"/>
                <a:ext cx="47509" cy="85829"/>
              </a:xfrm>
              <a:prstGeom prst="rect"/>
            </p:spPr>
          </p:pic>
        </mc:Fallback>
      </mc:AlternateContent>
      <mc:AlternateContent xmlns:mc="http://schemas.openxmlformats.org/markup-compatibility/2006" xmlns:p14="http://schemas.microsoft.com/office/powerpoint/2010/main">
        <mc:Choice Requires="p14">
          <p:contentPart r:id="rId257" p14:bwMode="auto">
            <p14:nvContentPartPr>
              <p14:cNvPr id="280" name="墨迹 279"/>
              <p14:cNvContentPartPr/>
              <p14:nvPr/>
            </p14:nvContentPartPr>
            <p14:xfrm>
              <a:off x="7596237" y="4903703"/>
              <a:ext cx="55558" cy="195167"/>
            </p14:xfrm>
          </p:contentPart>
        </mc:Choice>
        <mc:Fallback xmlns="">
          <p:pic>
            <p:nvPicPr>
              <p:cNvPr id="280" name="墨迹 279"/>
            </p:nvPicPr>
            <p:blipFill>
              <a:blip/>
            </p:blipFill>
            <p:spPr>
              <a:xfrm>
                <a:off x="7596237" y="4903703"/>
                <a:ext cx="55558" cy="195167"/>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281" name="墨迹 280"/>
              <p14:cNvContentPartPr/>
              <p14:nvPr/>
            </p14:nvContentPartPr>
            <p14:xfrm>
              <a:off x="7656846" y="5014776"/>
              <a:ext cx="40405" cy="55537"/>
            </p14:xfrm>
          </p:contentPart>
        </mc:Choice>
        <mc:Fallback xmlns="">
          <p:pic>
            <p:nvPicPr>
              <p:cNvPr id="281" name="墨迹 280"/>
            </p:nvPicPr>
            <p:blipFill>
              <a:blip/>
            </p:blipFill>
            <p:spPr>
              <a:xfrm>
                <a:off x="7656846" y="5014776"/>
                <a:ext cx="40405" cy="55537"/>
              </a:xfrm>
              <a:prstGeom prst="rect"/>
            </p:spPr>
          </p:pic>
        </mc:Fallback>
      </mc:AlternateContent>
      <mc:AlternateContent xmlns:mc="http://schemas.openxmlformats.org/markup-compatibility/2006" xmlns:p14="http://schemas.microsoft.com/office/powerpoint/2010/main">
        <mc:Choice Requires="p14">
          <p:contentPart r:id="rId259" p14:bwMode="auto">
            <p14:nvContentPartPr>
              <p14:cNvPr id="282" name="墨迹 281"/>
              <p14:cNvContentPartPr/>
              <p14:nvPr/>
            </p14:nvContentPartPr>
            <p14:xfrm>
              <a:off x="7712404" y="4986219"/>
              <a:ext cx="65659" cy="212838"/>
            </p14:xfrm>
          </p:contentPart>
        </mc:Choice>
        <mc:Fallback xmlns="">
          <p:pic>
            <p:nvPicPr>
              <p:cNvPr id="282" name="墨迹 281"/>
            </p:nvPicPr>
            <p:blipFill>
              <a:blip/>
            </p:blipFill>
            <p:spPr>
              <a:xfrm>
                <a:off x="7712404" y="4986219"/>
                <a:ext cx="65659" cy="212838"/>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283" name="墨迹 282"/>
              <p14:cNvContentPartPr/>
              <p14:nvPr/>
            </p14:nvContentPartPr>
            <p14:xfrm>
              <a:off x="7767960" y="4979435"/>
              <a:ext cx="30306" cy="83304"/>
            </p14:xfrm>
          </p:contentPart>
        </mc:Choice>
        <mc:Fallback xmlns="">
          <p:pic>
            <p:nvPicPr>
              <p:cNvPr id="283" name="墨迹 282"/>
            </p:nvPicPr>
            <p:blipFill>
              <a:blip/>
            </p:blipFill>
            <p:spPr>
              <a:xfrm>
                <a:off x="7767960" y="4979435"/>
                <a:ext cx="30306" cy="83304"/>
              </a:xfrm>
              <a:prstGeom prst="rect"/>
            </p:spPr>
          </p:pic>
        </mc:Fallback>
      </mc:AlternateContent>
      <mc:AlternateContent xmlns:mc="http://schemas.openxmlformats.org/markup-compatibility/2006" xmlns:p14="http://schemas.microsoft.com/office/powerpoint/2010/main">
        <mc:Choice Requires="p14">
          <p:contentPart r:id="rId261" p14:bwMode="auto">
            <p14:nvContentPartPr>
              <p14:cNvPr id="284" name="墨迹 283"/>
              <p14:cNvContentPartPr/>
              <p14:nvPr/>
            </p14:nvContentPartPr>
            <p14:xfrm>
              <a:off x="7855559" y="4986219"/>
              <a:ext cx="53821" cy="87407"/>
            </p14:xfrm>
          </p:contentPart>
        </mc:Choice>
        <mc:Fallback xmlns="">
          <p:pic>
            <p:nvPicPr>
              <p:cNvPr id="284" name="墨迹 283"/>
            </p:nvPicPr>
            <p:blipFill>
              <a:blip/>
            </p:blipFill>
            <p:spPr>
              <a:xfrm>
                <a:off x="7855559" y="4986219"/>
                <a:ext cx="53821" cy="87407"/>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285" name="墨迹 284"/>
              <p14:cNvContentPartPr/>
              <p14:nvPr/>
            </p14:nvContentPartPr>
            <p14:xfrm>
              <a:off x="7981354" y="4969337"/>
              <a:ext cx="94700" cy="124168"/>
            </p14:xfrm>
          </p:contentPart>
        </mc:Choice>
        <mc:Fallback xmlns="">
          <p:pic>
            <p:nvPicPr>
              <p:cNvPr id="285" name="墨迹 284"/>
            </p:nvPicPr>
            <p:blipFill>
              <a:blip/>
            </p:blipFill>
            <p:spPr>
              <a:xfrm>
                <a:off x="7981354" y="4969337"/>
                <a:ext cx="94700" cy="124168"/>
              </a:xfrm>
              <a:prstGeom prst="rect"/>
            </p:spPr>
          </p:pic>
        </mc:Fallback>
      </mc:AlternateContent>
      <mc:AlternateContent xmlns:mc="http://schemas.openxmlformats.org/markup-compatibility/2006" xmlns:p14="http://schemas.microsoft.com/office/powerpoint/2010/main">
        <mc:Choice Requires="p14">
          <p:contentPart r:id="rId263" p14:bwMode="auto">
            <p14:nvContentPartPr>
              <p14:cNvPr id="286" name="墨迹 285"/>
              <p14:cNvContentPartPr/>
              <p14:nvPr/>
            </p14:nvContentPartPr>
            <p14:xfrm>
              <a:off x="8252827" y="5050118"/>
              <a:ext cx="17677" cy="360"/>
            </p14:xfrm>
          </p:contentPart>
        </mc:Choice>
        <mc:Fallback xmlns="">
          <p:pic>
            <p:nvPicPr>
              <p:cNvPr id="286" name="墨迹 285"/>
            </p:nvPicPr>
            <p:blipFill>
              <a:blip/>
            </p:blipFill>
            <p:spPr>
              <a:xfrm>
                <a:off x="8252827" y="5050118"/>
                <a:ext cx="17677" cy="360"/>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287" name="墨迹 286"/>
              <p14:cNvContentPartPr/>
              <p14:nvPr/>
            </p14:nvContentPartPr>
            <p14:xfrm>
              <a:off x="8283132" y="5080410"/>
              <a:ext cx="360" cy="15147"/>
            </p14:xfrm>
          </p:contentPart>
        </mc:Choice>
        <mc:Fallback xmlns="">
          <p:pic>
            <p:nvPicPr>
              <p:cNvPr id="287" name="墨迹 286"/>
            </p:nvPicPr>
            <p:blipFill>
              <a:blip/>
            </p:blipFill>
            <p:spPr>
              <a:xfrm>
                <a:off x="8283132" y="5080410"/>
                <a:ext cx="360" cy="15147"/>
              </a:xfrm>
              <a:prstGeom prst="rect"/>
            </p:spPr>
          </p:pic>
        </mc:Fallback>
      </mc:AlternateContent>
      <mc:AlternateContent xmlns:mc="http://schemas.openxmlformats.org/markup-compatibility/2006" xmlns:p14="http://schemas.microsoft.com/office/powerpoint/2010/main">
        <mc:Choice Requires="p14">
          <p:contentPart r:id="rId265" p14:bwMode="auto">
            <p14:nvContentPartPr>
              <p14:cNvPr id="288" name="墨迹 287"/>
              <p14:cNvContentPartPr/>
              <p14:nvPr/>
            </p14:nvContentPartPr>
            <p14:xfrm>
              <a:off x="7485123" y="5455914"/>
              <a:ext cx="1627110" cy="63741"/>
            </p14:xfrm>
          </p:contentPart>
        </mc:Choice>
        <mc:Fallback xmlns="">
          <p:pic>
            <p:nvPicPr>
              <p:cNvPr id="288" name="墨迹 287"/>
            </p:nvPicPr>
            <p:blipFill>
              <a:blip/>
            </p:blipFill>
            <p:spPr>
              <a:xfrm>
                <a:off x="7485123" y="5455914"/>
                <a:ext cx="1627110" cy="63741"/>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289" name="墨迹 288"/>
              <p14:cNvContentPartPr/>
              <p14:nvPr/>
            </p14:nvContentPartPr>
            <p14:xfrm>
              <a:off x="8394246" y="5779037"/>
              <a:ext cx="505070" cy="48594"/>
            </p14:xfrm>
          </p:contentPart>
        </mc:Choice>
        <mc:Fallback xmlns="">
          <p:pic>
            <p:nvPicPr>
              <p:cNvPr id="289" name="墨迹 288"/>
            </p:nvPicPr>
            <p:blipFill>
              <a:blip/>
            </p:blipFill>
            <p:spPr>
              <a:xfrm>
                <a:off x="8394246" y="5779037"/>
                <a:ext cx="505070" cy="48594"/>
              </a:xfrm>
              <a:prstGeom prst="rect"/>
            </p:spPr>
          </p:pic>
        </mc:Fallback>
      </mc:AlternateContent>
      <mc:AlternateContent xmlns:mc="http://schemas.openxmlformats.org/markup-compatibility/2006" xmlns:p14="http://schemas.microsoft.com/office/powerpoint/2010/main">
        <mc:Choice Requires="p14">
          <p:contentPart r:id="rId267" p14:bwMode="auto">
            <p14:nvContentPartPr>
              <p14:cNvPr id="290" name="墨迹 289"/>
              <p14:cNvContentPartPr/>
              <p14:nvPr/>
            </p14:nvContentPartPr>
            <p14:xfrm>
              <a:off x="8646780" y="6100266"/>
              <a:ext cx="383853" cy="40389"/>
            </p14:xfrm>
          </p:contentPart>
        </mc:Choice>
        <mc:Fallback xmlns="">
          <p:pic>
            <p:nvPicPr>
              <p:cNvPr id="290" name="墨迹 289"/>
            </p:nvPicPr>
            <p:blipFill>
              <a:blip/>
            </p:blipFill>
            <p:spPr>
              <a:xfrm>
                <a:off x="8646780" y="6100266"/>
                <a:ext cx="383853" cy="40389"/>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291" name="墨迹 290"/>
              <p14:cNvContentPartPr/>
              <p14:nvPr/>
            </p14:nvContentPartPr>
            <p14:xfrm>
              <a:off x="8762947" y="6372900"/>
              <a:ext cx="207078" cy="15147"/>
            </p14:xfrm>
          </p:contentPart>
        </mc:Choice>
        <mc:Fallback xmlns="">
          <p:pic>
            <p:nvPicPr>
              <p:cNvPr id="291" name="墨迹 290"/>
            </p:nvPicPr>
            <p:blipFill>
              <a:blip/>
            </p:blipFill>
            <p:spPr>
              <a:xfrm>
                <a:off x="8762947" y="6372900"/>
                <a:ext cx="207078" cy="15147"/>
              </a:xfrm>
              <a:prstGeom prst="rect"/>
            </p:spPr>
          </p:pic>
        </mc:Fallback>
      </mc:AlternateContent>
      <mc:AlternateContent xmlns:mc="http://schemas.openxmlformats.org/markup-compatibility/2006" xmlns:p14="http://schemas.microsoft.com/office/powerpoint/2010/main">
        <mc:Choice Requires="p14">
          <p:contentPart r:id="rId269" p14:bwMode="auto">
            <p14:nvContentPartPr>
              <p14:cNvPr id="292" name="墨迹 291"/>
              <p14:cNvContentPartPr/>
              <p14:nvPr/>
            </p14:nvContentPartPr>
            <p14:xfrm>
              <a:off x="7845772" y="6547083"/>
              <a:ext cx="604032" cy="39445"/>
            </p14:xfrm>
          </p:contentPart>
        </mc:Choice>
        <mc:Fallback xmlns="">
          <p:pic>
            <p:nvPicPr>
              <p:cNvPr id="292" name="墨迹 291"/>
            </p:nvPicPr>
            <p:blipFill>
              <a:blip/>
            </p:blipFill>
            <p:spPr>
              <a:xfrm>
                <a:off x="7845772" y="6547083"/>
                <a:ext cx="604032" cy="39445"/>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293" name="墨迹 292"/>
              <p14:cNvContentPartPr/>
              <p14:nvPr/>
            </p14:nvContentPartPr>
            <p14:xfrm>
              <a:off x="2636460" y="5292460"/>
              <a:ext cx="3909234" cy="217098"/>
            </p14:xfrm>
          </p:contentPart>
        </mc:Choice>
        <mc:Fallback xmlns="">
          <p:pic>
            <p:nvPicPr>
              <p:cNvPr id="293" name="墨迹 292"/>
            </p:nvPicPr>
            <p:blipFill>
              <a:blip/>
            </p:blipFill>
            <p:spPr>
              <a:xfrm>
                <a:off x="2636460" y="5292460"/>
                <a:ext cx="3909234" cy="217098"/>
              </a:xfrm>
              <a:prstGeom prst="rect"/>
            </p:spPr>
          </p:pic>
        </mc:Fallback>
      </mc:AlternateContent>
      <mc:AlternateContent xmlns:mc="http://schemas.openxmlformats.org/markup-compatibility/2006" xmlns:p14="http://schemas.microsoft.com/office/powerpoint/2010/main">
        <mc:Choice Requires="p14">
          <p:contentPart r:id="rId271" p14:bwMode="auto">
            <p14:nvContentPartPr>
              <p14:cNvPr id="294" name="墨迹 293"/>
              <p14:cNvContentPartPr/>
              <p14:nvPr/>
            </p14:nvContentPartPr>
            <p14:xfrm>
              <a:off x="6811699" y="3798753"/>
              <a:ext cx="59216" cy="93988"/>
            </p14:xfrm>
          </p:contentPart>
        </mc:Choice>
        <mc:Fallback xmlns="">
          <p:pic>
            <p:nvPicPr>
              <p:cNvPr id="294" name="墨迹 293"/>
            </p:nvPicPr>
            <p:blipFill>
              <a:blip/>
            </p:blipFill>
            <p:spPr>
              <a:xfrm>
                <a:off x="6811699" y="3798753"/>
                <a:ext cx="59216" cy="93988"/>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295" name="墨迹 294"/>
              <p14:cNvContentPartPr/>
              <p14:nvPr/>
            </p14:nvContentPartPr>
            <p14:xfrm>
              <a:off x="6883313" y="3848329"/>
              <a:ext cx="47529" cy="42346"/>
            </p14:xfrm>
          </p:contentPart>
        </mc:Choice>
        <mc:Fallback xmlns="">
          <p:pic>
            <p:nvPicPr>
              <p:cNvPr id="295" name="墨迹 294"/>
            </p:nvPicPr>
            <p:blipFill>
              <a:blip/>
            </p:blipFill>
            <p:spPr>
              <a:xfrm>
                <a:off x="6883313" y="3848329"/>
                <a:ext cx="47529" cy="42346"/>
              </a:xfrm>
              <a:prstGeom prst="rect"/>
            </p:spPr>
          </p:pic>
        </mc:Fallback>
      </mc:AlternateContent>
      <mc:AlternateContent xmlns:mc="http://schemas.openxmlformats.org/markup-compatibility/2006" xmlns:p14="http://schemas.microsoft.com/office/powerpoint/2010/main">
        <mc:Choice Requires="p14">
          <p:contentPart r:id="rId273" p14:bwMode="auto">
            <p14:nvContentPartPr>
              <p14:cNvPr id="296" name="墨迹 295"/>
              <p14:cNvContentPartPr/>
              <p14:nvPr/>
            </p14:nvContentPartPr>
            <p14:xfrm>
              <a:off x="6946918" y="3850395"/>
              <a:ext cx="32808" cy="89856"/>
            </p14:xfrm>
          </p:contentPart>
        </mc:Choice>
        <mc:Fallback xmlns="">
          <p:pic>
            <p:nvPicPr>
              <p:cNvPr id="296" name="墨迹 295"/>
            </p:nvPicPr>
            <p:blipFill>
              <a:blip/>
            </p:blipFill>
            <p:spPr>
              <a:xfrm>
                <a:off x="6946918" y="3850395"/>
                <a:ext cx="32808" cy="89856"/>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297" name="墨迹 296"/>
              <p14:cNvContentPartPr/>
              <p14:nvPr/>
            </p14:nvContentPartPr>
            <p14:xfrm>
              <a:off x="6972171" y="3844714"/>
              <a:ext cx="42104" cy="45961"/>
            </p14:xfrm>
          </p:contentPart>
        </mc:Choice>
        <mc:Fallback xmlns="">
          <p:pic>
            <p:nvPicPr>
              <p:cNvPr id="297" name="墨迹 296"/>
            </p:nvPicPr>
            <p:blipFill>
              <a:blip/>
            </p:blipFill>
            <p:spPr>
              <a:xfrm>
                <a:off x="6972171" y="3844714"/>
                <a:ext cx="42104" cy="45961"/>
              </a:xfrm>
              <a:prstGeom prst="rect"/>
            </p:spPr>
          </p:pic>
        </mc:Fallback>
      </mc:AlternateContent>
      <mc:AlternateContent xmlns:mc="http://schemas.openxmlformats.org/markup-compatibility/2006" xmlns:p14="http://schemas.microsoft.com/office/powerpoint/2010/main">
        <mc:Choice Requires="p14">
          <p:contentPart r:id="rId275" p14:bwMode="auto">
            <p14:nvContentPartPr>
              <p14:cNvPr id="298" name="墨迹 297"/>
              <p14:cNvContentPartPr/>
              <p14:nvPr/>
            </p14:nvContentPartPr>
            <p14:xfrm>
              <a:off x="7027964" y="3842132"/>
              <a:ext cx="22730" cy="107995"/>
            </p14:xfrm>
          </p:contentPart>
        </mc:Choice>
        <mc:Fallback xmlns="">
          <p:pic>
            <p:nvPicPr>
              <p:cNvPr id="298" name="墨迹 297"/>
            </p:nvPicPr>
            <p:blipFill>
              <a:blip/>
            </p:blipFill>
            <p:spPr>
              <a:xfrm>
                <a:off x="7027964" y="3842132"/>
                <a:ext cx="22730" cy="107995"/>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299" name="墨迹 298"/>
              <p14:cNvContentPartPr/>
              <p14:nvPr/>
            </p14:nvContentPartPr>
            <p14:xfrm>
              <a:off x="7061026" y="3848329"/>
              <a:ext cx="31772" cy="58871"/>
            </p14:xfrm>
          </p:contentPart>
        </mc:Choice>
        <mc:Fallback xmlns="">
          <p:pic>
            <p:nvPicPr>
              <p:cNvPr id="299" name="墨迹 298"/>
            </p:nvPicPr>
            <p:blipFill>
              <a:blip/>
            </p:blipFill>
            <p:spPr>
              <a:xfrm>
                <a:off x="7061026" y="3848329"/>
                <a:ext cx="31772" cy="58871"/>
              </a:xfrm>
              <a:prstGeom prst="rect"/>
            </p:spPr>
          </p:pic>
        </mc:Fallback>
      </mc:AlternateContent>
      <mc:AlternateContent xmlns:mc="http://schemas.openxmlformats.org/markup-compatibility/2006" xmlns:p14="http://schemas.microsoft.com/office/powerpoint/2010/main">
        <mc:Choice Requires="p14">
          <p:contentPart r:id="rId277" p14:bwMode="auto">
            <p14:nvContentPartPr>
              <p14:cNvPr id="300" name="墨迹 299"/>
              <p14:cNvContentPartPr/>
              <p14:nvPr/>
            </p14:nvContentPartPr>
            <p14:xfrm>
              <a:off x="7116822" y="3854526"/>
              <a:ext cx="27896" cy="35116"/>
            </p14:xfrm>
          </p:contentPart>
        </mc:Choice>
        <mc:Fallback xmlns="">
          <p:pic>
            <p:nvPicPr>
              <p:cNvPr id="300" name="墨迹 299"/>
            </p:nvPicPr>
            <p:blipFill>
              <a:blip/>
            </p:blipFill>
            <p:spPr>
              <a:xfrm>
                <a:off x="7116822" y="3854526"/>
                <a:ext cx="27896" cy="35116"/>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301" name="墨迹 300"/>
              <p14:cNvContentPartPr/>
              <p14:nvPr/>
            </p14:nvContentPartPr>
            <p14:xfrm>
              <a:off x="7172615" y="3854526"/>
              <a:ext cx="42363" cy="39248"/>
            </p14:xfrm>
          </p:contentPart>
        </mc:Choice>
        <mc:Fallback xmlns="">
          <p:pic>
            <p:nvPicPr>
              <p:cNvPr id="301" name="墨迹 300"/>
            </p:nvPicPr>
            <p:blipFill>
              <a:blip/>
            </p:blipFill>
            <p:spPr>
              <a:xfrm>
                <a:off x="7172615" y="3854526"/>
                <a:ext cx="42363" cy="39248"/>
              </a:xfrm>
              <a:prstGeom prst="rect"/>
            </p:spPr>
          </p:pic>
        </mc:Fallback>
      </mc:AlternateContent>
      <mc:AlternateContent xmlns:mc="http://schemas.openxmlformats.org/markup-compatibility/2006" xmlns:p14="http://schemas.microsoft.com/office/powerpoint/2010/main">
        <mc:Choice Requires="p14">
          <p:contentPart r:id="rId279" p14:bwMode="auto">
            <p14:nvContentPartPr>
              <p14:cNvPr id="302" name="墨迹 301"/>
              <p14:cNvContentPartPr/>
              <p14:nvPr/>
            </p14:nvContentPartPr>
            <p14:xfrm>
              <a:off x="7228410" y="3861756"/>
              <a:ext cx="65090" cy="3098"/>
            </p14:xfrm>
          </p:contentPart>
        </mc:Choice>
        <mc:Fallback xmlns="">
          <p:pic>
            <p:nvPicPr>
              <p:cNvPr id="302" name="墨迹 301"/>
            </p:nvPicPr>
            <p:blipFill>
              <a:blip/>
            </p:blipFill>
            <p:spPr>
              <a:xfrm>
                <a:off x="7228410" y="3861756"/>
                <a:ext cx="65090" cy="3098"/>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303" name="墨迹 302"/>
              <p14:cNvContentPartPr/>
              <p14:nvPr/>
            </p14:nvContentPartPr>
            <p14:xfrm>
              <a:off x="7258113" y="3842971"/>
              <a:ext cx="33322" cy="75591"/>
            </p14:xfrm>
          </p:contentPart>
        </mc:Choice>
        <mc:Fallback xmlns="">
          <p:pic>
            <p:nvPicPr>
              <p:cNvPr id="303" name="墨迹 302"/>
            </p:nvPicPr>
            <p:blipFill>
              <a:blip/>
            </p:blipFill>
            <p:spPr>
              <a:xfrm>
                <a:off x="7258113" y="3842971"/>
                <a:ext cx="33322" cy="75591"/>
              </a:xfrm>
              <a:prstGeom prst="rect"/>
            </p:spPr>
          </p:pic>
        </mc:Fallback>
      </mc:AlternateContent>
      <mc:AlternateContent xmlns:mc="http://schemas.openxmlformats.org/markup-compatibility/2006" xmlns:p14="http://schemas.microsoft.com/office/powerpoint/2010/main">
        <mc:Choice Requires="p14">
          <p:contentPart r:id="rId281" p14:bwMode="auto">
            <p14:nvContentPartPr>
              <p14:cNvPr id="304" name="墨迹 303"/>
              <p14:cNvContentPartPr/>
              <p14:nvPr/>
            </p14:nvContentPartPr>
            <p14:xfrm>
              <a:off x="7726422" y="3862789"/>
              <a:ext cx="6198" cy="6197"/>
            </p14:xfrm>
          </p:contentPart>
        </mc:Choice>
        <mc:Fallback xmlns="">
          <p:pic>
            <p:nvPicPr>
              <p:cNvPr id="304" name="墨迹 303"/>
            </p:nvPicPr>
            <p:blipFill>
              <a:blip/>
            </p:blipFill>
            <p:spPr>
              <a:xfrm>
                <a:off x="7726422" y="3862789"/>
                <a:ext cx="6198" cy="6197"/>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305" name="墨迹 304"/>
              <p14:cNvContentPartPr/>
              <p14:nvPr/>
            </p14:nvContentPartPr>
            <p14:xfrm>
              <a:off x="7726422" y="3902036"/>
              <a:ext cx="1031" cy="11361"/>
            </p14:xfrm>
          </p:contentPart>
        </mc:Choice>
        <mc:Fallback xmlns="">
          <p:pic>
            <p:nvPicPr>
              <p:cNvPr id="305" name="墨迹 304"/>
            </p:nvPicPr>
            <p:blipFill>
              <a:blip/>
            </p:blipFill>
            <p:spPr>
              <a:xfrm>
                <a:off x="7726422" y="3902036"/>
                <a:ext cx="1031" cy="11361"/>
              </a:xfrm>
              <a:prstGeom prst="rect"/>
            </p:spPr>
          </p:pic>
        </mc:Fallback>
      </mc:AlternateContent>
      <mc:AlternateContent xmlns:mc="http://schemas.openxmlformats.org/markup-compatibility/2006" xmlns:p14="http://schemas.microsoft.com/office/powerpoint/2010/main">
        <mc:Choice Requires="p14">
          <p:contentPart r:id="rId283" p14:bwMode="auto">
            <p14:nvContentPartPr>
              <p14:cNvPr id="306" name="墨迹 305"/>
              <p14:cNvContentPartPr/>
              <p14:nvPr/>
            </p14:nvContentPartPr>
            <p14:xfrm>
              <a:off x="8075650" y="3813213"/>
              <a:ext cx="4132" cy="47510"/>
            </p14:xfrm>
          </p:contentPart>
        </mc:Choice>
        <mc:Fallback xmlns="">
          <p:pic>
            <p:nvPicPr>
              <p:cNvPr id="306" name="墨迹 305"/>
            </p:nvPicPr>
            <p:blipFill>
              <a:blip/>
            </p:blipFill>
            <p:spPr>
              <a:xfrm>
                <a:off x="8075650" y="3813213"/>
                <a:ext cx="4132" cy="47510"/>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307" name="墨迹 306"/>
              <p14:cNvContentPartPr/>
              <p14:nvPr/>
            </p14:nvContentPartPr>
            <p14:xfrm>
              <a:off x="8015724" y="3858657"/>
              <a:ext cx="89889" cy="107415"/>
            </p14:xfrm>
          </p:contentPart>
        </mc:Choice>
        <mc:Fallback xmlns="">
          <p:pic>
            <p:nvPicPr>
              <p:cNvPr id="307" name="墨迹 306"/>
            </p:nvPicPr>
            <p:blipFill>
              <a:blip/>
            </p:blipFill>
            <p:spPr>
              <a:xfrm>
                <a:off x="8015724" y="3858657"/>
                <a:ext cx="89889" cy="107415"/>
              </a:xfrm>
              <a:prstGeom prst="rect"/>
            </p:spPr>
          </p:pic>
        </mc:Fallback>
      </mc:AlternateContent>
      <mc:AlternateContent xmlns:mc="http://schemas.openxmlformats.org/markup-compatibility/2006" xmlns:p14="http://schemas.microsoft.com/office/powerpoint/2010/main">
        <mc:Choice Requires="p14">
          <p:contentPart r:id="rId285" p14:bwMode="auto">
            <p14:nvContentPartPr>
              <p14:cNvPr id="308" name="墨迹 307"/>
              <p14:cNvContentPartPr/>
              <p14:nvPr/>
            </p14:nvContentPartPr>
            <p14:xfrm>
              <a:off x="8079782" y="3873117"/>
              <a:ext cx="28934" cy="85725"/>
            </p14:xfrm>
          </p:contentPart>
        </mc:Choice>
        <mc:Fallback xmlns="">
          <p:pic>
            <p:nvPicPr>
              <p:cNvPr id="308" name="墨迹 307"/>
            </p:nvPicPr>
            <p:blipFill>
              <a:blip/>
            </p:blipFill>
            <p:spPr>
              <a:xfrm>
                <a:off x="8079782" y="3873117"/>
                <a:ext cx="28934" cy="85725"/>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309" name="墨迹 308"/>
              <p14:cNvContentPartPr/>
              <p14:nvPr/>
            </p14:nvContentPartPr>
            <p14:xfrm>
              <a:off x="8030187" y="3873117"/>
              <a:ext cx="78458" cy="90179"/>
            </p14:xfrm>
          </p:contentPart>
        </mc:Choice>
        <mc:Fallback xmlns="">
          <p:pic>
            <p:nvPicPr>
              <p:cNvPr id="309" name="墨迹 308"/>
            </p:nvPicPr>
            <p:blipFill>
              <a:blip/>
            </p:blipFill>
            <p:spPr>
              <a:xfrm>
                <a:off x="8030187" y="3873117"/>
                <a:ext cx="78458" cy="90179"/>
              </a:xfrm>
              <a:prstGeom prst="rect"/>
            </p:spPr>
          </p:pic>
        </mc:Fallback>
      </mc:AlternateContent>
      <mc:AlternateContent xmlns:mc="http://schemas.openxmlformats.org/markup-compatibility/2006" xmlns:p14="http://schemas.microsoft.com/office/powerpoint/2010/main">
        <mc:Choice Requires="p14">
          <p:contentPart r:id="rId287" p14:bwMode="auto">
            <p14:nvContentPartPr>
              <p14:cNvPr id="310" name="墨迹 309"/>
              <p14:cNvContentPartPr/>
              <p14:nvPr/>
            </p14:nvContentPartPr>
            <p14:xfrm>
              <a:off x="8092181" y="3875183"/>
              <a:ext cx="24799" cy="18591"/>
            </p14:xfrm>
          </p:contentPart>
        </mc:Choice>
        <mc:Fallback xmlns="">
          <p:pic>
            <p:nvPicPr>
              <p:cNvPr id="310" name="墨迹 309"/>
            </p:nvPicPr>
            <p:blipFill>
              <a:blip/>
            </p:blipFill>
            <p:spPr>
              <a:xfrm>
                <a:off x="8092181" y="3875183"/>
                <a:ext cx="24799" cy="18591"/>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311" name="墨迹 310"/>
              <p14:cNvContentPartPr/>
              <p14:nvPr/>
            </p14:nvContentPartPr>
            <p14:xfrm>
              <a:off x="8076168" y="3814504"/>
              <a:ext cx="11880" cy="44412"/>
            </p14:xfrm>
          </p:contentPart>
        </mc:Choice>
        <mc:Fallback xmlns="">
          <p:pic>
            <p:nvPicPr>
              <p:cNvPr id="311" name="墨迹 310"/>
            </p:nvPicPr>
            <p:blipFill>
              <a:blip/>
            </p:blipFill>
            <p:spPr>
              <a:xfrm>
                <a:off x="8076168" y="3814504"/>
                <a:ext cx="11880" cy="44412"/>
              </a:xfrm>
              <a:prstGeom prst="rect"/>
            </p:spPr>
          </p:pic>
        </mc:Fallback>
      </mc:AlternateContent>
      <mc:AlternateContent xmlns:mc="http://schemas.openxmlformats.org/markup-compatibility/2006" xmlns:p14="http://schemas.microsoft.com/office/powerpoint/2010/main">
        <mc:Choice Requires="p14">
          <p:contentPart r:id="rId289" p14:bwMode="auto">
            <p14:nvContentPartPr>
              <p14:cNvPr id="312" name="墨迹 311"/>
              <p14:cNvContentPartPr/>
              <p14:nvPr/>
            </p14:nvContentPartPr>
            <p14:xfrm>
              <a:off x="8083914" y="3842132"/>
              <a:ext cx="17890" cy="5487"/>
            </p14:xfrm>
          </p:contentPart>
        </mc:Choice>
        <mc:Fallback xmlns="">
          <p:pic>
            <p:nvPicPr>
              <p:cNvPr id="312" name="墨迹 311"/>
            </p:nvPicPr>
            <p:blipFill>
              <a:blip/>
            </p:blipFill>
            <p:spPr>
              <a:xfrm>
                <a:off x="8083914" y="3842132"/>
                <a:ext cx="17890" cy="5487"/>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313" name="墨迹 312"/>
              <p14:cNvContentPartPr/>
              <p14:nvPr/>
            </p14:nvContentPartPr>
            <p14:xfrm>
              <a:off x="8080494" y="3819409"/>
              <a:ext cx="23054" cy="50609"/>
            </p14:xfrm>
          </p:contentPart>
        </mc:Choice>
        <mc:Fallback xmlns="">
          <p:pic>
            <p:nvPicPr>
              <p:cNvPr id="313" name="墨迹 312"/>
            </p:nvPicPr>
            <p:blipFill>
              <a:blip/>
            </p:blipFill>
            <p:spPr>
              <a:xfrm>
                <a:off x="8080494" y="3819409"/>
                <a:ext cx="23054" cy="50609"/>
              </a:xfrm>
              <a:prstGeom prst="rect"/>
            </p:spPr>
          </p:pic>
        </mc:Fallback>
      </mc:AlternateContent>
      <mc:AlternateContent xmlns:mc="http://schemas.openxmlformats.org/markup-compatibility/2006" xmlns:p14="http://schemas.microsoft.com/office/powerpoint/2010/main">
        <mc:Choice Requires="p14">
          <p:contentPart r:id="rId291" p14:bwMode="auto">
            <p14:nvContentPartPr>
              <p14:cNvPr id="314" name="墨迹 313"/>
              <p14:cNvContentPartPr/>
              <p14:nvPr/>
            </p14:nvContentPartPr>
            <p14:xfrm>
              <a:off x="8096315" y="3846263"/>
              <a:ext cx="17564" cy="35117"/>
            </p14:xfrm>
          </p:contentPart>
        </mc:Choice>
        <mc:Fallback xmlns="">
          <p:pic>
            <p:nvPicPr>
              <p:cNvPr id="314" name="墨迹 313"/>
            </p:nvPicPr>
            <p:blipFill>
              <a:blip/>
            </p:blipFill>
            <p:spPr>
              <a:xfrm>
                <a:off x="8096315" y="3846263"/>
                <a:ext cx="17564" cy="35117"/>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322" name="墨迹 321"/>
              <p14:cNvContentPartPr/>
              <p14:nvPr/>
            </p14:nvContentPartPr>
            <p14:xfrm>
              <a:off x="8014369" y="3681527"/>
              <a:ext cx="505049" cy="40797"/>
            </p14:xfrm>
          </p:contentPart>
        </mc:Choice>
        <mc:Fallback xmlns="">
          <p:pic>
            <p:nvPicPr>
              <p:cNvPr id="322" name="墨迹 321"/>
            </p:nvPicPr>
            <p:blipFill>
              <a:blip/>
            </p:blipFill>
            <p:spPr>
              <a:xfrm>
                <a:off x="8014369" y="3681527"/>
                <a:ext cx="505049" cy="40797"/>
              </a:xfrm>
              <a:prstGeom prst="rect"/>
            </p:spPr>
          </p:pic>
        </mc:Fallback>
      </mc:AlternateContent>
      <mc:AlternateContent xmlns:mc="http://schemas.openxmlformats.org/markup-compatibility/2006" xmlns:p14="http://schemas.microsoft.com/office/powerpoint/2010/main">
        <mc:Choice Requires="p14">
          <p:contentPart r:id="rId293" p14:bwMode="auto">
            <p14:nvContentPartPr>
              <p14:cNvPr id="323" name="墨迹 322"/>
              <p14:cNvContentPartPr/>
              <p14:nvPr/>
            </p14:nvContentPartPr>
            <p14:xfrm>
              <a:off x="8297793" y="3831804"/>
              <a:ext cx="15499" cy="4131"/>
            </p14:xfrm>
          </p:contentPart>
        </mc:Choice>
        <mc:Fallback xmlns="">
          <p:pic>
            <p:nvPicPr>
              <p:cNvPr id="323" name="墨迹 322"/>
            </p:nvPicPr>
            <p:blipFill>
              <a:blip/>
            </p:blipFill>
            <p:spPr>
              <a:xfrm>
                <a:off x="8297793" y="3831804"/>
                <a:ext cx="15499" cy="4131"/>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324" name="墨迹 323"/>
              <p14:cNvContentPartPr/>
              <p14:nvPr/>
            </p14:nvContentPartPr>
            <p14:xfrm>
              <a:off x="8290558" y="3818377"/>
              <a:ext cx="197346" cy="21689"/>
            </p14:xfrm>
          </p:contentPart>
        </mc:Choice>
        <mc:Fallback xmlns="">
          <p:pic>
            <p:nvPicPr>
              <p:cNvPr id="324" name="墨迹 323"/>
            </p:nvPicPr>
            <p:blipFill>
              <a:blip/>
            </p:blipFill>
            <p:spPr>
              <a:xfrm>
                <a:off x="8290558" y="3818377"/>
                <a:ext cx="197346" cy="21689"/>
              </a:xfrm>
              <a:prstGeom prst="rect"/>
            </p:spPr>
          </p:pic>
        </mc:Fallback>
      </mc:AlternateContent>
      <mc:AlternateContent xmlns:mc="http://schemas.openxmlformats.org/markup-compatibility/2006" xmlns:p14="http://schemas.microsoft.com/office/powerpoint/2010/main">
        <mc:Choice Requires="p14">
          <p:contentPart r:id="rId295" p14:bwMode="auto">
            <p14:nvContentPartPr>
              <p14:cNvPr id="325" name="墨迹 324"/>
              <p14:cNvContentPartPr/>
              <p14:nvPr/>
            </p14:nvContentPartPr>
            <p14:xfrm>
              <a:off x="8299856" y="3939218"/>
              <a:ext cx="193215" cy="80561"/>
            </p14:xfrm>
          </p:contentPart>
        </mc:Choice>
        <mc:Fallback xmlns="">
          <p:pic>
            <p:nvPicPr>
              <p:cNvPr id="325" name="墨迹 324"/>
            </p:nvPicPr>
            <p:blipFill>
              <a:blip/>
            </p:blipFill>
            <p:spPr>
              <a:xfrm>
                <a:off x="8299856" y="3939218"/>
                <a:ext cx="193215" cy="80561"/>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326" name="墨迹 325"/>
              <p14:cNvContentPartPr/>
              <p14:nvPr/>
            </p14:nvContentPartPr>
            <p14:xfrm>
              <a:off x="8470340" y="3825607"/>
              <a:ext cx="8266" cy="198303"/>
            </p14:xfrm>
          </p:contentPart>
        </mc:Choice>
        <mc:Fallback xmlns="">
          <p:pic>
            <p:nvPicPr>
              <p:cNvPr id="326" name="墨迹 325"/>
            </p:nvPicPr>
            <p:blipFill>
              <a:blip/>
            </p:blipFill>
            <p:spPr>
              <a:xfrm>
                <a:off x="8470340" y="3825607"/>
                <a:ext cx="8266" cy="198303"/>
              </a:xfrm>
              <a:prstGeom prst="rect"/>
            </p:spPr>
          </p:pic>
        </mc:Fallback>
      </mc:AlternateContent>
      <mc:AlternateContent xmlns:mc="http://schemas.openxmlformats.org/markup-compatibility/2006" xmlns:p14="http://schemas.microsoft.com/office/powerpoint/2010/main">
        <mc:Choice Requires="p14">
          <p:contentPart r:id="rId297" p14:bwMode="auto">
            <p14:nvContentPartPr>
              <p14:cNvPr id="327" name="墨迹 326"/>
              <p14:cNvContentPartPr/>
              <p14:nvPr/>
            </p14:nvContentPartPr>
            <p14:xfrm>
              <a:off x="8302959" y="3856592"/>
              <a:ext cx="8264" cy="99151"/>
            </p14:xfrm>
          </p:contentPart>
        </mc:Choice>
        <mc:Fallback xmlns="">
          <p:pic>
            <p:nvPicPr>
              <p:cNvPr id="327" name="墨迹 326"/>
            </p:nvPicPr>
            <p:blipFill>
              <a:blip/>
            </p:blipFill>
            <p:spPr>
              <a:xfrm>
                <a:off x="8302959" y="3856592"/>
                <a:ext cx="8264" cy="99151"/>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328" name="墨迹 327"/>
              <p14:cNvContentPartPr/>
              <p14:nvPr/>
            </p14:nvContentPartPr>
            <p14:xfrm>
              <a:off x="8319489" y="3883445"/>
              <a:ext cx="153952" cy="34083"/>
            </p14:xfrm>
          </p:contentPart>
        </mc:Choice>
        <mc:Fallback xmlns="">
          <p:pic>
            <p:nvPicPr>
              <p:cNvPr id="328" name="墨迹 327"/>
            </p:nvPicPr>
            <p:blipFill>
              <a:blip/>
            </p:blipFill>
            <p:spPr>
              <a:xfrm>
                <a:off x="8319489" y="3883445"/>
                <a:ext cx="153952" cy="34083"/>
              </a:xfrm>
              <a:prstGeom prst="rect"/>
            </p:spPr>
          </p:pic>
        </mc:Fallback>
      </mc:AlternateContent>
      <mc:AlternateContent xmlns:mc="http://schemas.openxmlformats.org/markup-compatibility/2006" xmlns:p14="http://schemas.microsoft.com/office/powerpoint/2010/main">
        <mc:Choice Requires="p14">
          <p:contentPart r:id="rId299" p14:bwMode="auto">
            <p14:nvContentPartPr>
              <p14:cNvPr id="329" name="墨迹 328"/>
              <p14:cNvContentPartPr/>
              <p14:nvPr/>
            </p14:nvContentPartPr>
            <p14:xfrm>
              <a:off x="8379417" y="3852460"/>
              <a:ext cx="22730" cy="103283"/>
            </p14:xfrm>
          </p:contentPart>
        </mc:Choice>
        <mc:Fallback xmlns="">
          <p:pic>
            <p:nvPicPr>
              <p:cNvPr id="329" name="墨迹 328"/>
            </p:nvPicPr>
            <p:blipFill>
              <a:blip/>
            </p:blipFill>
            <p:spPr>
              <a:xfrm>
                <a:off x="8379417" y="3852460"/>
                <a:ext cx="22730" cy="103283"/>
              </a:xfrm>
              <a:prstGeom prst="rect"/>
            </p:spPr>
          </p:pic>
        </mc:Fallback>
      </mc:AlternateContent>
      <mc:AlternateContent xmlns:mc="http://schemas.openxmlformats.org/markup-compatibility/2006" xmlns:p14="http://schemas.microsoft.com/office/powerpoint/2010/main">
        <mc:Choice Requires="p14">
          <p:contentPart r:id="rId300" p14:bwMode="auto">
            <p14:nvContentPartPr>
              <p14:cNvPr id="2" name="墨迹 1"/>
              <p14:cNvContentPartPr/>
              <p14:nvPr/>
            </p14:nvContentPartPr>
            <p14:xfrm>
              <a:off x="6403221" y="3687207"/>
              <a:ext cx="377287" cy="5164"/>
            </p14:xfrm>
          </p:contentPart>
        </mc:Choice>
        <mc:Fallback xmlns="">
          <p:pic>
            <p:nvPicPr>
              <p:cNvPr id="2" name="墨迹 1"/>
            </p:nvPicPr>
            <p:blipFill>
              <a:blip/>
            </p:blipFill>
            <p:spPr>
              <a:xfrm>
                <a:off x="6403221" y="3687207"/>
                <a:ext cx="377287" cy="5164"/>
              </a:xfrm>
              <a:prstGeom prst="rect"/>
            </p:spPr>
          </p:pic>
        </mc:Fallback>
      </mc:AlternateContent>
      <mc:AlternateContent xmlns:mc="http://schemas.openxmlformats.org/markup-compatibility/2006" xmlns:p14="http://schemas.microsoft.com/office/powerpoint/2010/main">
        <mc:Choice Requires="p14">
          <p:contentPart r:id="rId301" p14:bwMode="auto">
            <p14:nvContentPartPr>
              <p14:cNvPr id="3" name="墨迹 2"/>
              <p14:cNvContentPartPr/>
              <p14:nvPr/>
            </p14:nvContentPartPr>
            <p14:xfrm>
              <a:off x="6638440" y="3599417"/>
              <a:ext cx="154983" cy="219476"/>
            </p14:xfrm>
          </p:contentPart>
        </mc:Choice>
        <mc:Fallback xmlns="">
          <p:pic>
            <p:nvPicPr>
              <p:cNvPr id="3" name="墨迹 2"/>
            </p:nvPicPr>
            <p:blipFill>
              <a:blip/>
            </p:blipFill>
            <p:spPr>
              <a:xfrm>
                <a:off x="6638440" y="3599417"/>
                <a:ext cx="154983" cy="219476"/>
              </a:xfrm>
              <a:prstGeom prst="rect"/>
            </p:spPr>
          </p:pic>
        </mc:Fallback>
      </mc:AlternateContent>
      <mc:AlternateContent xmlns:mc="http://schemas.openxmlformats.org/markup-compatibility/2006" xmlns:p14="http://schemas.microsoft.com/office/powerpoint/2010/main">
        <mc:Choice Requires="p14">
          <p:contentPart r:id="rId302" p14:bwMode="auto">
            <p14:nvContentPartPr>
              <p14:cNvPr id="4" name="墨迹 3"/>
              <p14:cNvContentPartPr/>
              <p14:nvPr/>
            </p14:nvContentPartPr>
            <p14:xfrm>
              <a:off x="6452460" y="3713028"/>
              <a:ext cx="339187" cy="873388"/>
            </p14:xfrm>
          </p:contentPart>
        </mc:Choice>
        <mc:Fallback xmlns="">
          <p:pic>
            <p:nvPicPr>
              <p:cNvPr id="4" name="墨迹 3"/>
            </p:nvPicPr>
            <p:blipFill>
              <a:blip/>
            </p:blipFill>
            <p:spPr>
              <a:xfrm>
                <a:off x="6452460" y="3713028"/>
                <a:ext cx="339187" cy="873388"/>
              </a:xfrm>
              <a:prstGeom prst="rect"/>
            </p:spPr>
          </p:pic>
        </mc:Fallback>
      </mc:AlternateContent>
      <mc:AlternateContent xmlns:mc="http://schemas.openxmlformats.org/markup-compatibility/2006" xmlns:p14="http://schemas.microsoft.com/office/powerpoint/2010/main">
        <mc:Choice Requires="p14">
          <p:contentPart r:id="rId303" p14:bwMode="auto">
            <p14:nvContentPartPr>
              <p14:cNvPr id="5" name="墨迹 4"/>
              <p14:cNvContentPartPr/>
              <p14:nvPr/>
            </p14:nvContentPartPr>
            <p14:xfrm>
              <a:off x="6542060" y="4466995"/>
              <a:ext cx="433468" cy="414585"/>
            </p14:xfrm>
          </p:contentPart>
        </mc:Choice>
        <mc:Fallback xmlns="">
          <p:pic>
            <p:nvPicPr>
              <p:cNvPr id="5" name="墨迹 4"/>
            </p:nvPicPr>
            <p:blipFill>
              <a:blip/>
            </p:blipFill>
            <p:spPr>
              <a:xfrm>
                <a:off x="6542060" y="4466995"/>
                <a:ext cx="433468" cy="414585"/>
              </a:xfrm>
              <a:prstGeom prst="rect"/>
            </p:spPr>
          </p:pic>
        </mc:Fallback>
      </mc:AlternateContent>
    </p:spTree>
    <p:custDataLst>
      <p:tags r:id="rId30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5038725" y="117161"/>
              <a:ext cx="155790" cy="273539"/>
            </p14:xfrm>
          </p:contentPart>
        </mc:Choice>
        <mc:Fallback xmlns="">
          <p:pic>
            <p:nvPicPr>
              <p:cNvPr id="18" name="墨迹 17"/>
            </p:nvPicPr>
            <p:blipFill>
              <a:blip/>
            </p:blipFill>
            <p:spPr>
              <a:xfrm>
                <a:off x="5038725" y="117161"/>
                <a:ext cx="155790" cy="273539"/>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19" name="墨迹 18"/>
              <p14:cNvContentPartPr/>
              <p14:nvPr/>
            </p14:nvContentPartPr>
            <p14:xfrm>
              <a:off x="5276688" y="254818"/>
              <a:ext cx="99286" cy="117001"/>
            </p14:xfrm>
          </p:contentPart>
        </mc:Choice>
        <mc:Fallback xmlns="">
          <p:pic>
            <p:nvPicPr>
              <p:cNvPr id="19" name="墨迹 18"/>
            </p:nvPicPr>
            <p:blipFill>
              <a:blip/>
            </p:blipFill>
            <p:spPr>
              <a:xfrm>
                <a:off x="5276688" y="254818"/>
                <a:ext cx="99286" cy="117001"/>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 name="墨迹 19"/>
              <p14:cNvContentPartPr/>
              <p14:nvPr/>
            </p14:nvContentPartPr>
            <p14:xfrm>
              <a:off x="5436030" y="211730"/>
              <a:ext cx="86532" cy="160089"/>
            </p14:xfrm>
          </p:contentPart>
        </mc:Choice>
        <mc:Fallback xmlns="">
          <p:pic>
            <p:nvPicPr>
              <p:cNvPr id="20" name="墨迹 19"/>
            </p:nvPicPr>
            <p:blipFill>
              <a:blip/>
            </p:blipFill>
            <p:spPr>
              <a:xfrm>
                <a:off x="5436030" y="211730"/>
                <a:ext cx="86532" cy="160089"/>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5610386" y="196237"/>
              <a:ext cx="72325" cy="175582"/>
            </p14:xfrm>
          </p:contentPart>
        </mc:Choice>
        <mc:Fallback xmlns="">
          <p:pic>
            <p:nvPicPr>
              <p:cNvPr id="21" name="墨迹 20"/>
            </p:nvPicPr>
            <p:blipFill>
              <a:blip/>
            </p:blipFill>
            <p:spPr>
              <a:xfrm>
                <a:off x="5610386" y="196237"/>
                <a:ext cx="72325" cy="175582"/>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5761979" y="253043"/>
              <a:ext cx="84272" cy="77463"/>
            </p14:xfrm>
          </p:contentPart>
        </mc:Choice>
        <mc:Fallback xmlns="">
          <p:pic>
            <p:nvPicPr>
              <p:cNvPr id="22" name="墨迹 21"/>
            </p:nvPicPr>
            <p:blipFill>
              <a:blip/>
            </p:blipFill>
            <p:spPr>
              <a:xfrm>
                <a:off x="5761979" y="253043"/>
                <a:ext cx="84272" cy="77463"/>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3" name="墨迹 22"/>
              <p14:cNvContentPartPr/>
              <p14:nvPr/>
            </p14:nvContentPartPr>
            <p14:xfrm>
              <a:off x="5891131" y="232387"/>
              <a:ext cx="125601" cy="111029"/>
            </p14:xfrm>
          </p:contentPart>
        </mc:Choice>
        <mc:Fallback xmlns="">
          <p:pic>
            <p:nvPicPr>
              <p:cNvPr id="23" name="墨迹 22"/>
            </p:nvPicPr>
            <p:blipFill>
              <a:blip/>
            </p:blipFill>
            <p:spPr>
              <a:xfrm>
                <a:off x="5891131" y="232387"/>
                <a:ext cx="125601" cy="111029"/>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4" name="墨迹 23"/>
              <p14:cNvContentPartPr/>
              <p14:nvPr/>
            </p14:nvContentPartPr>
            <p14:xfrm>
              <a:off x="6111498" y="229159"/>
              <a:ext cx="67159" cy="145242"/>
            </p14:xfrm>
          </p:contentPart>
        </mc:Choice>
        <mc:Fallback xmlns="">
          <p:pic>
            <p:nvPicPr>
              <p:cNvPr id="24" name="墨迹 23"/>
            </p:nvPicPr>
            <p:blipFill>
              <a:blip/>
            </p:blipFill>
            <p:spPr>
              <a:xfrm>
                <a:off x="6111498" y="229159"/>
                <a:ext cx="67159" cy="145242"/>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5" name="墨迹 24"/>
              <p14:cNvContentPartPr/>
              <p14:nvPr/>
            </p14:nvContentPartPr>
            <p14:xfrm>
              <a:off x="180813" y="433789"/>
              <a:ext cx="11096787" cy="170417"/>
            </p14:xfrm>
          </p:contentPart>
        </mc:Choice>
        <mc:Fallback xmlns="">
          <p:pic>
            <p:nvPicPr>
              <p:cNvPr id="25" name="墨迹 24"/>
            </p:nvPicPr>
            <p:blipFill>
              <a:blip/>
            </p:blipFill>
            <p:spPr>
              <a:xfrm>
                <a:off x="180813" y="433789"/>
                <a:ext cx="11096787" cy="170417"/>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6" name="墨迹 25"/>
              <p14:cNvContentPartPr/>
              <p14:nvPr/>
            </p14:nvContentPartPr>
            <p14:xfrm>
              <a:off x="396175" y="144596"/>
              <a:ext cx="541472" cy="429916"/>
            </p14:xfrm>
          </p:contentPart>
        </mc:Choice>
        <mc:Fallback xmlns="">
          <p:pic>
            <p:nvPicPr>
              <p:cNvPr id="26" name="墨迹 25"/>
            </p:nvPicPr>
            <p:blipFill>
              <a:blip/>
            </p:blipFill>
            <p:spPr>
              <a:xfrm>
                <a:off x="396175" y="144596"/>
                <a:ext cx="541472" cy="429916"/>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7" name="墨迹 26"/>
              <p14:cNvContentPartPr/>
              <p14:nvPr/>
            </p14:nvContentPartPr>
            <p14:xfrm>
              <a:off x="11155551" y="637773"/>
              <a:ext cx="455424" cy="416360"/>
            </p14:xfrm>
          </p:contentPart>
        </mc:Choice>
        <mc:Fallback xmlns="">
          <p:pic>
            <p:nvPicPr>
              <p:cNvPr id="27" name="墨迹 26"/>
            </p:nvPicPr>
            <p:blipFill>
              <a:blip/>
            </p:blipFill>
            <p:spPr>
              <a:xfrm>
                <a:off x="11155551" y="637773"/>
                <a:ext cx="455424" cy="416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8" name="墨迹 27"/>
              <p14:cNvContentPartPr/>
              <p14:nvPr/>
            </p14:nvContentPartPr>
            <p14:xfrm>
              <a:off x="501111" y="934712"/>
              <a:ext cx="245390" cy="19365"/>
            </p14:xfrm>
          </p:contentPart>
        </mc:Choice>
        <mc:Fallback xmlns="">
          <p:pic>
            <p:nvPicPr>
              <p:cNvPr id="28" name="墨迹 27"/>
            </p:nvPicPr>
            <p:blipFill>
              <a:blip/>
            </p:blipFill>
            <p:spPr>
              <a:xfrm>
                <a:off x="501111" y="934712"/>
                <a:ext cx="245390" cy="1936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9" name="墨迹 28"/>
              <p14:cNvContentPartPr/>
              <p14:nvPr/>
            </p14:nvContentPartPr>
            <p14:xfrm>
              <a:off x="1771972" y="877906"/>
              <a:ext cx="247973" cy="12911"/>
            </p14:xfrm>
          </p:contentPart>
        </mc:Choice>
        <mc:Fallback xmlns="">
          <p:pic>
            <p:nvPicPr>
              <p:cNvPr id="29" name="墨迹 28"/>
            </p:nvPicPr>
            <p:blipFill>
              <a:blip/>
            </p:blipFill>
            <p:spPr>
              <a:xfrm>
                <a:off x="1771972" y="877906"/>
                <a:ext cx="247973" cy="12911"/>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0" name="墨迹 29"/>
              <p14:cNvContentPartPr/>
              <p14:nvPr/>
            </p14:nvContentPartPr>
            <p14:xfrm>
              <a:off x="3415438" y="852085"/>
              <a:ext cx="283490" cy="15493"/>
            </p14:xfrm>
          </p:contentPart>
        </mc:Choice>
        <mc:Fallback xmlns="">
          <p:pic>
            <p:nvPicPr>
              <p:cNvPr id="30" name="墨迹 29"/>
            </p:nvPicPr>
            <p:blipFill>
              <a:blip/>
            </p:blipFill>
            <p:spPr>
              <a:xfrm>
                <a:off x="3415438" y="852085"/>
                <a:ext cx="283490" cy="15493"/>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31" name="墨迹 30"/>
              <p14:cNvContentPartPr/>
              <p14:nvPr/>
            </p14:nvContentPartPr>
            <p14:xfrm>
              <a:off x="4514204" y="836593"/>
              <a:ext cx="303185" cy="12910"/>
            </p14:xfrm>
          </p:contentPart>
        </mc:Choice>
        <mc:Fallback xmlns="">
          <p:pic>
            <p:nvPicPr>
              <p:cNvPr id="31" name="墨迹 30"/>
            </p:nvPicPr>
            <p:blipFill>
              <a:blip/>
            </p:blipFill>
            <p:spPr>
              <a:xfrm>
                <a:off x="4514204" y="836593"/>
                <a:ext cx="303185" cy="1291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40" name="墨迹 39"/>
              <p14:cNvContentPartPr/>
              <p14:nvPr/>
            </p14:nvContentPartPr>
            <p14:xfrm>
              <a:off x="3322465" y="1209074"/>
              <a:ext cx="2452574" cy="540913"/>
            </p14:xfrm>
          </p:contentPart>
        </mc:Choice>
        <mc:Fallback xmlns="">
          <p:pic>
            <p:nvPicPr>
              <p:cNvPr id="40" name="墨迹 39"/>
            </p:nvPicPr>
            <p:blipFill>
              <a:blip/>
            </p:blipFill>
            <p:spPr>
              <a:xfrm>
                <a:off x="3322465" y="1209074"/>
                <a:ext cx="2452574" cy="540913"/>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44" name="墨迹 43"/>
              <p14:cNvContentPartPr/>
              <p14:nvPr/>
            </p14:nvContentPartPr>
            <p14:xfrm>
              <a:off x="5864187" y="1229730"/>
              <a:ext cx="313808" cy="365332"/>
            </p14:xfrm>
          </p:contentPart>
        </mc:Choice>
        <mc:Fallback xmlns="">
          <p:pic>
            <p:nvPicPr>
              <p:cNvPr id="44" name="墨迹 43"/>
            </p:nvPicPr>
            <p:blipFill>
              <a:blip/>
            </p:blipFill>
            <p:spPr>
              <a:xfrm>
                <a:off x="5864187" y="1229730"/>
                <a:ext cx="313808" cy="365332"/>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45" name="墨迹 44"/>
              <p14:cNvContentPartPr/>
              <p14:nvPr/>
            </p14:nvContentPartPr>
            <p14:xfrm>
              <a:off x="6132162" y="1552474"/>
              <a:ext cx="129153" cy="128458"/>
            </p14:xfrm>
          </p:contentPart>
        </mc:Choice>
        <mc:Fallback xmlns="">
          <p:pic>
            <p:nvPicPr>
              <p:cNvPr id="45" name="墨迹 44"/>
            </p:nvPicPr>
            <p:blipFill>
              <a:blip/>
            </p:blipFill>
            <p:spPr>
              <a:xfrm>
                <a:off x="6132162" y="1552474"/>
                <a:ext cx="129153" cy="128458"/>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46" name="墨迹 45"/>
              <p14:cNvContentPartPr/>
              <p14:nvPr/>
            </p14:nvContentPartPr>
            <p14:xfrm>
              <a:off x="3469037" y="1387867"/>
              <a:ext cx="121403" cy="263372"/>
            </p14:xfrm>
          </p:contentPart>
        </mc:Choice>
        <mc:Fallback xmlns="">
          <p:pic>
            <p:nvPicPr>
              <p:cNvPr id="46" name="墨迹 45"/>
            </p:nvPicPr>
            <p:blipFill>
              <a:blip/>
            </p:blipFill>
            <p:spPr>
              <a:xfrm>
                <a:off x="3469037" y="1387867"/>
                <a:ext cx="121403" cy="263372"/>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47" name="墨迹 46"/>
              <p14:cNvContentPartPr/>
              <p14:nvPr/>
            </p14:nvContentPartPr>
            <p14:xfrm>
              <a:off x="3622728" y="1489052"/>
              <a:ext cx="120112" cy="146694"/>
            </p14:xfrm>
          </p:contentPart>
        </mc:Choice>
        <mc:Fallback xmlns="">
          <p:pic>
            <p:nvPicPr>
              <p:cNvPr id="47" name="墨迹 46"/>
            </p:nvPicPr>
            <p:blipFill>
              <a:blip/>
            </p:blipFill>
            <p:spPr>
              <a:xfrm>
                <a:off x="3622728" y="1489052"/>
                <a:ext cx="120112" cy="146694"/>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48" name="墨迹 47"/>
              <p14:cNvContentPartPr/>
              <p14:nvPr/>
            </p14:nvContentPartPr>
            <p14:xfrm>
              <a:off x="3767379" y="1507933"/>
              <a:ext cx="83949" cy="116678"/>
            </p14:xfrm>
          </p:contentPart>
        </mc:Choice>
        <mc:Fallback xmlns="">
          <p:pic>
            <p:nvPicPr>
              <p:cNvPr id="48" name="墨迹 47"/>
            </p:nvPicPr>
            <p:blipFill>
              <a:blip/>
            </p:blipFill>
            <p:spPr>
              <a:xfrm>
                <a:off x="3767379" y="1507933"/>
                <a:ext cx="83949" cy="116678"/>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49" name="墨迹 48"/>
              <p14:cNvContentPartPr/>
              <p14:nvPr/>
            </p14:nvContentPartPr>
            <p14:xfrm>
              <a:off x="3878127" y="1518262"/>
              <a:ext cx="102354" cy="98119"/>
            </p14:xfrm>
          </p:contentPart>
        </mc:Choice>
        <mc:Fallback xmlns="">
          <p:pic>
            <p:nvPicPr>
              <p:cNvPr id="49" name="墨迹 48"/>
            </p:nvPicPr>
            <p:blipFill>
              <a:blip/>
            </p:blipFill>
            <p:spPr>
              <a:xfrm>
                <a:off x="3878127" y="1518262"/>
                <a:ext cx="102354" cy="98119"/>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50" name="墨迹 49"/>
              <p14:cNvContentPartPr/>
              <p14:nvPr/>
            </p14:nvContentPartPr>
            <p14:xfrm>
              <a:off x="4008894" y="1520198"/>
              <a:ext cx="105906" cy="104413"/>
            </p14:xfrm>
          </p:contentPart>
        </mc:Choice>
        <mc:Fallback xmlns="">
          <p:pic>
            <p:nvPicPr>
              <p:cNvPr id="50" name="墨迹 49"/>
            </p:nvPicPr>
            <p:blipFill>
              <a:blip/>
            </p:blipFill>
            <p:spPr>
              <a:xfrm>
                <a:off x="4008894" y="1520198"/>
                <a:ext cx="105906" cy="104413"/>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51" name="墨迹 50"/>
              <p14:cNvContentPartPr/>
              <p14:nvPr/>
            </p14:nvContentPartPr>
            <p14:xfrm>
              <a:off x="4127715" y="1404650"/>
              <a:ext cx="107196" cy="232387"/>
            </p14:xfrm>
          </p:contentPart>
        </mc:Choice>
        <mc:Fallback xmlns="">
          <p:pic>
            <p:nvPicPr>
              <p:cNvPr id="51" name="墨迹 50"/>
            </p:nvPicPr>
            <p:blipFill>
              <a:blip/>
            </p:blipFill>
            <p:spPr>
              <a:xfrm>
                <a:off x="4127715" y="1404650"/>
                <a:ext cx="107196" cy="232387"/>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52" name="墨迹 51"/>
              <p14:cNvContentPartPr/>
              <p14:nvPr/>
            </p14:nvContentPartPr>
            <p14:xfrm>
              <a:off x="4496284" y="1429018"/>
              <a:ext cx="39553" cy="209633"/>
            </p14:xfrm>
          </p:contentPart>
        </mc:Choice>
        <mc:Fallback xmlns="">
          <p:pic>
            <p:nvPicPr>
              <p:cNvPr id="52" name="墨迹 51"/>
            </p:nvPicPr>
            <p:blipFill>
              <a:blip/>
            </p:blipFill>
            <p:spPr>
              <a:xfrm>
                <a:off x="4496284" y="1429018"/>
                <a:ext cx="39553" cy="209633"/>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53" name="墨迹 52"/>
              <p14:cNvContentPartPr/>
              <p14:nvPr/>
            </p14:nvContentPartPr>
            <p14:xfrm>
              <a:off x="4553434" y="1514873"/>
              <a:ext cx="106389" cy="129910"/>
            </p14:xfrm>
          </p:contentPart>
        </mc:Choice>
        <mc:Fallback xmlns="">
          <p:pic>
            <p:nvPicPr>
              <p:cNvPr id="53" name="墨迹 52"/>
            </p:nvPicPr>
            <p:blipFill>
              <a:blip/>
            </p:blipFill>
            <p:spPr>
              <a:xfrm>
                <a:off x="4553434" y="1514873"/>
                <a:ext cx="106389" cy="12991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54" name="墨迹 53"/>
              <p14:cNvContentPartPr/>
              <p14:nvPr/>
            </p14:nvContentPartPr>
            <p14:xfrm>
              <a:off x="4701152" y="1519553"/>
              <a:ext cx="46495" cy="117484"/>
            </p14:xfrm>
          </p:contentPart>
        </mc:Choice>
        <mc:Fallback xmlns="">
          <p:pic>
            <p:nvPicPr>
              <p:cNvPr id="54" name="墨迹 53"/>
            </p:nvPicPr>
            <p:blipFill>
              <a:blip/>
            </p:blipFill>
            <p:spPr>
              <a:xfrm>
                <a:off x="4701152" y="1519553"/>
                <a:ext cx="46495" cy="11748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55" name="墨迹 54"/>
              <p14:cNvContentPartPr/>
              <p14:nvPr/>
            </p14:nvContentPartPr>
            <p14:xfrm>
              <a:off x="4778644" y="1509708"/>
              <a:ext cx="49885" cy="135075"/>
            </p14:xfrm>
          </p:contentPart>
        </mc:Choice>
        <mc:Fallback xmlns="">
          <p:pic>
            <p:nvPicPr>
              <p:cNvPr id="55" name="墨迹 54"/>
            </p:nvPicPr>
            <p:blipFill>
              <a:blip/>
            </p:blipFill>
            <p:spPr>
              <a:xfrm>
                <a:off x="4778644" y="1509708"/>
                <a:ext cx="49885" cy="135075"/>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56" name="墨迹 55"/>
              <p14:cNvContentPartPr/>
              <p14:nvPr/>
            </p14:nvContentPartPr>
            <p14:xfrm>
              <a:off x="4876800" y="1529881"/>
              <a:ext cx="81366" cy="89888"/>
            </p14:xfrm>
          </p:contentPart>
        </mc:Choice>
        <mc:Fallback xmlns="">
          <p:pic>
            <p:nvPicPr>
              <p:cNvPr id="56" name="墨迹 55"/>
            </p:nvPicPr>
            <p:blipFill>
              <a:blip/>
            </p:blipFill>
            <p:spPr>
              <a:xfrm>
                <a:off x="4876800" y="1529881"/>
                <a:ext cx="81366" cy="89888"/>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57" name="墨迹 56"/>
              <p14:cNvContentPartPr/>
              <p14:nvPr/>
            </p14:nvContentPartPr>
            <p14:xfrm>
              <a:off x="4969789" y="1528590"/>
              <a:ext cx="59411" cy="92955"/>
            </p14:xfrm>
          </p:contentPart>
        </mc:Choice>
        <mc:Fallback xmlns="">
          <p:pic>
            <p:nvPicPr>
              <p:cNvPr id="57" name="墨迹 56"/>
            </p:nvPicPr>
            <p:blipFill>
              <a:blip/>
            </p:blipFill>
            <p:spPr>
              <a:xfrm>
                <a:off x="4969789" y="1528590"/>
                <a:ext cx="59411" cy="9295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58" name="墨迹 57"/>
              <p14:cNvContentPartPr/>
              <p14:nvPr/>
            </p14:nvContentPartPr>
            <p14:xfrm>
              <a:off x="5083444" y="1504060"/>
              <a:ext cx="46494" cy="135559"/>
            </p14:xfrm>
          </p:contentPart>
        </mc:Choice>
        <mc:Fallback xmlns="">
          <p:pic>
            <p:nvPicPr>
              <p:cNvPr id="58" name="墨迹 57"/>
            </p:nvPicPr>
            <p:blipFill>
              <a:blip/>
            </p:blipFill>
            <p:spPr>
              <a:xfrm>
                <a:off x="5083444" y="1504060"/>
                <a:ext cx="46494" cy="135559"/>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59" name="墨迹 58"/>
              <p14:cNvContentPartPr/>
              <p14:nvPr/>
            </p14:nvContentPartPr>
            <p14:xfrm>
              <a:off x="5188541" y="1358173"/>
              <a:ext cx="127377" cy="291936"/>
            </p14:xfrm>
          </p:contentPart>
        </mc:Choice>
        <mc:Fallback xmlns="">
          <p:pic>
            <p:nvPicPr>
              <p:cNvPr id="59" name="墨迹 58"/>
            </p:nvPicPr>
            <p:blipFill>
              <a:blip/>
            </p:blipFill>
            <p:spPr>
              <a:xfrm>
                <a:off x="5188541" y="1358173"/>
                <a:ext cx="127377" cy="291936"/>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68" name="墨迹 67"/>
              <p14:cNvContentPartPr/>
              <p14:nvPr/>
            </p14:nvContentPartPr>
            <p14:xfrm>
              <a:off x="5287615" y="1553123"/>
              <a:ext cx="23563" cy="20414"/>
            </p14:xfrm>
          </p:contentPart>
        </mc:Choice>
        <mc:Fallback xmlns="">
          <p:pic>
            <p:nvPicPr>
              <p:cNvPr id="68" name="墨迹 67"/>
            </p:nvPicPr>
            <p:blipFill>
              <a:blip/>
            </p:blipFill>
            <p:spPr>
              <a:xfrm>
                <a:off x="5287615" y="1553123"/>
                <a:ext cx="23563" cy="20414"/>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69" name="墨迹 68"/>
              <p14:cNvContentPartPr/>
              <p14:nvPr/>
            </p14:nvContentPartPr>
            <p14:xfrm>
              <a:off x="5258160" y="1526428"/>
              <a:ext cx="86008" cy="12563"/>
            </p14:xfrm>
          </p:contentPart>
        </mc:Choice>
        <mc:Fallback xmlns="">
          <p:pic>
            <p:nvPicPr>
              <p:cNvPr id="69" name="墨迹 68"/>
            </p:nvPicPr>
            <p:blipFill>
              <a:blip/>
            </p:blipFill>
            <p:spPr>
              <a:xfrm>
                <a:off x="5258160" y="1526428"/>
                <a:ext cx="86008" cy="12563"/>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70" name="墨迹 69"/>
              <p14:cNvContentPartPr/>
              <p14:nvPr/>
            </p14:nvContentPartPr>
            <p14:xfrm>
              <a:off x="5271905" y="1498163"/>
              <a:ext cx="56553" cy="155754"/>
            </p14:xfrm>
          </p:contentPart>
        </mc:Choice>
        <mc:Fallback xmlns="">
          <p:pic>
            <p:nvPicPr>
              <p:cNvPr id="70" name="墨迹 69"/>
            </p:nvPicPr>
            <p:blipFill>
              <a:blip/>
            </p:blipFill>
            <p:spPr>
              <a:xfrm>
                <a:off x="5271905" y="1498163"/>
                <a:ext cx="56553" cy="155754"/>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71" name="墨迹 70"/>
              <p14:cNvContentPartPr/>
              <p14:nvPr/>
            </p14:nvContentPartPr>
            <p14:xfrm>
              <a:off x="5350451" y="1548412"/>
              <a:ext cx="39270" cy="98929"/>
            </p14:xfrm>
          </p:contentPart>
        </mc:Choice>
        <mc:Fallback xmlns="">
          <p:pic>
            <p:nvPicPr>
              <p:cNvPr id="71" name="墨迹 70"/>
            </p:nvPicPr>
            <p:blipFill>
              <a:blip/>
            </p:blipFill>
            <p:spPr>
              <a:xfrm>
                <a:off x="5350451" y="1548412"/>
                <a:ext cx="39270" cy="98929"/>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72" name="墨迹 71"/>
              <p14:cNvContentPartPr/>
              <p14:nvPr/>
            </p14:nvContentPartPr>
            <p14:xfrm>
              <a:off x="5418392" y="1531139"/>
              <a:ext cx="78150" cy="7852"/>
            </p14:xfrm>
          </p:contentPart>
        </mc:Choice>
        <mc:Fallback xmlns="">
          <p:pic>
            <p:nvPicPr>
              <p:cNvPr id="72" name="墨迹 71"/>
            </p:nvPicPr>
            <p:blipFill>
              <a:blip/>
            </p:blipFill>
            <p:spPr>
              <a:xfrm>
                <a:off x="5418392" y="1531139"/>
                <a:ext cx="78150" cy="7852"/>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73" name="墨迹 72"/>
              <p14:cNvContentPartPr/>
              <p14:nvPr/>
            </p14:nvContentPartPr>
            <p14:xfrm>
              <a:off x="5452167" y="1498163"/>
              <a:ext cx="42804" cy="146528"/>
            </p14:xfrm>
          </p:contentPart>
        </mc:Choice>
        <mc:Fallback xmlns="">
          <p:pic>
            <p:nvPicPr>
              <p:cNvPr id="73" name="墨迹 72"/>
            </p:nvPicPr>
            <p:blipFill>
              <a:blip/>
            </p:blipFill>
            <p:spPr>
              <a:xfrm>
                <a:off x="5452167" y="1498163"/>
                <a:ext cx="42804" cy="146528"/>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74" name="墨迹 73"/>
              <p14:cNvContentPartPr/>
              <p14:nvPr/>
            </p14:nvContentPartPr>
            <p14:xfrm>
              <a:off x="5507538" y="1538991"/>
              <a:ext cx="61464" cy="96082"/>
            </p14:xfrm>
          </p:contentPart>
        </mc:Choice>
        <mc:Fallback xmlns="">
          <p:pic>
            <p:nvPicPr>
              <p:cNvPr id="74" name="墨迹 73"/>
            </p:nvPicPr>
            <p:blipFill>
              <a:blip/>
            </p:blipFill>
            <p:spPr>
              <a:xfrm>
                <a:off x="5507538" y="1538991"/>
                <a:ext cx="61464" cy="96082"/>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75" name="墨迹 74"/>
              <p14:cNvContentPartPr/>
              <p14:nvPr/>
            </p14:nvContentPartPr>
            <p14:xfrm>
              <a:off x="5586084" y="1530354"/>
              <a:ext cx="64407" cy="83913"/>
            </p14:xfrm>
          </p:contentPart>
        </mc:Choice>
        <mc:Fallback xmlns="">
          <p:pic>
            <p:nvPicPr>
              <p:cNvPr id="75" name="墨迹 74"/>
            </p:nvPicPr>
            <p:blipFill>
              <a:blip/>
            </p:blipFill>
            <p:spPr>
              <a:xfrm>
                <a:off x="5586084" y="1530354"/>
                <a:ext cx="64407" cy="83913"/>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81" name="墨迹 80"/>
              <p14:cNvContentPartPr/>
              <p14:nvPr/>
            </p14:nvContentPartPr>
            <p14:xfrm>
              <a:off x="576020" y="1239397"/>
              <a:ext cx="23247" cy="330506"/>
            </p14:xfrm>
          </p:contentPart>
        </mc:Choice>
        <mc:Fallback xmlns="">
          <p:pic>
            <p:nvPicPr>
              <p:cNvPr id="81" name="墨迹 80"/>
            </p:nvPicPr>
            <p:blipFill>
              <a:blip/>
            </p:blipFill>
            <p:spPr>
              <a:xfrm>
                <a:off x="576020" y="1239397"/>
                <a:ext cx="23247" cy="330506"/>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82" name="墨迹 81"/>
              <p14:cNvContentPartPr/>
              <p14:nvPr/>
            </p14:nvContentPartPr>
            <p14:xfrm>
              <a:off x="625098" y="1213576"/>
              <a:ext cx="1358685" cy="25821"/>
            </p14:xfrm>
          </p:contentPart>
        </mc:Choice>
        <mc:Fallback xmlns="">
          <p:pic>
            <p:nvPicPr>
              <p:cNvPr id="82" name="墨迹 81"/>
            </p:nvPicPr>
            <p:blipFill>
              <a:blip/>
            </p:blipFill>
            <p:spPr>
              <a:xfrm>
                <a:off x="625098" y="1213576"/>
                <a:ext cx="1358685" cy="25821"/>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83" name="墨迹 82"/>
              <p14:cNvContentPartPr/>
              <p14:nvPr/>
            </p14:nvContentPartPr>
            <p14:xfrm>
              <a:off x="1983783" y="1262636"/>
              <a:ext cx="10332" cy="340834"/>
            </p14:xfrm>
          </p:contentPart>
        </mc:Choice>
        <mc:Fallback xmlns="">
          <p:pic>
            <p:nvPicPr>
              <p:cNvPr id="83" name="墨迹 82"/>
            </p:nvPicPr>
            <p:blipFill>
              <a:blip/>
            </p:blipFill>
            <p:spPr>
              <a:xfrm>
                <a:off x="1983783" y="1262636"/>
                <a:ext cx="10332" cy="340834"/>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84" name="墨迹 83"/>
              <p14:cNvContentPartPr/>
              <p14:nvPr/>
            </p14:nvContentPartPr>
            <p14:xfrm>
              <a:off x="619932" y="1569903"/>
              <a:ext cx="1389681" cy="5164"/>
            </p14:xfrm>
          </p:contentPart>
        </mc:Choice>
        <mc:Fallback xmlns="">
          <p:pic>
            <p:nvPicPr>
              <p:cNvPr id="84" name="墨迹 83"/>
            </p:nvPicPr>
            <p:blipFill>
              <a:blip/>
            </p:blipFill>
            <p:spPr>
              <a:xfrm>
                <a:off x="619932" y="1569903"/>
                <a:ext cx="1389681" cy="5164"/>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85" name="墨迹 84"/>
              <p14:cNvContentPartPr/>
              <p14:nvPr/>
            </p14:nvContentPartPr>
            <p14:xfrm>
              <a:off x="1820949" y="1339631"/>
              <a:ext cx="130871" cy="169290"/>
            </p14:xfrm>
          </p:contentPart>
        </mc:Choice>
        <mc:Fallback xmlns="">
          <p:pic>
            <p:nvPicPr>
              <p:cNvPr id="85" name="墨迹 84"/>
            </p:nvPicPr>
            <p:blipFill>
              <a:blip/>
            </p:blipFill>
            <p:spPr>
              <a:xfrm>
                <a:off x="1820949" y="1339631"/>
                <a:ext cx="130871" cy="16929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87" name="墨迹 86"/>
              <p14:cNvContentPartPr/>
              <p14:nvPr/>
            </p14:nvContentPartPr>
            <p14:xfrm>
              <a:off x="645762" y="1642201"/>
              <a:ext cx="5166" cy="82627"/>
            </p14:xfrm>
          </p:contentPart>
        </mc:Choice>
        <mc:Fallback xmlns="">
          <p:pic>
            <p:nvPicPr>
              <p:cNvPr id="87" name="墨迹 86"/>
            </p:nvPicPr>
            <p:blipFill>
              <a:blip/>
            </p:blipFill>
            <p:spPr>
              <a:xfrm>
                <a:off x="645762" y="1642201"/>
                <a:ext cx="5166" cy="82627"/>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88" name="墨迹 87"/>
              <p14:cNvContentPartPr/>
              <p14:nvPr/>
            </p14:nvContentPartPr>
            <p14:xfrm>
              <a:off x="635430" y="1874588"/>
              <a:ext cx="10332" cy="157507"/>
            </p14:xfrm>
          </p:contentPart>
        </mc:Choice>
        <mc:Fallback xmlns="">
          <p:pic>
            <p:nvPicPr>
              <p:cNvPr id="88" name="墨迹 87"/>
            </p:nvPicPr>
            <p:blipFill>
              <a:blip/>
            </p:blipFill>
            <p:spPr>
              <a:xfrm>
                <a:off x="635430" y="1874588"/>
                <a:ext cx="10332" cy="157507"/>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89" name="墨迹 88"/>
              <p14:cNvContentPartPr/>
              <p14:nvPr/>
            </p14:nvContentPartPr>
            <p14:xfrm>
              <a:off x="650928" y="2117304"/>
              <a:ext cx="7749" cy="100701"/>
            </p14:xfrm>
          </p:contentPart>
        </mc:Choice>
        <mc:Fallback xmlns="">
          <p:pic>
            <p:nvPicPr>
              <p:cNvPr id="89" name="墨迹 88"/>
            </p:nvPicPr>
            <p:blipFill>
              <a:blip/>
            </p:blipFill>
            <p:spPr>
              <a:xfrm>
                <a:off x="650928" y="2117304"/>
                <a:ext cx="7749" cy="100701"/>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90" name="墨迹 89"/>
              <p14:cNvContentPartPr/>
              <p14:nvPr/>
            </p14:nvContentPartPr>
            <p14:xfrm>
              <a:off x="1771972" y="1600888"/>
              <a:ext cx="360" cy="87791"/>
            </p14:xfrm>
          </p:contentPart>
        </mc:Choice>
        <mc:Fallback xmlns="">
          <p:pic>
            <p:nvPicPr>
              <p:cNvPr id="90" name="墨迹 89"/>
            </p:nvPicPr>
            <p:blipFill>
              <a:blip/>
            </p:blipFill>
            <p:spPr>
              <a:xfrm>
                <a:off x="1771972" y="1600888"/>
                <a:ext cx="360" cy="87791"/>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91" name="墨迹 90"/>
              <p14:cNvContentPartPr/>
              <p14:nvPr/>
            </p14:nvContentPartPr>
            <p14:xfrm>
              <a:off x="1777138" y="1838439"/>
              <a:ext cx="7750" cy="77463"/>
            </p14:xfrm>
          </p:contentPart>
        </mc:Choice>
        <mc:Fallback xmlns="">
          <p:pic>
            <p:nvPicPr>
              <p:cNvPr id="91" name="墨迹 90"/>
            </p:nvPicPr>
            <p:blipFill>
              <a:blip/>
            </p:blipFill>
            <p:spPr>
              <a:xfrm>
                <a:off x="1777138" y="1838439"/>
                <a:ext cx="7750" cy="77463"/>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92" name="墨迹 91"/>
              <p14:cNvContentPartPr/>
              <p14:nvPr/>
            </p14:nvContentPartPr>
            <p14:xfrm>
              <a:off x="1782305" y="2039841"/>
              <a:ext cx="10332" cy="178164"/>
            </p14:xfrm>
          </p:contentPart>
        </mc:Choice>
        <mc:Fallback xmlns="">
          <p:pic>
            <p:nvPicPr>
              <p:cNvPr id="92" name="墨迹 91"/>
            </p:nvPicPr>
            <p:blipFill>
              <a:blip/>
            </p:blipFill>
            <p:spPr>
              <a:xfrm>
                <a:off x="1782305" y="2039841"/>
                <a:ext cx="10332" cy="178164"/>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93" name="墨迹 92"/>
              <p14:cNvContentPartPr/>
              <p14:nvPr/>
            </p14:nvContentPartPr>
            <p14:xfrm>
              <a:off x="1792637" y="2272228"/>
              <a:ext cx="15498" cy="61970"/>
            </p14:xfrm>
          </p:contentPart>
        </mc:Choice>
        <mc:Fallback xmlns="">
          <p:pic>
            <p:nvPicPr>
              <p:cNvPr id="93" name="墨迹 92"/>
            </p:nvPicPr>
            <p:blipFill>
              <a:blip/>
            </p:blipFill>
            <p:spPr>
              <a:xfrm>
                <a:off x="1792637" y="2272228"/>
                <a:ext cx="15498" cy="6197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94" name="墨迹 93"/>
              <p14:cNvContentPartPr/>
              <p14:nvPr/>
            </p14:nvContentPartPr>
            <p14:xfrm>
              <a:off x="661261" y="2349691"/>
              <a:ext cx="36162" cy="43895"/>
            </p14:xfrm>
          </p:contentPart>
        </mc:Choice>
        <mc:Fallback xmlns="">
          <p:pic>
            <p:nvPicPr>
              <p:cNvPr id="94" name="墨迹 93"/>
            </p:nvPicPr>
            <p:blipFill>
              <a:blip/>
            </p:blipFill>
            <p:spPr>
              <a:xfrm>
                <a:off x="661261" y="2349691"/>
                <a:ext cx="36162" cy="4389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95" name="墨迹 94"/>
              <p14:cNvContentPartPr/>
              <p14:nvPr/>
            </p14:nvContentPartPr>
            <p14:xfrm>
              <a:off x="811077" y="2398750"/>
              <a:ext cx="85241" cy="11136"/>
            </p14:xfrm>
          </p:contentPart>
        </mc:Choice>
        <mc:Fallback xmlns="">
          <p:pic>
            <p:nvPicPr>
              <p:cNvPr id="95" name="墨迹 94"/>
            </p:nvPicPr>
            <p:blipFill>
              <a:blip/>
            </p:blipFill>
            <p:spPr>
              <a:xfrm>
                <a:off x="811077" y="2398750"/>
                <a:ext cx="85241" cy="11136"/>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96" name="墨迹 95"/>
              <p14:cNvContentPartPr/>
              <p14:nvPr/>
            </p14:nvContentPartPr>
            <p14:xfrm>
              <a:off x="1115877" y="2385840"/>
              <a:ext cx="98156" cy="15492"/>
            </p14:xfrm>
          </p:contentPart>
        </mc:Choice>
        <mc:Fallback xmlns="">
          <p:pic>
            <p:nvPicPr>
              <p:cNvPr id="96" name="墨迹 95"/>
            </p:nvPicPr>
            <p:blipFill>
              <a:blip/>
            </p:blipFill>
            <p:spPr>
              <a:xfrm>
                <a:off x="1115877" y="2385840"/>
                <a:ext cx="98156" cy="15492"/>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97" name="墨迹 96"/>
              <p14:cNvContentPartPr/>
              <p14:nvPr/>
            </p14:nvContentPartPr>
            <p14:xfrm>
              <a:off x="1477505" y="2344527"/>
              <a:ext cx="49077" cy="18074"/>
            </p14:xfrm>
          </p:contentPart>
        </mc:Choice>
        <mc:Fallback xmlns="">
          <p:pic>
            <p:nvPicPr>
              <p:cNvPr id="97" name="墨迹 96"/>
            </p:nvPicPr>
            <p:blipFill>
              <a:blip/>
            </p:blipFill>
            <p:spPr>
              <a:xfrm>
                <a:off x="1477505" y="2344527"/>
                <a:ext cx="49077" cy="18074"/>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98" name="墨迹 97"/>
              <p14:cNvContentPartPr/>
              <p14:nvPr/>
            </p14:nvContentPartPr>
            <p14:xfrm>
              <a:off x="650928" y="1623965"/>
              <a:ext cx="1084882" cy="823845"/>
            </p14:xfrm>
          </p:contentPart>
        </mc:Choice>
        <mc:Fallback xmlns="">
          <p:pic>
            <p:nvPicPr>
              <p:cNvPr id="98" name="墨迹 97"/>
            </p:nvPicPr>
            <p:blipFill>
              <a:blip/>
            </p:blipFill>
            <p:spPr>
              <a:xfrm>
                <a:off x="650928" y="1623965"/>
                <a:ext cx="1084882" cy="82384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99" name="墨迹 98"/>
              <p14:cNvContentPartPr/>
              <p14:nvPr/>
            </p14:nvContentPartPr>
            <p14:xfrm>
              <a:off x="1766806" y="1569903"/>
              <a:ext cx="28414" cy="748803"/>
            </p14:xfrm>
          </p:contentPart>
        </mc:Choice>
        <mc:Fallback xmlns="">
          <p:pic>
            <p:nvPicPr>
              <p:cNvPr id="99" name="墨迹 98"/>
            </p:nvPicPr>
            <p:blipFill>
              <a:blip/>
            </p:blipFill>
            <p:spPr>
              <a:xfrm>
                <a:off x="1766806" y="1569903"/>
                <a:ext cx="28414" cy="748803"/>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100" name="墨迹 99"/>
              <p14:cNvContentPartPr/>
              <p14:nvPr/>
            </p14:nvContentPartPr>
            <p14:xfrm>
              <a:off x="732320" y="1323431"/>
              <a:ext cx="16522" cy="170456"/>
            </p14:xfrm>
          </p:contentPart>
        </mc:Choice>
        <mc:Fallback xmlns="">
          <p:pic>
            <p:nvPicPr>
              <p:cNvPr id="100" name="墨迹 99"/>
            </p:nvPicPr>
            <p:blipFill>
              <a:blip/>
            </p:blipFill>
            <p:spPr>
              <a:xfrm>
                <a:off x="732320" y="1323431"/>
                <a:ext cx="16522" cy="170456"/>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101" name="墨迹 100"/>
              <p14:cNvContentPartPr/>
              <p14:nvPr/>
            </p14:nvContentPartPr>
            <p14:xfrm>
              <a:off x="748842" y="1306231"/>
              <a:ext cx="61943" cy="91506"/>
            </p14:xfrm>
          </p:contentPart>
        </mc:Choice>
        <mc:Fallback xmlns="">
          <p:pic>
            <p:nvPicPr>
              <p:cNvPr id="101" name="墨迹 100"/>
            </p:nvPicPr>
            <p:blipFill>
              <a:blip/>
            </p:blipFill>
            <p:spPr>
              <a:xfrm>
                <a:off x="748842" y="1306231"/>
                <a:ext cx="61943" cy="91506"/>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102" name="墨迹 101"/>
              <p14:cNvContentPartPr/>
              <p14:nvPr/>
            </p14:nvContentPartPr>
            <p14:xfrm>
              <a:off x="834186" y="1371592"/>
              <a:ext cx="41296" cy="159620"/>
            </p14:xfrm>
          </p:contentPart>
        </mc:Choice>
        <mc:Fallback xmlns="">
          <p:pic>
            <p:nvPicPr>
              <p:cNvPr id="102" name="墨迹 101"/>
            </p:nvPicPr>
            <p:blipFill>
              <a:blip/>
            </p:blipFill>
            <p:spPr>
              <a:xfrm>
                <a:off x="834186" y="1371592"/>
                <a:ext cx="41296" cy="15962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103" name="墨迹 102"/>
              <p14:cNvContentPartPr/>
              <p14:nvPr/>
            </p14:nvContentPartPr>
            <p14:xfrm>
              <a:off x="912306" y="1386729"/>
              <a:ext cx="48523" cy="6880"/>
            </p14:xfrm>
          </p:contentPart>
        </mc:Choice>
        <mc:Fallback xmlns="">
          <p:pic>
            <p:nvPicPr>
              <p:cNvPr id="103" name="墨迹 102"/>
            </p:nvPicPr>
            <p:blipFill>
              <a:blip/>
            </p:blipFill>
            <p:spPr>
              <a:xfrm>
                <a:off x="912306" y="1386729"/>
                <a:ext cx="48523" cy="688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104" name="墨迹 103"/>
              <p14:cNvContentPartPr/>
              <p14:nvPr/>
            </p14:nvContentPartPr>
            <p14:xfrm>
              <a:off x="939751" y="1360584"/>
              <a:ext cx="33468" cy="111115"/>
            </p14:xfrm>
          </p:contentPart>
        </mc:Choice>
        <mc:Fallback xmlns="">
          <p:pic>
            <p:nvPicPr>
              <p:cNvPr id="104" name="墨迹 103"/>
            </p:nvPicPr>
            <p:blipFill>
              <a:blip/>
            </p:blipFill>
            <p:spPr>
              <a:xfrm>
                <a:off x="939751" y="1360584"/>
                <a:ext cx="33468" cy="11111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105" name="墨迹 104"/>
              <p14:cNvContentPartPr/>
              <p14:nvPr/>
            </p14:nvContentPartPr>
            <p14:xfrm>
              <a:off x="994555" y="1345018"/>
              <a:ext cx="50243" cy="124272"/>
            </p14:xfrm>
          </p:contentPart>
        </mc:Choice>
        <mc:Fallback xmlns="">
          <p:pic>
            <p:nvPicPr>
              <p:cNvPr id="105" name="墨迹 104"/>
            </p:nvPicPr>
            <p:blipFill>
              <a:blip/>
            </p:blipFill>
            <p:spPr>
              <a:xfrm>
                <a:off x="994555" y="1345018"/>
                <a:ext cx="50243" cy="124272"/>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106" name="墨迹 105"/>
              <p14:cNvContentPartPr/>
              <p14:nvPr/>
            </p14:nvContentPartPr>
            <p14:xfrm>
              <a:off x="1070954" y="1396361"/>
              <a:ext cx="34755" cy="69662"/>
            </p14:xfrm>
          </p:contentPart>
        </mc:Choice>
        <mc:Fallback xmlns="">
          <p:pic>
            <p:nvPicPr>
              <p:cNvPr id="106" name="墨迹 105"/>
            </p:nvPicPr>
            <p:blipFill>
              <a:blip/>
            </p:blipFill>
            <p:spPr>
              <a:xfrm>
                <a:off x="1070954" y="1396361"/>
                <a:ext cx="34755" cy="69662"/>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107" name="墨迹 106"/>
              <p14:cNvContentPartPr/>
              <p14:nvPr/>
            </p14:nvContentPartPr>
            <p14:xfrm>
              <a:off x="1148040" y="1384493"/>
              <a:ext cx="59190" cy="82046"/>
            </p14:xfrm>
          </p:contentPart>
        </mc:Choice>
        <mc:Fallback xmlns="">
          <p:pic>
            <p:nvPicPr>
              <p:cNvPr id="107" name="墨迹 106"/>
            </p:nvPicPr>
            <p:blipFill>
              <a:blip/>
            </p:blipFill>
            <p:spPr>
              <a:xfrm>
                <a:off x="1148040" y="1384493"/>
                <a:ext cx="59190" cy="82046"/>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108" name="墨迹 107"/>
              <p14:cNvContentPartPr/>
              <p14:nvPr/>
            </p14:nvContentPartPr>
            <p14:xfrm>
              <a:off x="734388" y="1629942"/>
              <a:ext cx="72267" cy="171573"/>
            </p14:xfrm>
          </p:contentPart>
        </mc:Choice>
        <mc:Fallback xmlns="">
          <p:pic>
            <p:nvPicPr>
              <p:cNvPr id="108" name="墨迹 107"/>
            </p:nvPicPr>
            <p:blipFill>
              <a:blip/>
            </p:blipFill>
            <p:spPr>
              <a:xfrm>
                <a:off x="734388" y="1629942"/>
                <a:ext cx="72267" cy="171573"/>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109" name="墨迹 108"/>
              <p14:cNvContentPartPr/>
              <p14:nvPr/>
            </p14:nvContentPartPr>
            <p14:xfrm>
              <a:off x="761831" y="1667181"/>
              <a:ext cx="58590" cy="141989"/>
            </p14:xfrm>
          </p:contentPart>
        </mc:Choice>
        <mc:Fallback xmlns="">
          <p:pic>
            <p:nvPicPr>
              <p:cNvPr id="109" name="墨迹 108"/>
            </p:nvPicPr>
            <p:blipFill>
              <a:blip/>
            </p:blipFill>
            <p:spPr>
              <a:xfrm>
                <a:off x="761831" y="1667181"/>
                <a:ext cx="58590" cy="141989"/>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110" name="墨迹 109"/>
              <p14:cNvContentPartPr/>
              <p14:nvPr/>
            </p14:nvContentPartPr>
            <p14:xfrm>
              <a:off x="842447" y="1726608"/>
              <a:ext cx="70204" cy="81185"/>
            </p14:xfrm>
          </p:contentPart>
        </mc:Choice>
        <mc:Fallback xmlns="">
          <p:pic>
            <p:nvPicPr>
              <p:cNvPr id="110" name="墨迹 109"/>
            </p:nvPicPr>
            <p:blipFill>
              <a:blip/>
            </p:blipFill>
            <p:spPr>
              <a:xfrm>
                <a:off x="842447" y="1726608"/>
                <a:ext cx="70204" cy="8118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111" name="墨迹 110"/>
              <p14:cNvContentPartPr/>
              <p14:nvPr/>
            </p14:nvContentPartPr>
            <p14:xfrm>
              <a:off x="918673" y="1725232"/>
              <a:ext cx="47662" cy="9632"/>
            </p14:xfrm>
          </p:contentPart>
        </mc:Choice>
        <mc:Fallback xmlns="">
          <p:pic>
            <p:nvPicPr>
              <p:cNvPr id="111" name="墨迹 110"/>
            </p:nvPicPr>
            <p:blipFill>
              <a:blip/>
            </p:blipFill>
            <p:spPr>
              <a:xfrm>
                <a:off x="918673" y="1725232"/>
                <a:ext cx="47662" cy="9632"/>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112" name="墨迹 111"/>
              <p14:cNvContentPartPr/>
              <p14:nvPr/>
            </p14:nvContentPartPr>
            <p14:xfrm>
              <a:off x="947063" y="1704591"/>
              <a:ext cx="30286" cy="92624"/>
            </p14:xfrm>
          </p:contentPart>
        </mc:Choice>
        <mc:Fallback xmlns="">
          <p:pic>
            <p:nvPicPr>
              <p:cNvPr id="112" name="墨迹 111"/>
            </p:nvPicPr>
            <p:blipFill>
              <a:blip/>
            </p:blipFill>
            <p:spPr>
              <a:xfrm>
                <a:off x="947063" y="1704591"/>
                <a:ext cx="30286" cy="92624"/>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113" name="墨迹 112"/>
              <p14:cNvContentPartPr/>
              <p14:nvPr/>
            </p14:nvContentPartPr>
            <p14:xfrm>
              <a:off x="1082999" y="1668040"/>
              <a:ext cx="98078" cy="117737"/>
            </p14:xfrm>
          </p:contentPart>
        </mc:Choice>
        <mc:Fallback xmlns="">
          <p:pic>
            <p:nvPicPr>
              <p:cNvPr id="113" name="墨迹 112"/>
            </p:nvPicPr>
            <p:blipFill>
              <a:blip/>
            </p:blipFill>
            <p:spPr>
              <a:xfrm>
                <a:off x="1082999" y="1668040"/>
                <a:ext cx="98078" cy="117737"/>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114" name="墨迹 113"/>
              <p14:cNvContentPartPr/>
              <p14:nvPr/>
            </p14:nvContentPartPr>
            <p14:xfrm>
              <a:off x="1189336" y="1719298"/>
              <a:ext cx="28908" cy="65103"/>
            </p14:xfrm>
          </p:contentPart>
        </mc:Choice>
        <mc:Fallback xmlns="">
          <p:pic>
            <p:nvPicPr>
              <p:cNvPr id="114" name="墨迹 113"/>
            </p:nvPicPr>
            <p:blipFill>
              <a:blip/>
            </p:blipFill>
            <p:spPr>
              <a:xfrm>
                <a:off x="1189336" y="1719298"/>
                <a:ext cx="28908" cy="65103"/>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115" name="墨迹 114"/>
              <p14:cNvContentPartPr/>
              <p14:nvPr/>
            </p14:nvContentPartPr>
            <p14:xfrm>
              <a:off x="1258165" y="1707344"/>
              <a:ext cx="33035" cy="74305"/>
            </p14:xfrm>
          </p:contentPart>
        </mc:Choice>
        <mc:Fallback xmlns="">
          <p:pic>
            <p:nvPicPr>
              <p:cNvPr id="115" name="墨迹 114"/>
            </p:nvPicPr>
            <p:blipFill>
              <a:blip/>
            </p:blipFill>
            <p:spPr>
              <a:xfrm>
                <a:off x="1258165" y="1707344"/>
                <a:ext cx="33035" cy="74305"/>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116" name="墨迹 115"/>
              <p14:cNvContentPartPr/>
              <p14:nvPr/>
            </p14:nvContentPartPr>
            <p14:xfrm>
              <a:off x="1310471" y="1682575"/>
              <a:ext cx="22027" cy="9632"/>
            </p14:xfrm>
          </p:contentPart>
        </mc:Choice>
        <mc:Fallback xmlns="">
          <p:pic>
            <p:nvPicPr>
              <p:cNvPr id="116" name="墨迹 115"/>
            </p:nvPicPr>
            <p:blipFill>
              <a:blip/>
            </p:blipFill>
            <p:spPr>
              <a:xfrm>
                <a:off x="1310471" y="1682575"/>
                <a:ext cx="22027" cy="9632"/>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117" name="墨迹 116"/>
              <p14:cNvContentPartPr/>
              <p14:nvPr/>
            </p14:nvContentPartPr>
            <p14:xfrm>
              <a:off x="1325614" y="1715600"/>
              <a:ext cx="9636" cy="74305"/>
            </p14:xfrm>
          </p:contentPart>
        </mc:Choice>
        <mc:Fallback xmlns="">
          <p:pic>
            <p:nvPicPr>
              <p:cNvPr id="117" name="墨迹 116"/>
            </p:nvPicPr>
            <p:blipFill>
              <a:blip/>
            </p:blipFill>
            <p:spPr>
              <a:xfrm>
                <a:off x="1325614" y="1715600"/>
                <a:ext cx="9636" cy="74305"/>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118" name="墨迹 117"/>
              <p14:cNvContentPartPr/>
              <p14:nvPr/>
            </p14:nvContentPartPr>
            <p14:xfrm>
              <a:off x="1365535" y="1712848"/>
              <a:ext cx="55062" cy="136570"/>
            </p14:xfrm>
          </p:contentPart>
        </mc:Choice>
        <mc:Fallback xmlns="">
          <p:pic>
            <p:nvPicPr>
              <p:cNvPr id="118" name="墨迹 117"/>
            </p:nvPicPr>
            <p:blipFill>
              <a:blip/>
            </p:blipFill>
            <p:spPr>
              <a:xfrm>
                <a:off x="1365535" y="1712848"/>
                <a:ext cx="55062" cy="13657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19" name="墨迹 118"/>
              <p14:cNvContentPartPr/>
              <p14:nvPr/>
            </p14:nvContentPartPr>
            <p14:xfrm>
              <a:off x="1456386" y="1710096"/>
              <a:ext cx="52312" cy="59169"/>
            </p14:xfrm>
          </p:contentPart>
        </mc:Choice>
        <mc:Fallback xmlns="">
          <p:pic>
            <p:nvPicPr>
              <p:cNvPr id="119" name="墨迹 118"/>
            </p:nvPicPr>
            <p:blipFill>
              <a:blip/>
            </p:blipFill>
            <p:spPr>
              <a:xfrm>
                <a:off x="1456386" y="1710096"/>
                <a:ext cx="52312" cy="59169"/>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120" name="墨迹 119"/>
              <p14:cNvContentPartPr/>
              <p14:nvPr/>
            </p14:nvContentPartPr>
            <p14:xfrm>
              <a:off x="742304" y="1909620"/>
              <a:ext cx="88182" cy="141731"/>
            </p14:xfrm>
          </p:contentPart>
        </mc:Choice>
        <mc:Fallback xmlns="">
          <p:pic>
            <p:nvPicPr>
              <p:cNvPr id="120" name="墨迹 119"/>
            </p:nvPicPr>
            <p:blipFill>
              <a:blip/>
            </p:blipFill>
            <p:spPr>
              <a:xfrm>
                <a:off x="742304" y="1909620"/>
                <a:ext cx="88182" cy="141731"/>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21" name="墨迹 120"/>
              <p14:cNvContentPartPr/>
              <p14:nvPr/>
            </p14:nvContentPartPr>
            <p14:xfrm>
              <a:off x="787384" y="1977045"/>
              <a:ext cx="46802" cy="5504"/>
            </p14:xfrm>
          </p:contentPart>
        </mc:Choice>
        <mc:Fallback xmlns="">
          <p:pic>
            <p:nvPicPr>
              <p:cNvPr id="121" name="墨迹 120"/>
            </p:nvPicPr>
            <p:blipFill>
              <a:blip/>
            </p:blipFill>
            <p:spPr>
              <a:xfrm>
                <a:off x="787384" y="1977045"/>
                <a:ext cx="46802" cy="5504"/>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122" name="墨迹 121"/>
              <p14:cNvContentPartPr/>
              <p14:nvPr/>
            </p14:nvContentPartPr>
            <p14:xfrm>
              <a:off x="859653" y="1975411"/>
              <a:ext cx="64352" cy="70436"/>
            </p14:xfrm>
          </p:contentPart>
        </mc:Choice>
        <mc:Fallback xmlns="">
          <p:pic>
            <p:nvPicPr>
              <p:cNvPr id="122" name="墨迹 121"/>
            </p:nvPicPr>
            <p:blipFill>
              <a:blip/>
            </p:blipFill>
            <p:spPr>
              <a:xfrm>
                <a:off x="859653" y="1975411"/>
                <a:ext cx="64352" cy="70436"/>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23" name="墨迹 122"/>
              <p14:cNvContentPartPr/>
              <p14:nvPr/>
            </p14:nvContentPartPr>
            <p14:xfrm>
              <a:off x="949818" y="1967069"/>
              <a:ext cx="94980" cy="75681"/>
            </p14:xfrm>
          </p:contentPart>
        </mc:Choice>
        <mc:Fallback xmlns="">
          <p:pic>
            <p:nvPicPr>
              <p:cNvPr id="123" name="墨迹 122"/>
            </p:nvPicPr>
            <p:blipFill>
              <a:blip/>
            </p:blipFill>
            <p:spPr>
              <a:xfrm>
                <a:off x="949818" y="1967069"/>
                <a:ext cx="94980" cy="75681"/>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124" name="墨迹 123"/>
              <p14:cNvContentPartPr/>
              <p14:nvPr/>
            </p14:nvContentPartPr>
            <p14:xfrm>
              <a:off x="1076458" y="1964231"/>
              <a:ext cx="28908" cy="81616"/>
            </p14:xfrm>
          </p:contentPart>
        </mc:Choice>
        <mc:Fallback xmlns="">
          <p:pic>
            <p:nvPicPr>
              <p:cNvPr id="124" name="墨迹 123"/>
            </p:nvPicPr>
            <p:blipFill>
              <a:blip/>
            </p:blipFill>
            <p:spPr>
              <a:xfrm>
                <a:off x="1076458" y="1964231"/>
                <a:ext cx="28908" cy="81616"/>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25" name="墨迹 124"/>
              <p14:cNvContentPartPr/>
              <p14:nvPr/>
            </p14:nvContentPartPr>
            <p14:xfrm>
              <a:off x="1261865" y="1944021"/>
              <a:ext cx="51361" cy="94946"/>
            </p14:xfrm>
          </p:contentPart>
        </mc:Choice>
        <mc:Fallback xmlns="">
          <p:pic>
            <p:nvPicPr>
              <p:cNvPr id="125" name="墨迹 124"/>
            </p:nvPicPr>
            <p:blipFill>
              <a:blip/>
            </p:blipFill>
            <p:spPr>
              <a:xfrm>
                <a:off x="1261865" y="1944021"/>
                <a:ext cx="51361" cy="94946"/>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26" name="墨迹 125"/>
              <p14:cNvContentPartPr/>
              <p14:nvPr/>
            </p14:nvContentPartPr>
            <p14:xfrm>
              <a:off x="1327937" y="1975239"/>
              <a:ext cx="55922" cy="61319"/>
            </p14:xfrm>
          </p:contentPart>
        </mc:Choice>
        <mc:Fallback xmlns="">
          <p:pic>
            <p:nvPicPr>
              <p:cNvPr id="126" name="墨迹 125"/>
            </p:nvPicPr>
            <p:blipFill>
              <a:blip/>
            </p:blipFill>
            <p:spPr>
              <a:xfrm>
                <a:off x="1327937" y="1975239"/>
                <a:ext cx="55922" cy="61319"/>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27" name="墨迹 126"/>
              <p14:cNvContentPartPr/>
              <p14:nvPr/>
            </p14:nvContentPartPr>
            <p14:xfrm>
              <a:off x="1404077" y="1923036"/>
              <a:ext cx="6884" cy="126939"/>
            </p14:xfrm>
          </p:contentPart>
        </mc:Choice>
        <mc:Fallback xmlns="">
          <p:pic>
            <p:nvPicPr>
              <p:cNvPr id="127" name="墨迹 126"/>
            </p:nvPicPr>
            <p:blipFill>
              <a:blip/>
            </p:blipFill>
            <p:spPr>
              <a:xfrm>
                <a:off x="1404077" y="1923036"/>
                <a:ext cx="6884" cy="126939"/>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28" name="墨迹 127"/>
              <p14:cNvContentPartPr/>
              <p14:nvPr/>
            </p14:nvContentPartPr>
            <p14:xfrm>
              <a:off x="1449848" y="1953997"/>
              <a:ext cx="39575" cy="89097"/>
            </p14:xfrm>
          </p:contentPart>
        </mc:Choice>
        <mc:Fallback xmlns="">
          <p:pic>
            <p:nvPicPr>
              <p:cNvPr id="128" name="墨迹 127"/>
            </p:nvPicPr>
            <p:blipFill>
              <a:blip/>
            </p:blipFill>
            <p:spPr>
              <a:xfrm>
                <a:off x="1449848" y="1953997"/>
                <a:ext cx="39575" cy="89097"/>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29" name="墨迹 128"/>
              <p14:cNvContentPartPr/>
              <p14:nvPr/>
            </p14:nvContentPartPr>
            <p14:xfrm>
              <a:off x="763637" y="2138384"/>
              <a:ext cx="73304" cy="121177"/>
            </p14:xfrm>
          </p:contentPart>
        </mc:Choice>
        <mc:Fallback xmlns="">
          <p:pic>
            <p:nvPicPr>
              <p:cNvPr id="129" name="墨迹 128"/>
            </p:nvPicPr>
            <p:blipFill>
              <a:blip/>
            </p:blipFill>
            <p:spPr>
              <a:xfrm>
                <a:off x="763637" y="2138384"/>
                <a:ext cx="73304" cy="121177"/>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30" name="墨迹 129"/>
              <p14:cNvContentPartPr/>
              <p14:nvPr/>
            </p14:nvContentPartPr>
            <p14:xfrm>
              <a:off x="853458" y="2166077"/>
              <a:ext cx="55062" cy="77918"/>
            </p14:xfrm>
          </p:contentPart>
        </mc:Choice>
        <mc:Fallback xmlns="">
          <p:pic>
            <p:nvPicPr>
              <p:cNvPr id="130" name="墨迹 129"/>
            </p:nvPicPr>
            <p:blipFill>
              <a:blip/>
            </p:blipFill>
            <p:spPr>
              <a:xfrm>
                <a:off x="853458" y="2166077"/>
                <a:ext cx="55062" cy="77918"/>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31" name="墨迹 130"/>
              <p14:cNvContentPartPr/>
              <p14:nvPr/>
            </p14:nvContentPartPr>
            <p14:xfrm>
              <a:off x="949818" y="2168313"/>
              <a:ext cx="70204" cy="65706"/>
            </p14:xfrm>
          </p:contentPart>
        </mc:Choice>
        <mc:Fallback xmlns="">
          <p:pic>
            <p:nvPicPr>
              <p:cNvPr id="131" name="墨迹 130"/>
            </p:nvPicPr>
            <p:blipFill>
              <a:blip/>
            </p:blipFill>
            <p:spPr>
              <a:xfrm>
                <a:off x="949818" y="2168313"/>
                <a:ext cx="70204" cy="65706"/>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32" name="墨迹 131"/>
              <p14:cNvContentPartPr/>
              <p14:nvPr/>
            </p14:nvContentPartPr>
            <p14:xfrm>
              <a:off x="1041789" y="2167625"/>
              <a:ext cx="44305" cy="57105"/>
            </p14:xfrm>
          </p:contentPart>
        </mc:Choice>
        <mc:Fallback xmlns="">
          <p:pic>
            <p:nvPicPr>
              <p:cNvPr id="132" name="墨迹 131"/>
            </p:nvPicPr>
            <p:blipFill>
              <a:blip/>
            </p:blipFill>
            <p:spPr>
              <a:xfrm>
                <a:off x="1041789" y="2167625"/>
                <a:ext cx="44305" cy="57105"/>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33" name="墨迹 132"/>
              <p14:cNvContentPartPr/>
              <p14:nvPr/>
            </p14:nvContentPartPr>
            <p14:xfrm>
              <a:off x="1164559" y="2114648"/>
              <a:ext cx="5505" cy="116963"/>
            </p14:xfrm>
          </p:contentPart>
        </mc:Choice>
        <mc:Fallback xmlns="">
          <p:pic>
            <p:nvPicPr>
              <p:cNvPr id="133" name="墨迹 132"/>
            </p:nvPicPr>
            <p:blipFill>
              <a:blip/>
            </p:blipFill>
            <p:spPr>
              <a:xfrm>
                <a:off x="1164559" y="2114648"/>
                <a:ext cx="5505" cy="116963"/>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34" name="墨迹 133"/>
              <p14:cNvContentPartPr/>
              <p14:nvPr/>
            </p14:nvContentPartPr>
            <p14:xfrm>
              <a:off x="820421" y="2297660"/>
              <a:ext cx="13765" cy="143365"/>
            </p14:xfrm>
          </p:contentPart>
        </mc:Choice>
        <mc:Fallback xmlns="">
          <p:pic>
            <p:nvPicPr>
              <p:cNvPr id="134" name="墨迹 133"/>
            </p:nvPicPr>
            <p:blipFill>
              <a:blip/>
            </p:blipFill>
            <p:spPr>
              <a:xfrm>
                <a:off x="820421" y="2297660"/>
                <a:ext cx="13765" cy="14336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135" name="墨迹 134"/>
              <p14:cNvContentPartPr/>
              <p14:nvPr/>
            </p14:nvContentPartPr>
            <p14:xfrm>
              <a:off x="836941" y="2299036"/>
              <a:ext cx="40004" cy="89442"/>
            </p14:xfrm>
          </p:contentPart>
        </mc:Choice>
        <mc:Fallback xmlns="">
          <p:pic>
            <p:nvPicPr>
              <p:cNvPr id="135" name="墨迹 134"/>
            </p:nvPicPr>
            <p:blipFill>
              <a:blip/>
            </p:blipFill>
            <p:spPr>
              <a:xfrm>
                <a:off x="836941" y="2299036"/>
                <a:ext cx="40004" cy="89442"/>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36" name="墨迹 135"/>
              <p14:cNvContentPartPr/>
              <p14:nvPr/>
            </p14:nvContentPartPr>
            <p14:xfrm>
              <a:off x="903015" y="2341693"/>
              <a:ext cx="66072" cy="82562"/>
            </p14:xfrm>
          </p:contentPart>
        </mc:Choice>
        <mc:Fallback xmlns="">
          <p:pic>
            <p:nvPicPr>
              <p:cNvPr id="136" name="墨迹 135"/>
            </p:nvPicPr>
            <p:blipFill>
              <a:blip/>
            </p:blipFill>
            <p:spPr>
              <a:xfrm>
                <a:off x="903015" y="2341693"/>
                <a:ext cx="66072" cy="82562"/>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137" name="墨迹 136"/>
              <p14:cNvContentPartPr/>
              <p14:nvPr/>
            </p14:nvContentPartPr>
            <p14:xfrm>
              <a:off x="1002470" y="2307292"/>
              <a:ext cx="21681" cy="4128"/>
            </p14:xfrm>
          </p:contentPart>
        </mc:Choice>
        <mc:Fallback xmlns="">
          <p:pic>
            <p:nvPicPr>
              <p:cNvPr id="137" name="墨迹 136"/>
            </p:nvPicPr>
            <p:blipFill>
              <a:blip/>
            </p:blipFill>
            <p:spPr>
              <a:xfrm>
                <a:off x="1002470" y="2307292"/>
                <a:ext cx="21681" cy="4128"/>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38" name="墨迹 137"/>
              <p14:cNvContentPartPr/>
              <p14:nvPr/>
            </p14:nvContentPartPr>
            <p14:xfrm>
              <a:off x="1019333" y="2340317"/>
              <a:ext cx="10322" cy="77057"/>
            </p14:xfrm>
          </p:contentPart>
        </mc:Choice>
        <mc:Fallback xmlns="">
          <p:pic>
            <p:nvPicPr>
              <p:cNvPr id="138" name="墨迹 137"/>
            </p:nvPicPr>
            <p:blipFill>
              <a:blip/>
            </p:blipFill>
            <p:spPr>
              <a:xfrm>
                <a:off x="1019333" y="2340317"/>
                <a:ext cx="10322" cy="77057"/>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139" name="墨迹 138"/>
              <p14:cNvContentPartPr/>
              <p14:nvPr/>
            </p14:nvContentPartPr>
            <p14:xfrm>
              <a:off x="1090912" y="2329308"/>
              <a:ext cx="47492" cy="80842"/>
            </p14:xfrm>
          </p:contentPart>
        </mc:Choice>
        <mc:Fallback xmlns="">
          <p:pic>
            <p:nvPicPr>
              <p:cNvPr id="139" name="墨迹 138"/>
            </p:nvPicPr>
            <p:blipFill>
              <a:blip/>
            </p:blipFill>
            <p:spPr>
              <a:xfrm>
                <a:off x="1090912" y="2329308"/>
                <a:ext cx="47492" cy="80842"/>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40" name="墨迹 139"/>
              <p14:cNvContentPartPr/>
              <p14:nvPr/>
            </p14:nvContentPartPr>
            <p14:xfrm>
              <a:off x="1174193" y="2311334"/>
              <a:ext cx="72958" cy="83078"/>
            </p14:xfrm>
          </p:contentPart>
        </mc:Choice>
        <mc:Fallback xmlns="">
          <p:pic>
            <p:nvPicPr>
              <p:cNvPr id="140" name="墨迹 139"/>
            </p:nvPicPr>
            <p:blipFill>
              <a:blip/>
            </p:blipFill>
            <p:spPr>
              <a:xfrm>
                <a:off x="1174193" y="2311334"/>
                <a:ext cx="72958" cy="83078"/>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146" name="墨迹 145"/>
              <p14:cNvContentPartPr/>
              <p14:nvPr/>
            </p14:nvContentPartPr>
            <p14:xfrm>
              <a:off x="2727701" y="2189602"/>
              <a:ext cx="6096001" cy="20657"/>
            </p14:xfrm>
          </p:contentPart>
        </mc:Choice>
        <mc:Fallback xmlns="">
          <p:pic>
            <p:nvPicPr>
              <p:cNvPr id="146" name="墨迹 145"/>
            </p:nvPicPr>
            <p:blipFill>
              <a:blip/>
            </p:blipFill>
            <p:spPr>
              <a:xfrm>
                <a:off x="2727701" y="2189602"/>
                <a:ext cx="6096001" cy="20657"/>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48" name="墨迹 147"/>
              <p14:cNvContentPartPr/>
              <p14:nvPr/>
            </p14:nvContentPartPr>
            <p14:xfrm>
              <a:off x="2707037" y="3568432"/>
              <a:ext cx="6059837" cy="113611"/>
            </p14:xfrm>
          </p:contentPart>
        </mc:Choice>
        <mc:Fallback xmlns="">
          <p:pic>
            <p:nvPicPr>
              <p:cNvPr id="148" name="墨迹 147"/>
            </p:nvPicPr>
            <p:blipFill>
              <a:blip/>
            </p:blipFill>
            <p:spPr>
              <a:xfrm>
                <a:off x="2707037" y="3568432"/>
                <a:ext cx="6059837" cy="113611"/>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154" name="墨迹 153"/>
              <p14:cNvContentPartPr/>
              <p14:nvPr/>
            </p14:nvContentPartPr>
            <p14:xfrm>
              <a:off x="4262033" y="1903637"/>
              <a:ext cx="46495" cy="252398"/>
            </p14:xfrm>
          </p:contentPart>
        </mc:Choice>
        <mc:Fallback xmlns="">
          <p:pic>
            <p:nvPicPr>
              <p:cNvPr id="154" name="墨迹 153"/>
            </p:nvPicPr>
            <p:blipFill>
              <a:blip/>
            </p:blipFill>
            <p:spPr>
              <a:xfrm>
                <a:off x="4262033" y="1903637"/>
                <a:ext cx="46495" cy="252398"/>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55" name="墨迹 154"/>
              <p14:cNvContentPartPr/>
              <p14:nvPr/>
            </p14:nvContentPartPr>
            <p14:xfrm>
              <a:off x="4287864" y="2014021"/>
              <a:ext cx="180813" cy="30985"/>
            </p14:xfrm>
          </p:contentPart>
        </mc:Choice>
        <mc:Fallback xmlns="">
          <p:pic>
            <p:nvPicPr>
              <p:cNvPr id="155" name="墨迹 154"/>
            </p:nvPicPr>
            <p:blipFill>
              <a:blip/>
            </p:blipFill>
            <p:spPr>
              <a:xfrm>
                <a:off x="4287864" y="2014021"/>
                <a:ext cx="180813" cy="30985"/>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156" name="墨迹 155"/>
              <p14:cNvContentPartPr/>
              <p14:nvPr/>
            </p14:nvContentPartPr>
            <p14:xfrm>
              <a:off x="4432515" y="1933976"/>
              <a:ext cx="46495" cy="224641"/>
            </p14:xfrm>
          </p:contentPart>
        </mc:Choice>
        <mc:Fallback xmlns="">
          <p:pic>
            <p:nvPicPr>
              <p:cNvPr id="156" name="墨迹 155"/>
            </p:nvPicPr>
            <p:blipFill>
              <a:blip/>
            </p:blipFill>
            <p:spPr>
              <a:xfrm>
                <a:off x="4432515" y="1933976"/>
                <a:ext cx="46495" cy="224641"/>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57" name="墨迹 156"/>
              <p14:cNvContentPartPr/>
              <p14:nvPr/>
            </p14:nvContentPartPr>
            <p14:xfrm>
              <a:off x="4494508" y="2041617"/>
              <a:ext cx="64576" cy="114418"/>
            </p14:xfrm>
          </p:contentPart>
        </mc:Choice>
        <mc:Fallback xmlns="">
          <p:pic>
            <p:nvPicPr>
              <p:cNvPr id="157" name="墨迹 156"/>
            </p:nvPicPr>
            <p:blipFill>
              <a:blip/>
            </p:blipFill>
            <p:spPr>
              <a:xfrm>
                <a:off x="4494508" y="2041617"/>
                <a:ext cx="64576" cy="114418"/>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158" name="墨迹 157"/>
              <p14:cNvContentPartPr/>
              <p14:nvPr/>
            </p14:nvContentPartPr>
            <p14:xfrm>
              <a:off x="4602350" y="2019185"/>
              <a:ext cx="143521" cy="25821"/>
            </p14:xfrm>
          </p:contentPart>
        </mc:Choice>
        <mc:Fallback xmlns="">
          <p:pic>
            <p:nvPicPr>
              <p:cNvPr id="158" name="墨迹 157"/>
            </p:nvPicPr>
            <p:blipFill>
              <a:blip/>
            </p:blipFill>
            <p:spPr>
              <a:xfrm>
                <a:off x="4602350" y="2019185"/>
                <a:ext cx="143521" cy="25821"/>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59" name="墨迹 158"/>
              <p14:cNvContentPartPr/>
              <p14:nvPr/>
            </p14:nvContentPartPr>
            <p14:xfrm>
              <a:off x="4672093" y="1960765"/>
              <a:ext cx="60055" cy="222382"/>
            </p14:xfrm>
          </p:contentPart>
        </mc:Choice>
        <mc:Fallback xmlns="">
          <p:pic>
            <p:nvPicPr>
              <p:cNvPr id="159" name="墨迹 158"/>
            </p:nvPicPr>
            <p:blipFill>
              <a:blip/>
            </p:blipFill>
            <p:spPr>
              <a:xfrm>
                <a:off x="4672093" y="1960765"/>
                <a:ext cx="60055" cy="222382"/>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160" name="墨迹 159"/>
              <p14:cNvContentPartPr/>
              <p14:nvPr/>
            </p14:nvContentPartPr>
            <p14:xfrm>
              <a:off x="6021737" y="1863130"/>
              <a:ext cx="58764" cy="290323"/>
            </p14:xfrm>
          </p:contentPart>
        </mc:Choice>
        <mc:Fallback xmlns="">
          <p:pic>
            <p:nvPicPr>
              <p:cNvPr id="160" name="墨迹 159"/>
            </p:nvPicPr>
            <p:blipFill>
              <a:blip/>
            </p:blipFill>
            <p:spPr>
              <a:xfrm>
                <a:off x="6021737" y="1863130"/>
                <a:ext cx="58764" cy="290323"/>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61" name="墨迹 160"/>
              <p14:cNvContentPartPr/>
              <p14:nvPr/>
            </p14:nvContentPartPr>
            <p14:xfrm>
              <a:off x="6123606" y="2016118"/>
              <a:ext cx="127376" cy="137335"/>
            </p14:xfrm>
          </p:contentPart>
        </mc:Choice>
        <mc:Fallback xmlns="">
          <p:pic>
            <p:nvPicPr>
              <p:cNvPr id="161" name="墨迹 160"/>
            </p:nvPicPr>
            <p:blipFill>
              <a:blip/>
            </p:blipFill>
            <p:spPr>
              <a:xfrm>
                <a:off x="6123606" y="2016118"/>
                <a:ext cx="127376" cy="137335"/>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162" name="墨迹 161"/>
              <p14:cNvContentPartPr/>
              <p14:nvPr/>
            </p14:nvContentPartPr>
            <p14:xfrm>
              <a:off x="6318142" y="1995300"/>
              <a:ext cx="77491" cy="145242"/>
            </p14:xfrm>
          </p:contentPart>
        </mc:Choice>
        <mc:Fallback xmlns="">
          <p:pic>
            <p:nvPicPr>
              <p:cNvPr id="162" name="墨迹 161"/>
            </p:nvPicPr>
            <p:blipFill>
              <a:blip/>
            </p:blipFill>
            <p:spPr>
              <a:xfrm>
                <a:off x="6318142" y="1995300"/>
                <a:ext cx="77491" cy="145242"/>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63" name="墨迹 162"/>
              <p14:cNvContentPartPr/>
              <p14:nvPr/>
            </p14:nvContentPartPr>
            <p14:xfrm>
              <a:off x="6478291" y="1969318"/>
              <a:ext cx="44719" cy="197045"/>
            </p14:xfrm>
          </p:contentPart>
        </mc:Choice>
        <mc:Fallback xmlns="">
          <p:pic>
            <p:nvPicPr>
              <p:cNvPr id="163" name="墨迹 162"/>
            </p:nvPicPr>
            <p:blipFill>
              <a:blip/>
            </p:blipFill>
            <p:spPr>
              <a:xfrm>
                <a:off x="6478291" y="1969318"/>
                <a:ext cx="44719" cy="197045"/>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164" name="墨迹 163"/>
              <p14:cNvContentPartPr/>
              <p14:nvPr/>
            </p14:nvContentPartPr>
            <p14:xfrm>
              <a:off x="6576447" y="1990620"/>
              <a:ext cx="141099" cy="145242"/>
            </p14:xfrm>
          </p:contentPart>
        </mc:Choice>
        <mc:Fallback xmlns="">
          <p:pic>
            <p:nvPicPr>
              <p:cNvPr id="164" name="墨迹 163"/>
            </p:nvPicPr>
            <p:blipFill>
              <a:blip/>
            </p:blipFill>
            <p:spPr>
              <a:xfrm>
                <a:off x="6576447" y="1990620"/>
                <a:ext cx="141099" cy="145242"/>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65" name="墨迹 164"/>
              <p14:cNvContentPartPr/>
              <p14:nvPr/>
            </p14:nvContentPartPr>
            <p14:xfrm>
              <a:off x="6772759" y="2023703"/>
              <a:ext cx="112363" cy="106511"/>
            </p14:xfrm>
          </p:contentPart>
        </mc:Choice>
        <mc:Fallback xmlns="">
          <p:pic>
            <p:nvPicPr>
              <p:cNvPr id="165" name="墨迹 164"/>
            </p:nvPicPr>
            <p:blipFill>
              <a:blip/>
            </p:blipFill>
            <p:spPr>
              <a:xfrm>
                <a:off x="6772759" y="2023703"/>
                <a:ext cx="112363" cy="106511"/>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166" name="墨迹 165"/>
              <p14:cNvContentPartPr/>
              <p14:nvPr/>
            </p14:nvContentPartPr>
            <p14:xfrm>
              <a:off x="6979403" y="2051945"/>
              <a:ext cx="46495" cy="129911"/>
            </p14:xfrm>
          </p:contentPart>
        </mc:Choice>
        <mc:Fallback xmlns="">
          <p:pic>
            <p:nvPicPr>
              <p:cNvPr id="166" name="墨迹 165"/>
            </p:nvPicPr>
            <p:blipFill>
              <a:blip/>
            </p:blipFill>
            <p:spPr>
              <a:xfrm>
                <a:off x="6979403" y="2051945"/>
                <a:ext cx="46495" cy="129911"/>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80" name="墨迹 179"/>
              <p14:cNvContentPartPr/>
              <p14:nvPr/>
            </p14:nvContentPartPr>
            <p14:xfrm>
              <a:off x="5462034" y="3489499"/>
              <a:ext cx="55665" cy="96506"/>
            </p14:xfrm>
          </p:contentPart>
        </mc:Choice>
        <mc:Fallback xmlns="">
          <p:pic>
            <p:nvPicPr>
              <p:cNvPr id="180" name="墨迹 179"/>
            </p:nvPicPr>
            <p:blipFill>
              <a:blip/>
            </p:blipFill>
            <p:spPr>
              <a:xfrm>
                <a:off x="5462034" y="3489499"/>
                <a:ext cx="55665" cy="96506"/>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181" name="墨迹 180"/>
              <p14:cNvContentPartPr/>
              <p14:nvPr/>
            </p14:nvContentPartPr>
            <p14:xfrm>
              <a:off x="5642941" y="3489825"/>
              <a:ext cx="76541" cy="92702"/>
            </p14:xfrm>
          </p:contentPart>
        </mc:Choice>
        <mc:Fallback xmlns="">
          <p:pic>
            <p:nvPicPr>
              <p:cNvPr id="181" name="墨迹 180"/>
            </p:nvPicPr>
            <p:blipFill>
              <a:blip/>
            </p:blipFill>
            <p:spPr>
              <a:xfrm>
                <a:off x="5642941" y="3489825"/>
                <a:ext cx="76541" cy="92702"/>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82" name="墨迹 181"/>
              <p14:cNvContentPartPr/>
              <p14:nvPr/>
            </p14:nvContentPartPr>
            <p14:xfrm>
              <a:off x="5813413" y="3485152"/>
              <a:ext cx="62623" cy="88681"/>
            </p14:xfrm>
          </p:contentPart>
        </mc:Choice>
        <mc:Fallback xmlns="">
          <p:pic>
            <p:nvPicPr>
              <p:cNvPr id="182" name="墨迹 181"/>
            </p:nvPicPr>
            <p:blipFill>
              <a:blip/>
            </p:blipFill>
            <p:spPr>
              <a:xfrm>
                <a:off x="5813413" y="3485152"/>
                <a:ext cx="62623" cy="88681"/>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184" name="墨迹 183"/>
              <p14:cNvContentPartPr/>
              <p14:nvPr/>
            </p14:nvContentPartPr>
            <p14:xfrm>
              <a:off x="7323302" y="2217206"/>
              <a:ext cx="6957" cy="76836"/>
            </p14:xfrm>
          </p:contentPart>
        </mc:Choice>
        <mc:Fallback xmlns="">
          <p:pic>
            <p:nvPicPr>
              <p:cNvPr id="184" name="墨迹 183"/>
            </p:nvPicPr>
            <p:blipFill>
              <a:blip/>
            </p:blipFill>
            <p:spPr>
              <a:xfrm>
                <a:off x="7323302" y="2217206"/>
                <a:ext cx="6957" cy="76836"/>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185" name="墨迹 184"/>
              <p14:cNvContentPartPr/>
              <p14:nvPr/>
            </p14:nvContentPartPr>
            <p14:xfrm>
              <a:off x="165526" y="2191681"/>
              <a:ext cx="2599735" cy="53532"/>
            </p14:xfrm>
          </p:contentPart>
        </mc:Choice>
        <mc:Fallback xmlns="">
          <p:pic>
            <p:nvPicPr>
              <p:cNvPr id="185" name="墨迹 184"/>
            </p:nvPicPr>
            <p:blipFill>
              <a:blip/>
            </p:blipFill>
            <p:spPr>
              <a:xfrm>
                <a:off x="165526" y="2191681"/>
                <a:ext cx="2599735" cy="53532"/>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88" name="墨迹 187"/>
              <p14:cNvContentPartPr/>
              <p14:nvPr/>
            </p14:nvContentPartPr>
            <p14:xfrm>
              <a:off x="8772890" y="2216014"/>
              <a:ext cx="2370919" cy="4866"/>
            </p14:xfrm>
          </p:contentPart>
        </mc:Choice>
        <mc:Fallback xmlns="">
          <p:pic>
            <p:nvPicPr>
              <p:cNvPr id="188" name="墨迹 187"/>
            </p:nvPicPr>
            <p:blipFill>
              <a:blip/>
            </p:blipFill>
            <p:spPr>
              <a:xfrm>
                <a:off x="8772890" y="2216014"/>
                <a:ext cx="2370919" cy="4866"/>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189" name="墨迹 188"/>
              <p14:cNvContentPartPr/>
              <p14:nvPr/>
            </p14:nvContentPartPr>
            <p14:xfrm>
              <a:off x="321315" y="3680856"/>
              <a:ext cx="2370920" cy="24333"/>
            </p14:xfrm>
          </p:contentPart>
        </mc:Choice>
        <mc:Fallback xmlns="">
          <p:pic>
            <p:nvPicPr>
              <p:cNvPr id="189" name="墨迹 188"/>
            </p:nvPicPr>
            <p:blipFill>
              <a:blip/>
            </p:blipFill>
            <p:spPr>
              <a:xfrm>
                <a:off x="321315" y="3680856"/>
                <a:ext cx="2370920" cy="24333"/>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90" name="墨迹 189"/>
              <p14:cNvContentPartPr/>
              <p14:nvPr/>
            </p14:nvContentPartPr>
            <p14:xfrm>
              <a:off x="8743680" y="3568924"/>
              <a:ext cx="2507236" cy="4867"/>
            </p14:xfrm>
          </p:contentPart>
        </mc:Choice>
        <mc:Fallback xmlns="">
          <p:pic>
            <p:nvPicPr>
              <p:cNvPr id="190" name="墨迹 189"/>
            </p:nvPicPr>
            <p:blipFill>
              <a:blip/>
            </p:blipFill>
            <p:spPr>
              <a:xfrm>
                <a:off x="8743680" y="3568924"/>
                <a:ext cx="2507236" cy="4867"/>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191" name="墨迹 190"/>
              <p14:cNvContentPartPr/>
              <p14:nvPr/>
            </p14:nvContentPartPr>
            <p14:xfrm>
              <a:off x="2901577" y="2206280"/>
              <a:ext cx="19474" cy="1416177"/>
            </p14:xfrm>
          </p:contentPart>
        </mc:Choice>
        <mc:Fallback xmlns="">
          <p:pic>
            <p:nvPicPr>
              <p:cNvPr id="191" name="墨迹 190"/>
            </p:nvPicPr>
            <p:blipFill>
              <a:blip/>
            </p:blipFill>
            <p:spPr>
              <a:xfrm>
                <a:off x="2901577" y="2206280"/>
                <a:ext cx="19474" cy="1416177"/>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92" name="墨迹 191"/>
              <p14:cNvContentPartPr/>
              <p14:nvPr/>
            </p14:nvContentPartPr>
            <p14:xfrm>
              <a:off x="8344469" y="2235480"/>
              <a:ext cx="38947" cy="1299378"/>
            </p14:xfrm>
          </p:contentPart>
        </mc:Choice>
        <mc:Fallback xmlns="">
          <p:pic>
            <p:nvPicPr>
              <p:cNvPr id="192" name="墨迹 191"/>
            </p:nvPicPr>
            <p:blipFill>
              <a:blip/>
            </p:blipFill>
            <p:spPr>
              <a:xfrm>
                <a:off x="8344469" y="2235480"/>
                <a:ext cx="38947" cy="1299378"/>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193" name="墨迹 192"/>
              <p14:cNvContentPartPr/>
              <p14:nvPr/>
            </p14:nvContentPartPr>
            <p14:xfrm>
              <a:off x="1217103" y="2821295"/>
              <a:ext cx="14606" cy="260515"/>
            </p14:xfrm>
          </p:contentPart>
        </mc:Choice>
        <mc:Fallback xmlns="">
          <p:pic>
            <p:nvPicPr>
              <p:cNvPr id="193" name="墨迹 192"/>
            </p:nvPicPr>
            <p:blipFill>
              <a:blip/>
            </p:blipFill>
            <p:spPr>
              <a:xfrm>
                <a:off x="1217103" y="2821295"/>
                <a:ext cx="14606" cy="260515"/>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94" name="墨迹 193"/>
              <p14:cNvContentPartPr/>
              <p14:nvPr/>
            </p14:nvContentPartPr>
            <p14:xfrm>
              <a:off x="1246314" y="2768371"/>
              <a:ext cx="64659" cy="133831"/>
            </p14:xfrm>
          </p:contentPart>
        </mc:Choice>
        <mc:Fallback xmlns="">
          <p:pic>
            <p:nvPicPr>
              <p:cNvPr id="194" name="墨迹 193"/>
            </p:nvPicPr>
            <p:blipFill>
              <a:blip/>
            </p:blipFill>
            <p:spPr>
              <a:xfrm>
                <a:off x="1246314" y="2768371"/>
                <a:ext cx="64659" cy="133831"/>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195" name="墨迹 194"/>
              <p14:cNvContentPartPr/>
              <p14:nvPr/>
            </p14:nvContentPartPr>
            <p14:xfrm>
              <a:off x="1402104" y="2834070"/>
              <a:ext cx="19474" cy="21899"/>
            </p14:xfrm>
          </p:contentPart>
        </mc:Choice>
        <mc:Fallback xmlns="">
          <p:pic>
            <p:nvPicPr>
              <p:cNvPr id="195" name="墨迹 194"/>
            </p:nvPicPr>
            <p:blipFill>
              <a:blip/>
            </p:blipFill>
            <p:spPr>
              <a:xfrm>
                <a:off x="1402104" y="2834070"/>
                <a:ext cx="19474" cy="21899"/>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96" name="墨迹 195"/>
              <p14:cNvContentPartPr/>
              <p14:nvPr/>
            </p14:nvContentPartPr>
            <p14:xfrm>
              <a:off x="1397236" y="2946001"/>
              <a:ext cx="24342" cy="87599"/>
            </p14:xfrm>
          </p:contentPart>
        </mc:Choice>
        <mc:Fallback xmlns="">
          <p:pic>
            <p:nvPicPr>
              <p:cNvPr id="196" name="墨迹 195"/>
            </p:nvPicPr>
            <p:blipFill>
              <a:blip/>
            </p:blipFill>
            <p:spPr>
              <a:xfrm>
                <a:off x="1397236" y="2946001"/>
                <a:ext cx="24342" cy="87599"/>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197" name="墨迹 196"/>
              <p14:cNvContentPartPr/>
              <p14:nvPr/>
            </p14:nvContentPartPr>
            <p14:xfrm>
              <a:off x="1472394" y="2913152"/>
              <a:ext cx="129316" cy="118775"/>
            </p14:xfrm>
          </p:contentPart>
        </mc:Choice>
        <mc:Fallback xmlns="">
          <p:pic>
            <p:nvPicPr>
              <p:cNvPr id="197" name="墨迹 196"/>
            </p:nvPicPr>
            <p:blipFill>
              <a:blip/>
            </p:blipFill>
            <p:spPr>
              <a:xfrm>
                <a:off x="1472394" y="2913152"/>
                <a:ext cx="129316" cy="11877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98" name="墨迹 197"/>
              <p14:cNvContentPartPr/>
              <p14:nvPr/>
            </p14:nvContentPartPr>
            <p14:xfrm>
              <a:off x="1628484" y="2875436"/>
              <a:ext cx="116843" cy="29960"/>
            </p14:xfrm>
          </p:contentPart>
        </mc:Choice>
        <mc:Fallback xmlns="">
          <p:pic>
            <p:nvPicPr>
              <p:cNvPr id="198" name="墨迹 197"/>
            </p:nvPicPr>
            <p:blipFill>
              <a:blip/>
            </p:blipFill>
            <p:spPr>
              <a:xfrm>
                <a:off x="1628484" y="2875436"/>
                <a:ext cx="116843" cy="29960"/>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199" name="墨迹 198"/>
              <p14:cNvContentPartPr/>
              <p14:nvPr/>
            </p14:nvContentPartPr>
            <p14:xfrm>
              <a:off x="1676407" y="2858403"/>
              <a:ext cx="59183" cy="190405"/>
            </p14:xfrm>
          </p:contentPart>
        </mc:Choice>
        <mc:Fallback xmlns="">
          <p:pic>
            <p:nvPicPr>
              <p:cNvPr id="199" name="墨迹 198"/>
            </p:nvPicPr>
            <p:blipFill>
              <a:blip/>
            </p:blipFill>
            <p:spPr>
              <a:xfrm>
                <a:off x="1676407" y="2858403"/>
                <a:ext cx="59183" cy="190405"/>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200" name="墨迹 199"/>
              <p14:cNvContentPartPr/>
              <p14:nvPr/>
            </p14:nvContentPartPr>
            <p14:xfrm>
              <a:off x="1801314" y="2925014"/>
              <a:ext cx="77895" cy="97028"/>
            </p14:xfrm>
          </p:contentPart>
        </mc:Choice>
        <mc:Fallback xmlns="">
          <p:pic>
            <p:nvPicPr>
              <p:cNvPr id="200" name="墨迹 199"/>
            </p:nvPicPr>
            <p:blipFill>
              <a:blip/>
            </p:blipFill>
            <p:spPr>
              <a:xfrm>
                <a:off x="1801314" y="2925014"/>
                <a:ext cx="77895" cy="97028"/>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201" name="墨迹 200"/>
              <p14:cNvContentPartPr/>
              <p14:nvPr/>
            </p14:nvContentPartPr>
            <p14:xfrm>
              <a:off x="1947368" y="2907069"/>
              <a:ext cx="94934" cy="81515"/>
            </p14:xfrm>
          </p:contentPart>
        </mc:Choice>
        <mc:Fallback xmlns="">
          <p:pic>
            <p:nvPicPr>
              <p:cNvPr id="201" name="墨迹 200"/>
            </p:nvPicPr>
            <p:blipFill>
              <a:blip/>
            </p:blipFill>
            <p:spPr>
              <a:xfrm>
                <a:off x="1947368" y="2907069"/>
                <a:ext cx="94934" cy="81515"/>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202" name="墨迹 201"/>
              <p14:cNvContentPartPr/>
              <p14:nvPr/>
            </p14:nvContentPartPr>
            <p14:xfrm>
              <a:off x="2087332" y="2921668"/>
              <a:ext cx="79113" cy="111932"/>
            </p14:xfrm>
          </p:contentPart>
        </mc:Choice>
        <mc:Fallback xmlns="">
          <p:pic>
            <p:nvPicPr>
              <p:cNvPr id="202" name="墨迹 201"/>
            </p:nvPicPr>
            <p:blipFill>
              <a:blip/>
            </p:blipFill>
            <p:spPr>
              <a:xfrm>
                <a:off x="2087332" y="2921668"/>
                <a:ext cx="79113" cy="111932"/>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203" name="墨迹 202"/>
              <p14:cNvContentPartPr/>
              <p14:nvPr/>
            </p14:nvContentPartPr>
            <p14:xfrm>
              <a:off x="4624998" y="2707539"/>
              <a:ext cx="31644" cy="356477"/>
            </p14:xfrm>
          </p:contentPart>
        </mc:Choice>
        <mc:Fallback xmlns="">
          <p:pic>
            <p:nvPicPr>
              <p:cNvPr id="203" name="墨迹 202"/>
            </p:nvPicPr>
            <p:blipFill>
              <a:blip/>
            </p:blipFill>
            <p:spPr>
              <a:xfrm>
                <a:off x="4624998" y="2707539"/>
                <a:ext cx="31644" cy="356477"/>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204" name="墨迹 203"/>
              <p14:cNvContentPartPr/>
              <p14:nvPr/>
            </p14:nvContentPartPr>
            <p14:xfrm>
              <a:off x="4659077" y="2610207"/>
              <a:ext cx="141185" cy="189797"/>
            </p14:xfrm>
          </p:contentPart>
        </mc:Choice>
        <mc:Fallback xmlns="">
          <p:pic>
            <p:nvPicPr>
              <p:cNvPr id="204" name="墨迹 203"/>
            </p:nvPicPr>
            <p:blipFill>
              <a:blip/>
            </p:blipFill>
            <p:spPr>
              <a:xfrm>
                <a:off x="4659077" y="2610207"/>
                <a:ext cx="141185" cy="189797"/>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205" name="墨迹 204"/>
              <p14:cNvContentPartPr/>
              <p14:nvPr/>
            </p14:nvContentPartPr>
            <p14:xfrm>
              <a:off x="4868417" y="2785404"/>
              <a:ext cx="58421" cy="53533"/>
            </p14:xfrm>
          </p:contentPart>
        </mc:Choice>
        <mc:Fallback xmlns="">
          <p:pic>
            <p:nvPicPr>
              <p:cNvPr id="205" name="墨迹 204"/>
            </p:nvPicPr>
            <p:blipFill>
              <a:blip/>
            </p:blipFill>
            <p:spPr>
              <a:xfrm>
                <a:off x="4868417" y="2785404"/>
                <a:ext cx="58421" cy="53533"/>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206" name="墨迹 205"/>
              <p14:cNvContentPartPr/>
              <p14:nvPr/>
            </p14:nvContentPartPr>
            <p14:xfrm>
              <a:off x="4853809" y="2916802"/>
              <a:ext cx="24345" cy="116798"/>
            </p14:xfrm>
          </p:contentPart>
        </mc:Choice>
        <mc:Fallback xmlns="">
          <p:pic>
            <p:nvPicPr>
              <p:cNvPr id="206" name="墨迹 205"/>
            </p:nvPicPr>
            <p:blipFill>
              <a:blip/>
            </p:blipFill>
            <p:spPr>
              <a:xfrm>
                <a:off x="4853809" y="2916802"/>
                <a:ext cx="24345" cy="116798"/>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207" name="墨迹 206"/>
              <p14:cNvContentPartPr/>
              <p14:nvPr/>
            </p14:nvContentPartPr>
            <p14:xfrm>
              <a:off x="4996215" y="2882736"/>
              <a:ext cx="105888" cy="114973"/>
            </p14:xfrm>
          </p:contentPart>
        </mc:Choice>
        <mc:Fallback xmlns="">
          <p:pic>
            <p:nvPicPr>
              <p:cNvPr id="207" name="墨迹 206"/>
            </p:nvPicPr>
            <p:blipFill>
              <a:blip/>
            </p:blipFill>
            <p:spPr>
              <a:xfrm>
                <a:off x="4996215" y="2882736"/>
                <a:ext cx="105888" cy="114973"/>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208" name="墨迹 207"/>
              <p14:cNvContentPartPr/>
              <p14:nvPr/>
            </p14:nvContentPartPr>
            <p14:xfrm>
              <a:off x="5130554" y="2853536"/>
              <a:ext cx="132207" cy="9733"/>
            </p14:xfrm>
          </p:contentPart>
        </mc:Choice>
        <mc:Fallback xmlns="">
          <p:pic>
            <p:nvPicPr>
              <p:cNvPr id="208" name="墨迹 207"/>
            </p:nvPicPr>
            <p:blipFill>
              <a:blip/>
            </p:blipFill>
            <p:spPr>
              <a:xfrm>
                <a:off x="5130554" y="2853536"/>
                <a:ext cx="132207" cy="9733"/>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209" name="墨迹 208"/>
              <p14:cNvContentPartPr/>
              <p14:nvPr/>
            </p14:nvContentPartPr>
            <p14:xfrm>
              <a:off x="5194603" y="2824337"/>
              <a:ext cx="214209" cy="215650"/>
            </p14:xfrm>
          </p:contentPart>
        </mc:Choice>
        <mc:Fallback xmlns="">
          <p:pic>
            <p:nvPicPr>
              <p:cNvPr id="209" name="墨迹 208"/>
            </p:nvPicPr>
            <p:blipFill>
              <a:blip/>
            </p:blipFill>
            <p:spPr>
              <a:xfrm>
                <a:off x="5194603" y="2824337"/>
                <a:ext cx="214209" cy="21565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210" name="墨迹 209"/>
              <p14:cNvContentPartPr/>
              <p14:nvPr/>
            </p14:nvContentPartPr>
            <p14:xfrm>
              <a:off x="5452628" y="2877869"/>
              <a:ext cx="114408" cy="118623"/>
            </p14:xfrm>
          </p:contentPart>
        </mc:Choice>
        <mc:Fallback xmlns="">
          <p:pic>
            <p:nvPicPr>
              <p:cNvPr id="210" name="墨迹 209"/>
            </p:nvPicPr>
            <p:blipFill>
              <a:blip/>
            </p:blipFill>
            <p:spPr>
              <a:xfrm>
                <a:off x="5452628" y="2877869"/>
                <a:ext cx="114408" cy="118623"/>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211" name="墨迹 210"/>
              <p14:cNvContentPartPr/>
              <p14:nvPr/>
            </p14:nvContentPartPr>
            <p14:xfrm>
              <a:off x="5611765" y="2875284"/>
              <a:ext cx="96456" cy="112083"/>
            </p14:xfrm>
          </p:contentPart>
        </mc:Choice>
        <mc:Fallback xmlns="">
          <p:pic>
            <p:nvPicPr>
              <p:cNvPr id="211" name="墨迹 210"/>
            </p:nvPicPr>
            <p:blipFill>
              <a:blip/>
            </p:blipFill>
            <p:spPr>
              <a:xfrm>
                <a:off x="5611765" y="2875284"/>
                <a:ext cx="96456" cy="112083"/>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212" name="墨迹 211"/>
              <p14:cNvContentPartPr/>
              <p14:nvPr/>
            </p14:nvContentPartPr>
            <p14:xfrm>
              <a:off x="9517757" y="2549071"/>
              <a:ext cx="9737" cy="292299"/>
            </p14:xfrm>
          </p:contentPart>
        </mc:Choice>
        <mc:Fallback xmlns="">
          <p:pic>
            <p:nvPicPr>
              <p:cNvPr id="212" name="墨迹 211"/>
            </p:nvPicPr>
            <p:blipFill>
              <a:blip/>
            </p:blipFill>
            <p:spPr>
              <a:xfrm>
                <a:off x="9517757" y="2549071"/>
                <a:ext cx="9737" cy="292299"/>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213" name="墨迹 212"/>
              <p14:cNvContentPartPr/>
              <p14:nvPr/>
            </p14:nvContentPartPr>
            <p14:xfrm>
              <a:off x="9530537" y="2556674"/>
              <a:ext cx="152747" cy="163031"/>
            </p14:xfrm>
          </p:contentPart>
        </mc:Choice>
        <mc:Fallback xmlns="">
          <p:pic>
            <p:nvPicPr>
              <p:cNvPr id="213" name="墨迹 212"/>
            </p:nvPicPr>
            <p:blipFill>
              <a:blip/>
            </p:blipFill>
            <p:spPr>
              <a:xfrm>
                <a:off x="9530537" y="2556674"/>
                <a:ext cx="152747" cy="163031"/>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214" name="墨迹 213"/>
              <p14:cNvContentPartPr/>
              <p14:nvPr/>
            </p14:nvContentPartPr>
            <p14:xfrm>
              <a:off x="9727101" y="2678339"/>
              <a:ext cx="31645" cy="34066"/>
            </p14:xfrm>
          </p:contentPart>
        </mc:Choice>
        <mc:Fallback xmlns="">
          <p:pic>
            <p:nvPicPr>
              <p:cNvPr id="214" name="墨迹 213"/>
            </p:nvPicPr>
            <p:blipFill>
              <a:blip/>
            </p:blipFill>
            <p:spPr>
              <a:xfrm>
                <a:off x="9727101" y="2678339"/>
                <a:ext cx="31645" cy="34066"/>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215" name="墨迹 214"/>
              <p14:cNvContentPartPr/>
              <p14:nvPr/>
            </p14:nvContentPartPr>
            <p14:xfrm>
              <a:off x="9722232" y="2775671"/>
              <a:ext cx="14606" cy="77865"/>
            </p14:xfrm>
          </p:contentPart>
        </mc:Choice>
        <mc:Fallback xmlns="">
          <p:pic>
            <p:nvPicPr>
              <p:cNvPr id="215" name="墨迹 214"/>
            </p:nvPicPr>
            <p:blipFill>
              <a:blip/>
            </p:blipFill>
            <p:spPr>
              <a:xfrm>
                <a:off x="9722232" y="2775671"/>
                <a:ext cx="14606" cy="7786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216" name="墨迹 215"/>
              <p14:cNvContentPartPr/>
              <p14:nvPr/>
            </p14:nvContentPartPr>
            <p14:xfrm>
              <a:off x="9801799" y="2751338"/>
              <a:ext cx="61618" cy="87599"/>
            </p14:xfrm>
          </p:contentPart>
        </mc:Choice>
        <mc:Fallback xmlns="">
          <p:pic>
            <p:nvPicPr>
              <p:cNvPr id="216" name="墨迹 215"/>
            </p:nvPicPr>
            <p:blipFill>
              <a:blip/>
            </p:blipFill>
            <p:spPr>
              <a:xfrm>
                <a:off x="9801799" y="2751338"/>
                <a:ext cx="61618" cy="87599"/>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217" name="墨迹 216"/>
              <p14:cNvContentPartPr/>
              <p14:nvPr/>
            </p14:nvContentPartPr>
            <p14:xfrm>
              <a:off x="9931573" y="2731872"/>
              <a:ext cx="116842" cy="9733"/>
            </p14:xfrm>
          </p:contentPart>
        </mc:Choice>
        <mc:Fallback xmlns="">
          <p:pic>
            <p:nvPicPr>
              <p:cNvPr id="217" name="墨迹 216"/>
            </p:nvPicPr>
            <p:blipFill>
              <a:blip/>
            </p:blipFill>
            <p:spPr>
              <a:xfrm>
                <a:off x="9931573" y="2731872"/>
                <a:ext cx="116842" cy="9733"/>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218" name="墨迹 217"/>
              <p14:cNvContentPartPr/>
              <p14:nvPr/>
            </p14:nvContentPartPr>
            <p14:xfrm>
              <a:off x="9965652" y="2712405"/>
              <a:ext cx="75460" cy="139459"/>
            </p14:xfrm>
          </p:contentPart>
        </mc:Choice>
        <mc:Fallback xmlns="">
          <p:pic>
            <p:nvPicPr>
              <p:cNvPr id="218" name="墨迹 217"/>
            </p:nvPicPr>
            <p:blipFill>
              <a:blip/>
            </p:blipFill>
            <p:spPr>
              <a:xfrm>
                <a:off x="9965652" y="2712405"/>
                <a:ext cx="75460" cy="139459"/>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219" name="墨迹 218"/>
              <p14:cNvContentPartPr/>
              <p14:nvPr/>
            </p14:nvContentPartPr>
            <p14:xfrm>
              <a:off x="10092231" y="2775063"/>
              <a:ext cx="77896" cy="90031"/>
            </p14:xfrm>
          </p:contentPart>
        </mc:Choice>
        <mc:Fallback xmlns="">
          <p:pic>
            <p:nvPicPr>
              <p:cNvPr id="219" name="墨迹 218"/>
            </p:nvPicPr>
            <p:blipFill>
              <a:blip/>
            </p:blipFill>
            <p:spPr>
              <a:xfrm>
                <a:off x="10092231" y="2775063"/>
                <a:ext cx="77896" cy="90031"/>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220" name="墨迹 219"/>
              <p14:cNvContentPartPr/>
              <p14:nvPr/>
            </p14:nvContentPartPr>
            <p14:xfrm>
              <a:off x="10199337" y="2770804"/>
              <a:ext cx="124146" cy="113453"/>
            </p14:xfrm>
          </p:contentPart>
        </mc:Choice>
        <mc:Fallback xmlns="">
          <p:pic>
            <p:nvPicPr>
              <p:cNvPr id="220" name="墨迹 219"/>
            </p:nvPicPr>
            <p:blipFill>
              <a:blip/>
            </p:blipFill>
            <p:spPr>
              <a:xfrm>
                <a:off x="10199337" y="2770804"/>
                <a:ext cx="124146" cy="113453"/>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221" name="墨迹 220"/>
              <p14:cNvContentPartPr/>
              <p14:nvPr/>
            </p14:nvContentPartPr>
            <p14:xfrm>
              <a:off x="10374598" y="2758182"/>
              <a:ext cx="51576" cy="92921"/>
            </p14:xfrm>
          </p:contentPart>
        </mc:Choice>
        <mc:Fallback xmlns="">
          <p:pic>
            <p:nvPicPr>
              <p:cNvPr id="221" name="墨迹 220"/>
            </p:nvPicPr>
            <p:blipFill>
              <a:blip/>
            </p:blipFill>
            <p:spPr>
              <a:xfrm>
                <a:off x="10374598" y="2758182"/>
                <a:ext cx="51576" cy="92921"/>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222" name="墨迹 221"/>
              <p14:cNvContentPartPr/>
              <p14:nvPr/>
            </p14:nvContentPartPr>
            <p14:xfrm>
              <a:off x="533831" y="3357938"/>
              <a:ext cx="218409" cy="257680"/>
            </p14:xfrm>
          </p:contentPart>
        </mc:Choice>
        <mc:Fallback xmlns="">
          <p:pic>
            <p:nvPicPr>
              <p:cNvPr id="222" name="墨迹 221"/>
            </p:nvPicPr>
            <p:blipFill>
              <a:blip/>
            </p:blipFill>
            <p:spPr>
              <a:xfrm>
                <a:off x="533831" y="3357938"/>
                <a:ext cx="218409" cy="257680"/>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223" name="墨迹 222"/>
              <p14:cNvContentPartPr/>
              <p14:nvPr/>
            </p14:nvContentPartPr>
            <p14:xfrm>
              <a:off x="828637" y="3423061"/>
              <a:ext cx="97485" cy="89954"/>
            </p14:xfrm>
          </p:contentPart>
        </mc:Choice>
        <mc:Fallback xmlns="">
          <p:pic>
            <p:nvPicPr>
              <p:cNvPr id="223" name="墨迹 222"/>
            </p:nvPicPr>
            <p:blipFill>
              <a:blip/>
            </p:blipFill>
            <p:spPr>
              <a:xfrm>
                <a:off x="828637" y="3423061"/>
                <a:ext cx="97485" cy="89954"/>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224" name="墨迹 223"/>
              <p14:cNvContentPartPr/>
              <p14:nvPr/>
            </p14:nvContentPartPr>
            <p14:xfrm>
              <a:off x="873628" y="3430557"/>
              <a:ext cx="26247" cy="187404"/>
            </p14:xfrm>
          </p:contentPart>
        </mc:Choice>
        <mc:Fallback xmlns="">
          <p:pic>
            <p:nvPicPr>
              <p:cNvPr id="224" name="墨迹 223"/>
            </p:nvPicPr>
            <p:blipFill>
              <a:blip/>
            </p:blipFill>
            <p:spPr>
              <a:xfrm>
                <a:off x="873628" y="3430557"/>
                <a:ext cx="26247" cy="187404"/>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225" name="墨迹 224"/>
              <p14:cNvContentPartPr/>
              <p14:nvPr/>
            </p14:nvContentPartPr>
            <p14:xfrm>
              <a:off x="937369" y="3565488"/>
              <a:ext cx="11251" cy="46851"/>
            </p14:xfrm>
          </p:contentPart>
        </mc:Choice>
        <mc:Fallback xmlns="">
          <p:pic>
            <p:nvPicPr>
              <p:cNvPr id="225" name="墨迹 224"/>
            </p:nvPicPr>
            <p:blipFill>
              <a:blip/>
            </p:blipFill>
            <p:spPr>
              <a:xfrm>
                <a:off x="937369" y="3565488"/>
                <a:ext cx="11251" cy="46851"/>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226" name="墨迹 225"/>
              <p14:cNvContentPartPr/>
              <p14:nvPr/>
            </p14:nvContentPartPr>
            <p14:xfrm>
              <a:off x="1008610" y="3440396"/>
              <a:ext cx="56242" cy="175808"/>
            </p14:xfrm>
          </p:contentPart>
        </mc:Choice>
        <mc:Fallback xmlns="">
          <p:pic>
            <p:nvPicPr>
              <p:cNvPr id="226" name="墨迹 225"/>
            </p:nvPicPr>
            <p:blipFill>
              <a:blip/>
            </p:blipFill>
            <p:spPr>
              <a:xfrm>
                <a:off x="1008610" y="3440396"/>
                <a:ext cx="56242" cy="175808"/>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227" name="墨迹 226"/>
              <p14:cNvContentPartPr/>
              <p14:nvPr/>
            </p14:nvContentPartPr>
            <p14:xfrm>
              <a:off x="2145639" y="3426809"/>
              <a:ext cx="29062" cy="184124"/>
            </p14:xfrm>
          </p:contentPart>
        </mc:Choice>
        <mc:Fallback xmlns="">
          <p:pic>
            <p:nvPicPr>
              <p:cNvPr id="227" name="墨迹 226"/>
            </p:nvPicPr>
            <p:blipFill>
              <a:blip/>
            </p:blipFill>
            <p:spPr>
              <a:xfrm>
                <a:off x="2145639" y="3426809"/>
                <a:ext cx="29062" cy="184124"/>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228" name="墨迹 227"/>
              <p14:cNvContentPartPr/>
              <p14:nvPr/>
            </p14:nvContentPartPr>
            <p14:xfrm>
              <a:off x="2167202" y="3423061"/>
              <a:ext cx="44994" cy="80584"/>
            </p14:xfrm>
          </p:contentPart>
        </mc:Choice>
        <mc:Fallback xmlns="">
          <p:pic>
            <p:nvPicPr>
              <p:cNvPr id="228" name="墨迹 227"/>
            </p:nvPicPr>
            <p:blipFill>
              <a:blip/>
            </p:blipFill>
            <p:spPr>
              <a:xfrm>
                <a:off x="2167202" y="3423061"/>
                <a:ext cx="44994" cy="80584"/>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229" name="墨迹 228"/>
              <p14:cNvContentPartPr/>
              <p14:nvPr/>
            </p14:nvContentPartPr>
            <p14:xfrm>
              <a:off x="2215944" y="3491815"/>
              <a:ext cx="80615" cy="75078"/>
            </p14:xfrm>
          </p:contentPart>
        </mc:Choice>
        <mc:Fallback xmlns="">
          <p:pic>
            <p:nvPicPr>
              <p:cNvPr id="229" name="墨迹 228"/>
            </p:nvPicPr>
            <p:blipFill>
              <a:blip/>
            </p:blipFill>
            <p:spPr>
              <a:xfrm>
                <a:off x="2215944" y="3491815"/>
                <a:ext cx="80615" cy="75078"/>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230" name="墨迹 229"/>
              <p14:cNvContentPartPr/>
              <p14:nvPr/>
            </p14:nvContentPartPr>
            <p14:xfrm>
              <a:off x="2354675" y="3453046"/>
              <a:ext cx="5625" cy="9370"/>
            </p14:xfrm>
          </p:contentPart>
        </mc:Choice>
        <mc:Fallback xmlns="">
          <p:pic>
            <p:nvPicPr>
              <p:cNvPr id="230" name="墨迹 229"/>
            </p:nvPicPr>
            <p:blipFill>
              <a:blip/>
            </p:blipFill>
            <p:spPr>
              <a:xfrm>
                <a:off x="2354675" y="3453046"/>
                <a:ext cx="5625" cy="9370"/>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231" name="墨迹 230"/>
              <p14:cNvContentPartPr/>
              <p14:nvPr/>
            </p14:nvContentPartPr>
            <p14:xfrm>
              <a:off x="2350924" y="3509267"/>
              <a:ext cx="11250" cy="71213"/>
            </p14:xfrm>
          </p:contentPart>
        </mc:Choice>
        <mc:Fallback xmlns="">
          <p:pic>
            <p:nvPicPr>
              <p:cNvPr id="231" name="墨迹 230"/>
            </p:nvPicPr>
            <p:blipFill>
              <a:blip/>
            </p:blipFill>
            <p:spPr>
              <a:xfrm>
                <a:off x="2350924" y="3509267"/>
                <a:ext cx="11250" cy="71213"/>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232" name="墨迹 231"/>
              <p14:cNvContentPartPr/>
              <p14:nvPr/>
            </p14:nvContentPartPr>
            <p14:xfrm>
              <a:off x="2396859" y="3505519"/>
              <a:ext cx="55303" cy="78709"/>
            </p14:xfrm>
          </p:contentPart>
        </mc:Choice>
        <mc:Fallback xmlns="">
          <p:pic>
            <p:nvPicPr>
              <p:cNvPr id="232" name="墨迹 231"/>
            </p:nvPicPr>
            <p:blipFill>
              <a:blip/>
            </p:blipFill>
            <p:spPr>
              <a:xfrm>
                <a:off x="2396859" y="3505519"/>
                <a:ext cx="55303" cy="78709"/>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233" name="墨迹 232"/>
              <p14:cNvContentPartPr/>
              <p14:nvPr/>
            </p14:nvContentPartPr>
            <p14:xfrm>
              <a:off x="2487314" y="3515357"/>
              <a:ext cx="36089" cy="68871"/>
            </p14:xfrm>
          </p:contentPart>
        </mc:Choice>
        <mc:Fallback xmlns="">
          <p:pic>
            <p:nvPicPr>
              <p:cNvPr id="233" name="墨迹 232"/>
            </p:nvPicPr>
            <p:blipFill>
              <a:blip/>
            </p:blipFill>
            <p:spPr>
              <a:xfrm>
                <a:off x="2487314" y="3515357"/>
                <a:ext cx="36089" cy="68871"/>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234" name="墨迹 233"/>
              <p14:cNvContentPartPr/>
              <p14:nvPr/>
            </p14:nvContentPartPr>
            <p14:xfrm>
              <a:off x="1985821" y="3453046"/>
              <a:ext cx="78389" cy="137273"/>
            </p14:xfrm>
          </p:contentPart>
        </mc:Choice>
        <mc:Fallback xmlns="">
          <p:pic>
            <p:nvPicPr>
              <p:cNvPr id="234" name="墨迹 233"/>
            </p:nvPicPr>
            <p:blipFill>
              <a:blip/>
            </p:blipFill>
            <p:spPr>
              <a:xfrm>
                <a:off x="1985821" y="3453046"/>
                <a:ext cx="78389" cy="137273"/>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235" name="墨迹 234"/>
              <p14:cNvContentPartPr/>
              <p14:nvPr/>
            </p14:nvContentPartPr>
            <p14:xfrm>
              <a:off x="2032220" y="3381832"/>
              <a:ext cx="360" cy="236129"/>
            </p14:xfrm>
          </p:contentPart>
        </mc:Choice>
        <mc:Fallback xmlns="">
          <p:pic>
            <p:nvPicPr>
              <p:cNvPr id="235" name="墨迹 234"/>
            </p:nvPicPr>
            <p:blipFill>
              <a:blip/>
            </p:blipFill>
            <p:spPr>
              <a:xfrm>
                <a:off x="2032220" y="3381832"/>
                <a:ext cx="360" cy="236129"/>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236" name="墨迹 235"/>
              <p14:cNvContentPartPr/>
              <p14:nvPr/>
            </p14:nvContentPartPr>
            <p14:xfrm>
              <a:off x="3321107" y="3347163"/>
              <a:ext cx="239144" cy="226290"/>
            </p14:xfrm>
          </p:contentPart>
        </mc:Choice>
        <mc:Fallback xmlns="">
          <p:pic>
            <p:nvPicPr>
              <p:cNvPr id="236" name="墨迹 235"/>
            </p:nvPicPr>
            <p:blipFill>
              <a:blip/>
            </p:blipFill>
            <p:spPr>
              <a:xfrm>
                <a:off x="3321107" y="3347163"/>
                <a:ext cx="239144" cy="226290"/>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237" name="墨迹 236"/>
              <p14:cNvContentPartPr/>
              <p14:nvPr/>
            </p14:nvContentPartPr>
            <p14:xfrm>
              <a:off x="3655745" y="3369534"/>
              <a:ext cx="58470" cy="154725"/>
            </p14:xfrm>
          </p:contentPart>
        </mc:Choice>
        <mc:Fallback xmlns="">
          <p:pic>
            <p:nvPicPr>
              <p:cNvPr id="237" name="墨迹 236"/>
            </p:nvPicPr>
            <p:blipFill>
              <a:blip/>
            </p:blipFill>
            <p:spPr>
              <a:xfrm>
                <a:off x="3655745" y="3369534"/>
                <a:ext cx="58470" cy="154725"/>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238" name="墨迹 237"/>
              <p14:cNvContentPartPr/>
              <p14:nvPr/>
            </p14:nvContentPartPr>
            <p14:xfrm>
              <a:off x="3651997" y="3366840"/>
              <a:ext cx="74989" cy="14992"/>
            </p14:xfrm>
          </p:contentPart>
        </mc:Choice>
        <mc:Fallback xmlns="">
          <p:pic>
            <p:nvPicPr>
              <p:cNvPr id="238" name="墨迹 237"/>
            </p:nvPicPr>
            <p:blipFill>
              <a:blip/>
            </p:blipFill>
            <p:spPr>
              <a:xfrm>
                <a:off x="3651997" y="3366840"/>
                <a:ext cx="74989" cy="14992"/>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39" name="墨迹 238"/>
              <p14:cNvContentPartPr/>
              <p14:nvPr/>
            </p14:nvContentPartPr>
            <p14:xfrm>
              <a:off x="3773504" y="3490526"/>
              <a:ext cx="35971" cy="28111"/>
            </p14:xfrm>
          </p:contentPart>
        </mc:Choice>
        <mc:Fallback xmlns="">
          <p:pic>
            <p:nvPicPr>
              <p:cNvPr id="239" name="墨迹 238"/>
            </p:nvPicPr>
            <p:blipFill>
              <a:blip/>
            </p:blipFill>
            <p:spPr>
              <a:xfrm>
                <a:off x="3773504" y="3490526"/>
                <a:ext cx="35971" cy="28111"/>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240" name="墨迹 239"/>
              <p14:cNvContentPartPr/>
              <p14:nvPr/>
            </p14:nvContentPartPr>
            <p14:xfrm>
              <a:off x="3850720" y="3413574"/>
              <a:ext cx="91863" cy="105297"/>
            </p14:xfrm>
          </p:contentPart>
        </mc:Choice>
        <mc:Fallback xmlns="">
          <p:pic>
            <p:nvPicPr>
              <p:cNvPr id="240" name="墨迹 239"/>
            </p:nvPicPr>
            <p:blipFill>
              <a:blip/>
            </p:blipFill>
            <p:spPr>
              <a:xfrm>
                <a:off x="3850720" y="3413574"/>
                <a:ext cx="91863" cy="105297"/>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41" name="墨迹 240"/>
              <p14:cNvContentPartPr/>
              <p14:nvPr/>
            </p14:nvContentPartPr>
            <p14:xfrm>
              <a:off x="6840347" y="3319404"/>
              <a:ext cx="84948" cy="141138"/>
            </p14:xfrm>
          </p:contentPart>
        </mc:Choice>
        <mc:Fallback xmlns="">
          <p:pic>
            <p:nvPicPr>
              <p:cNvPr id="241" name="墨迹 240"/>
            </p:nvPicPr>
            <p:blipFill>
              <a:blip/>
            </p:blipFill>
            <p:spPr>
              <a:xfrm>
                <a:off x="6840347" y="3319404"/>
                <a:ext cx="84948" cy="141138"/>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242" name="墨迹 241"/>
              <p14:cNvContentPartPr/>
              <p14:nvPr/>
            </p14:nvContentPartPr>
            <p14:xfrm>
              <a:off x="6863430" y="3246901"/>
              <a:ext cx="39369" cy="239877"/>
            </p14:xfrm>
          </p:contentPart>
        </mc:Choice>
        <mc:Fallback xmlns="">
          <p:pic>
            <p:nvPicPr>
              <p:cNvPr id="242" name="墨迹 241"/>
            </p:nvPicPr>
            <p:blipFill>
              <a:blip/>
            </p:blipFill>
            <p:spPr>
              <a:xfrm>
                <a:off x="6863430" y="3246901"/>
                <a:ext cx="39369" cy="239877"/>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43" name="墨迹 242"/>
              <p14:cNvContentPartPr/>
              <p14:nvPr/>
            </p14:nvContentPartPr>
            <p14:xfrm>
              <a:off x="6996536" y="3310619"/>
              <a:ext cx="22498" cy="188574"/>
            </p14:xfrm>
          </p:contentPart>
        </mc:Choice>
        <mc:Fallback xmlns="">
          <p:pic>
            <p:nvPicPr>
              <p:cNvPr id="243" name="墨迹 242"/>
            </p:nvPicPr>
            <p:blipFill>
              <a:blip/>
            </p:blipFill>
            <p:spPr>
              <a:xfrm>
                <a:off x="6996536" y="3310619"/>
                <a:ext cx="22498" cy="188574"/>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244" name="墨迹 243"/>
              <p14:cNvContentPartPr/>
              <p14:nvPr/>
            </p14:nvContentPartPr>
            <p14:xfrm>
              <a:off x="7022783" y="3325611"/>
              <a:ext cx="36205" cy="76835"/>
            </p14:xfrm>
          </p:contentPart>
        </mc:Choice>
        <mc:Fallback xmlns="">
          <p:pic>
            <p:nvPicPr>
              <p:cNvPr id="244" name="墨迹 243"/>
            </p:nvPicPr>
            <p:blipFill>
              <a:blip/>
            </p:blipFill>
            <p:spPr>
              <a:xfrm>
                <a:off x="7022783" y="3325611"/>
                <a:ext cx="36205" cy="76835"/>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45" name="墨迹 244"/>
              <p14:cNvContentPartPr/>
              <p14:nvPr/>
            </p14:nvContentPartPr>
            <p14:xfrm>
              <a:off x="7082775" y="3400573"/>
              <a:ext cx="48743" cy="87611"/>
            </p14:xfrm>
          </p:contentPart>
        </mc:Choice>
        <mc:Fallback xmlns="">
          <p:pic>
            <p:nvPicPr>
              <p:cNvPr id="245" name="墨迹 244"/>
            </p:nvPicPr>
            <p:blipFill>
              <a:blip/>
            </p:blipFill>
            <p:spPr>
              <a:xfrm>
                <a:off x="7082775" y="3400573"/>
                <a:ext cx="48743" cy="87611"/>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246" name="墨迹 245"/>
              <p14:cNvContentPartPr/>
              <p14:nvPr/>
            </p14:nvContentPartPr>
            <p14:xfrm>
              <a:off x="7191508" y="3363092"/>
              <a:ext cx="20624" cy="24362"/>
            </p14:xfrm>
          </p:contentPart>
        </mc:Choice>
        <mc:Fallback xmlns="">
          <p:pic>
            <p:nvPicPr>
              <p:cNvPr id="246" name="墨迹 245"/>
            </p:nvPicPr>
            <p:blipFill>
              <a:blip/>
            </p:blipFill>
            <p:spPr>
              <a:xfrm>
                <a:off x="7191508" y="3363092"/>
                <a:ext cx="20624" cy="24362"/>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47" name="墨迹 246"/>
              <p14:cNvContentPartPr/>
              <p14:nvPr/>
            </p14:nvContentPartPr>
            <p14:xfrm>
              <a:off x="7199008" y="3426809"/>
              <a:ext cx="18747" cy="54347"/>
            </p14:xfrm>
          </p:contentPart>
        </mc:Choice>
        <mc:Fallback xmlns="">
          <p:pic>
            <p:nvPicPr>
              <p:cNvPr id="247" name="墨迹 246"/>
            </p:nvPicPr>
            <p:blipFill>
              <a:blip/>
            </p:blipFill>
            <p:spPr>
              <a:xfrm>
                <a:off x="7199008" y="3426809"/>
                <a:ext cx="18747" cy="54347"/>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248" name="墨迹 247"/>
              <p14:cNvContentPartPr/>
              <p14:nvPr/>
            </p14:nvContentPartPr>
            <p14:xfrm>
              <a:off x="7245525" y="3411817"/>
              <a:ext cx="39722" cy="93702"/>
            </p14:xfrm>
          </p:contentPart>
        </mc:Choice>
        <mc:Fallback xmlns="">
          <p:pic>
            <p:nvPicPr>
              <p:cNvPr id="248" name="墨迹 247"/>
            </p:nvPicPr>
            <p:blipFill>
              <a:blip/>
            </p:blipFill>
            <p:spPr>
              <a:xfrm>
                <a:off x="7245525" y="3411817"/>
                <a:ext cx="39722" cy="93702"/>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49" name="墨迹 248"/>
              <p14:cNvContentPartPr/>
              <p14:nvPr/>
            </p14:nvContentPartPr>
            <p14:xfrm>
              <a:off x="7322742" y="3414159"/>
              <a:ext cx="67490" cy="65123"/>
            </p14:xfrm>
          </p:contentPart>
        </mc:Choice>
        <mc:Fallback xmlns="">
          <p:pic>
            <p:nvPicPr>
              <p:cNvPr id="249" name="墨迹 248"/>
            </p:nvPicPr>
            <p:blipFill>
              <a:blip/>
            </p:blipFill>
            <p:spPr>
              <a:xfrm>
                <a:off x="7322742" y="3414159"/>
                <a:ext cx="67490" cy="65123"/>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250" name="墨迹 249"/>
              <p14:cNvContentPartPr/>
              <p14:nvPr/>
            </p14:nvContentPartPr>
            <p14:xfrm>
              <a:off x="5268023" y="3480571"/>
              <a:ext cx="81200" cy="102018"/>
            </p14:xfrm>
          </p:contentPart>
        </mc:Choice>
        <mc:Fallback xmlns="">
          <p:pic>
            <p:nvPicPr>
              <p:cNvPr id="250" name="墨迹 249"/>
            </p:nvPicPr>
            <p:blipFill>
              <a:blip/>
            </p:blipFill>
            <p:spPr>
              <a:xfrm>
                <a:off x="5268023" y="3480571"/>
                <a:ext cx="81200" cy="102018"/>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51" name="墨迹 250"/>
              <p14:cNvContentPartPr/>
              <p14:nvPr/>
            </p14:nvContentPartPr>
            <p14:xfrm>
              <a:off x="5980426" y="3473426"/>
              <a:ext cx="82488" cy="105297"/>
            </p14:xfrm>
          </p:contentPart>
        </mc:Choice>
        <mc:Fallback xmlns="">
          <p:pic>
            <p:nvPicPr>
              <p:cNvPr id="251" name="墨迹 250"/>
            </p:nvPicPr>
            <p:blipFill>
              <a:blip/>
            </p:blipFill>
            <p:spPr>
              <a:xfrm>
                <a:off x="5980426" y="3473426"/>
                <a:ext cx="82488" cy="105297"/>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252" name="墨迹 251"/>
              <p14:cNvContentPartPr/>
              <p14:nvPr/>
            </p14:nvContentPartPr>
            <p14:xfrm>
              <a:off x="5459245" y="3487715"/>
              <a:ext cx="52496" cy="90891"/>
            </p14:xfrm>
          </p:contentPart>
        </mc:Choice>
        <mc:Fallback xmlns="">
          <p:pic>
            <p:nvPicPr>
              <p:cNvPr id="252" name="墨迹 251"/>
            </p:nvPicPr>
            <p:blipFill>
              <a:blip/>
            </p:blipFill>
            <p:spPr>
              <a:xfrm>
                <a:off x="5459245" y="3487715"/>
                <a:ext cx="52496" cy="90891"/>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53" name="墨迹 252"/>
              <p14:cNvContentPartPr/>
              <p14:nvPr/>
            </p14:nvContentPartPr>
            <p14:xfrm>
              <a:off x="8648652" y="3200285"/>
              <a:ext cx="250863" cy="320226"/>
            </p14:xfrm>
          </p:contentPart>
        </mc:Choice>
        <mc:Fallback xmlns="">
          <p:pic>
            <p:nvPicPr>
              <p:cNvPr id="253" name="墨迹 252"/>
            </p:nvPicPr>
            <p:blipFill>
              <a:blip/>
            </p:blipFill>
            <p:spPr>
              <a:xfrm>
                <a:off x="8648652" y="3200285"/>
                <a:ext cx="250863" cy="320226"/>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254" name="墨迹 253"/>
              <p14:cNvContentPartPr/>
              <p14:nvPr/>
            </p14:nvContentPartPr>
            <p14:xfrm>
              <a:off x="9066250" y="3294456"/>
              <a:ext cx="123735" cy="117361"/>
            </p14:xfrm>
          </p:contentPart>
        </mc:Choice>
        <mc:Fallback xmlns="">
          <p:pic>
            <p:nvPicPr>
              <p:cNvPr id="254" name="墨迹 253"/>
            </p:nvPicPr>
            <p:blipFill>
              <a:blip/>
            </p:blipFill>
            <p:spPr>
              <a:xfrm>
                <a:off x="9066250" y="3294456"/>
                <a:ext cx="123735" cy="117361"/>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55" name="墨迹 254"/>
              <p14:cNvContentPartPr/>
              <p14:nvPr/>
            </p14:nvContentPartPr>
            <p14:xfrm>
              <a:off x="9116870" y="3316241"/>
              <a:ext cx="31870" cy="142427"/>
            </p14:xfrm>
          </p:contentPart>
        </mc:Choice>
        <mc:Fallback xmlns="">
          <p:pic>
            <p:nvPicPr>
              <p:cNvPr id="255" name="墨迹 254"/>
            </p:nvPicPr>
            <p:blipFill>
              <a:blip/>
            </p:blipFill>
            <p:spPr>
              <a:xfrm>
                <a:off x="9116870" y="3316241"/>
                <a:ext cx="31870" cy="142427"/>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256" name="墨迹 255"/>
              <p14:cNvContentPartPr/>
              <p14:nvPr/>
            </p14:nvContentPartPr>
            <p14:xfrm>
              <a:off x="9178735" y="3445549"/>
              <a:ext cx="3751" cy="20615"/>
            </p14:xfrm>
          </p:contentPart>
        </mc:Choice>
        <mc:Fallback xmlns="">
          <p:pic>
            <p:nvPicPr>
              <p:cNvPr id="256" name="墨迹 255"/>
            </p:nvPicPr>
            <p:blipFill>
              <a:blip/>
            </p:blipFill>
            <p:spPr>
              <a:xfrm>
                <a:off x="9178735" y="3445549"/>
                <a:ext cx="3751" cy="20615"/>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57" name="墨迹 256"/>
              <p14:cNvContentPartPr/>
              <p14:nvPr/>
            </p14:nvContentPartPr>
            <p14:xfrm>
              <a:off x="9253726" y="3252055"/>
              <a:ext cx="103580" cy="260960"/>
            </p14:xfrm>
          </p:contentPart>
        </mc:Choice>
        <mc:Fallback xmlns="">
          <p:pic>
            <p:nvPicPr>
              <p:cNvPr id="257" name="墨迹 256"/>
            </p:nvPicPr>
            <p:blipFill>
              <a:blip/>
            </p:blipFill>
            <p:spPr>
              <a:xfrm>
                <a:off x="9253726" y="3252055"/>
                <a:ext cx="103580" cy="260960"/>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258" name="墨迹 257"/>
              <p14:cNvContentPartPr/>
              <p14:nvPr/>
            </p14:nvContentPartPr>
            <p14:xfrm>
              <a:off x="11085230" y="3306871"/>
              <a:ext cx="103229" cy="122398"/>
            </p14:xfrm>
          </p:contentPart>
        </mc:Choice>
        <mc:Fallback xmlns="">
          <p:pic>
            <p:nvPicPr>
              <p:cNvPr id="258" name="墨迹 257"/>
            </p:nvPicPr>
            <p:blipFill>
              <a:blip/>
            </p:blipFill>
            <p:spPr>
              <a:xfrm>
                <a:off x="11085230" y="3306871"/>
                <a:ext cx="103229" cy="122398"/>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59" name="墨迹 258"/>
              <p14:cNvContentPartPr/>
              <p14:nvPr/>
            </p14:nvContentPartPr>
            <p14:xfrm>
              <a:off x="11137257" y="3245731"/>
              <a:ext cx="24955" cy="237299"/>
            </p14:xfrm>
          </p:contentPart>
        </mc:Choice>
        <mc:Fallback xmlns="">
          <p:pic>
            <p:nvPicPr>
              <p:cNvPr id="259" name="墨迹 258"/>
            </p:nvPicPr>
            <p:blipFill>
              <a:blip/>
            </p:blipFill>
            <p:spPr>
              <a:xfrm>
                <a:off x="11137257" y="3245731"/>
                <a:ext cx="24955" cy="237299"/>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260" name="墨迹 259"/>
              <p14:cNvContentPartPr/>
              <p14:nvPr/>
            </p14:nvContentPartPr>
            <p14:xfrm>
              <a:off x="11234388" y="3340603"/>
              <a:ext cx="21561" cy="179205"/>
            </p14:xfrm>
          </p:contentPart>
        </mc:Choice>
        <mc:Fallback xmlns="">
          <p:pic>
            <p:nvPicPr>
              <p:cNvPr id="260" name="墨迹 259"/>
            </p:nvPicPr>
            <p:blipFill>
              <a:blip/>
            </p:blipFill>
            <p:spPr>
              <a:xfrm>
                <a:off x="11234388" y="3340603"/>
                <a:ext cx="21561" cy="179205"/>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61" name="墨迹 260"/>
              <p14:cNvContentPartPr/>
              <p14:nvPr/>
            </p14:nvContentPartPr>
            <p14:xfrm>
              <a:off x="11240953" y="3337792"/>
              <a:ext cx="67490" cy="102135"/>
            </p14:xfrm>
          </p:contentPart>
        </mc:Choice>
        <mc:Fallback xmlns="">
          <p:pic>
            <p:nvPicPr>
              <p:cNvPr id="261" name="墨迹 260"/>
            </p:nvPicPr>
            <p:blipFill>
              <a:blip/>
            </p:blipFill>
            <p:spPr>
              <a:xfrm>
                <a:off x="11240953" y="3337792"/>
                <a:ext cx="67490" cy="102135"/>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262" name="墨迹 261"/>
              <p14:cNvContentPartPr/>
              <p14:nvPr/>
            </p14:nvContentPartPr>
            <p14:xfrm>
              <a:off x="11289696" y="3411817"/>
              <a:ext cx="71240" cy="70979"/>
            </p14:xfrm>
          </p:contentPart>
        </mc:Choice>
        <mc:Fallback xmlns="">
          <p:pic>
            <p:nvPicPr>
              <p:cNvPr id="262" name="墨迹 261"/>
            </p:nvPicPr>
            <p:blipFill>
              <a:blip/>
            </p:blipFill>
            <p:spPr>
              <a:xfrm>
                <a:off x="11289696" y="3411817"/>
                <a:ext cx="71240" cy="70979"/>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63" name="墨迹 262"/>
              <p14:cNvContentPartPr/>
              <p14:nvPr/>
            </p14:nvContentPartPr>
            <p14:xfrm>
              <a:off x="11424676" y="3359344"/>
              <a:ext cx="15000" cy="28110"/>
            </p14:xfrm>
          </p:contentPart>
        </mc:Choice>
        <mc:Fallback xmlns="">
          <p:pic>
            <p:nvPicPr>
              <p:cNvPr id="263" name="墨迹 262"/>
            </p:nvPicPr>
            <p:blipFill>
              <a:blip/>
            </p:blipFill>
            <p:spPr>
              <a:xfrm>
                <a:off x="11424676" y="3359344"/>
                <a:ext cx="15000" cy="28110"/>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264" name="墨迹 263"/>
              <p14:cNvContentPartPr/>
              <p14:nvPr/>
            </p14:nvContentPartPr>
            <p14:xfrm>
              <a:off x="11396557" y="3423061"/>
              <a:ext cx="16873" cy="71214"/>
            </p14:xfrm>
          </p:contentPart>
        </mc:Choice>
        <mc:Fallback xmlns="">
          <p:pic>
            <p:nvPicPr>
              <p:cNvPr id="264" name="墨迹 263"/>
            </p:nvPicPr>
            <p:blipFill>
              <a:blip/>
            </p:blipFill>
            <p:spPr>
              <a:xfrm>
                <a:off x="11396557" y="3423061"/>
                <a:ext cx="16873" cy="71214"/>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65" name="墨迹 264"/>
              <p14:cNvContentPartPr/>
              <p14:nvPr/>
            </p14:nvContentPartPr>
            <p14:xfrm>
              <a:off x="11452210" y="3428566"/>
              <a:ext cx="45582" cy="65709"/>
            </p14:xfrm>
          </p:contentPart>
        </mc:Choice>
        <mc:Fallback xmlns="">
          <p:pic>
            <p:nvPicPr>
              <p:cNvPr id="265" name="墨迹 264"/>
            </p:nvPicPr>
            <p:blipFill>
              <a:blip/>
            </p:blipFill>
            <p:spPr>
              <a:xfrm>
                <a:off x="11452210" y="3428566"/>
                <a:ext cx="45582" cy="65709"/>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266" name="墨迹 265"/>
              <p14:cNvContentPartPr/>
              <p14:nvPr/>
            </p14:nvContentPartPr>
            <p14:xfrm>
              <a:off x="11510914" y="3408069"/>
              <a:ext cx="36558" cy="89954"/>
            </p14:xfrm>
          </p:contentPart>
        </mc:Choice>
        <mc:Fallback xmlns="">
          <p:pic>
            <p:nvPicPr>
              <p:cNvPr id="266" name="墨迹 265"/>
            </p:nvPicPr>
            <p:blipFill>
              <a:blip/>
            </p:blipFill>
            <p:spPr>
              <a:xfrm>
                <a:off x="11510914" y="3408069"/>
                <a:ext cx="36558" cy="89954"/>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67" name="墨迹 266"/>
              <p14:cNvContentPartPr/>
              <p14:nvPr/>
            </p14:nvContentPartPr>
            <p14:xfrm>
              <a:off x="7135266" y="3143244"/>
              <a:ext cx="78740" cy="96161"/>
            </p14:xfrm>
          </p:contentPart>
        </mc:Choice>
        <mc:Fallback xmlns="">
          <p:pic>
            <p:nvPicPr>
              <p:cNvPr id="267" name="墨迹 266"/>
            </p:nvPicPr>
            <p:blipFill>
              <a:blip/>
            </p:blipFill>
            <p:spPr>
              <a:xfrm>
                <a:off x="7135266" y="3143244"/>
                <a:ext cx="78740" cy="96161"/>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268" name="墨迹 267"/>
              <p14:cNvContentPartPr/>
              <p14:nvPr/>
            </p14:nvContentPartPr>
            <p14:xfrm>
              <a:off x="7167138" y="3081986"/>
              <a:ext cx="28122" cy="185530"/>
            </p14:xfrm>
          </p:contentPart>
        </mc:Choice>
        <mc:Fallback xmlns="">
          <p:pic>
            <p:nvPicPr>
              <p:cNvPr id="268" name="墨迹 267"/>
            </p:nvPicPr>
            <p:blipFill>
              <a:blip/>
            </p:blipFill>
            <p:spPr>
              <a:xfrm>
                <a:off x="7167138" y="3081986"/>
                <a:ext cx="28122" cy="185530"/>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69" name="墨迹 268"/>
              <p14:cNvContentPartPr/>
              <p14:nvPr/>
            </p14:nvContentPartPr>
            <p14:xfrm>
              <a:off x="7055356" y="3081986"/>
              <a:ext cx="491067" cy="255338"/>
            </p14:xfrm>
          </p:contentPart>
        </mc:Choice>
        <mc:Fallback xmlns="">
          <p:pic>
            <p:nvPicPr>
              <p:cNvPr id="269" name="墨迹 268"/>
            </p:nvPicPr>
            <p:blipFill>
              <a:blip/>
            </p:blipFill>
            <p:spPr>
              <a:xfrm>
                <a:off x="7055356" y="3081986"/>
                <a:ext cx="491067" cy="255338"/>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270" name="墨迹 269"/>
              <p14:cNvContentPartPr/>
              <p14:nvPr/>
            </p14:nvContentPartPr>
            <p14:xfrm>
              <a:off x="7266497" y="3141956"/>
              <a:ext cx="11251" cy="155076"/>
            </p14:xfrm>
          </p:contentPart>
        </mc:Choice>
        <mc:Fallback xmlns="">
          <p:pic>
            <p:nvPicPr>
              <p:cNvPr id="270" name="墨迹 269"/>
            </p:nvPicPr>
            <p:blipFill>
              <a:blip/>
            </p:blipFill>
            <p:spPr>
              <a:xfrm>
                <a:off x="7266497" y="3141956"/>
                <a:ext cx="11251" cy="155076"/>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71" name="墨迹 270"/>
              <p14:cNvContentPartPr/>
              <p14:nvPr/>
            </p14:nvContentPartPr>
            <p14:xfrm>
              <a:off x="7280326" y="3126963"/>
              <a:ext cx="46165" cy="106820"/>
            </p14:xfrm>
          </p:contentPart>
        </mc:Choice>
        <mc:Fallback xmlns="">
          <p:pic>
            <p:nvPicPr>
              <p:cNvPr id="271" name="墨迹 270"/>
            </p:nvPicPr>
            <p:blipFill>
              <a:blip/>
            </p:blipFill>
            <p:spPr>
              <a:xfrm>
                <a:off x="7280326" y="3126963"/>
                <a:ext cx="46165" cy="106820"/>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72" name="墨迹 271"/>
              <p14:cNvContentPartPr/>
              <p14:nvPr/>
            </p14:nvContentPartPr>
            <p14:xfrm>
              <a:off x="11203458" y="3074490"/>
              <a:ext cx="74636" cy="112442"/>
            </p14:xfrm>
          </p:contentPart>
        </mc:Choice>
        <mc:Fallback xmlns="">
          <p:pic>
            <p:nvPicPr>
              <p:cNvPr id="272" name="墨迹 271"/>
            </p:nvPicPr>
            <p:blipFill>
              <a:blip/>
            </p:blipFill>
            <p:spPr>
              <a:xfrm>
                <a:off x="11203458" y="3074490"/>
                <a:ext cx="74636" cy="112442"/>
              </a:xfrm>
              <a:prstGeom prst="rect"/>
            </p:spPr>
          </p:pic>
        </mc:Fallback>
      </mc:AlternateContent>
      <mc:AlternateContent xmlns:mc="http://schemas.openxmlformats.org/markup-compatibility/2006" xmlns:p14="http://schemas.microsoft.com/office/powerpoint/2010/main">
        <mc:Choice Requires="p14">
          <p:contentPart r:id="rId204" p14:bwMode="auto">
            <p14:nvContentPartPr>
              <p14:cNvPr id="273" name="墨迹 272"/>
              <p14:cNvContentPartPr/>
              <p14:nvPr/>
            </p14:nvContentPartPr>
            <p14:xfrm>
              <a:off x="11218454" y="3059498"/>
              <a:ext cx="14999" cy="164915"/>
            </p14:xfrm>
          </p:contentPart>
        </mc:Choice>
        <mc:Fallback xmlns="">
          <p:pic>
            <p:nvPicPr>
              <p:cNvPr id="273" name="墨迹 272"/>
            </p:nvPicPr>
            <p:blipFill>
              <a:blip/>
            </p:blipFill>
            <p:spPr>
              <a:xfrm>
                <a:off x="11218454" y="3059498"/>
                <a:ext cx="14999" cy="164915"/>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74" name="墨迹 273"/>
              <p14:cNvContentPartPr/>
              <p14:nvPr/>
            </p14:nvContentPartPr>
            <p14:xfrm>
              <a:off x="11290984" y="3096979"/>
              <a:ext cx="28707" cy="118415"/>
            </p14:xfrm>
          </p:contentPart>
        </mc:Choice>
        <mc:Fallback xmlns="">
          <p:pic>
            <p:nvPicPr>
              <p:cNvPr id="274" name="墨迹 273"/>
            </p:nvPicPr>
            <p:blipFill>
              <a:blip/>
            </p:blipFill>
            <p:spPr>
              <a:xfrm>
                <a:off x="11290984" y="3096979"/>
                <a:ext cx="28707" cy="118415"/>
              </a:xfrm>
              <a:prstGeom prst="rect"/>
            </p:spPr>
          </p:pic>
        </mc:Fallback>
      </mc:AlternateContent>
      <mc:AlternateContent xmlns:mc="http://schemas.openxmlformats.org/markup-compatibility/2006" xmlns:p14="http://schemas.microsoft.com/office/powerpoint/2010/main">
        <mc:Choice Requires="p14">
          <p:contentPart r:id="rId206" p14:bwMode="auto">
            <p14:nvContentPartPr>
              <p14:cNvPr id="275" name="墨迹 274"/>
              <p14:cNvContentPartPr/>
              <p14:nvPr/>
            </p14:nvContentPartPr>
            <p14:xfrm>
              <a:off x="11308442" y="3089483"/>
              <a:ext cx="58706" cy="76835"/>
            </p14:xfrm>
          </p:contentPart>
        </mc:Choice>
        <mc:Fallback xmlns="">
          <p:pic>
            <p:nvPicPr>
              <p:cNvPr id="275" name="墨迹 274"/>
            </p:nvPicPr>
            <p:blipFill>
              <a:blip/>
            </p:blipFill>
            <p:spPr>
              <a:xfrm>
                <a:off x="11308442" y="3089483"/>
                <a:ext cx="58706" cy="76835"/>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276" name="墨迹 275"/>
              <p14:cNvContentPartPr/>
              <p14:nvPr/>
            </p14:nvContentPartPr>
            <p14:xfrm>
              <a:off x="11109719" y="3096979"/>
              <a:ext cx="333705" cy="136804"/>
            </p14:xfrm>
          </p:contentPart>
        </mc:Choice>
        <mc:Fallback xmlns="">
          <p:pic>
            <p:nvPicPr>
              <p:cNvPr id="276" name="墨迹 275"/>
            </p:nvPicPr>
            <p:blipFill>
              <a:blip/>
            </p:blipFill>
            <p:spPr>
              <a:xfrm>
                <a:off x="11109719" y="3096979"/>
                <a:ext cx="333705" cy="136804"/>
              </a:xfrm>
              <a:prstGeom prst="rect"/>
            </p:spPr>
          </p:pic>
        </mc:Fallback>
      </mc:AlternateContent>
      <mc:AlternateContent xmlns:mc="http://schemas.openxmlformats.org/markup-compatibility/2006" xmlns:p14="http://schemas.microsoft.com/office/powerpoint/2010/main">
        <mc:Choice Requires="p14">
          <p:contentPart r:id="rId208" p14:bwMode="auto">
            <p14:nvContentPartPr>
              <p14:cNvPr id="277" name="墨迹 276"/>
              <p14:cNvContentPartPr/>
              <p14:nvPr/>
            </p14:nvContentPartPr>
            <p14:xfrm>
              <a:off x="2224967" y="3250650"/>
              <a:ext cx="79560" cy="100261"/>
            </p14:xfrm>
          </p:contentPart>
        </mc:Choice>
        <mc:Fallback xmlns="">
          <p:pic>
            <p:nvPicPr>
              <p:cNvPr id="277" name="墨迹 276"/>
            </p:nvPicPr>
            <p:blipFill>
              <a:blip/>
            </p:blipFill>
            <p:spPr>
              <a:xfrm>
                <a:off x="2224967" y="3250650"/>
                <a:ext cx="79560" cy="100261"/>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278" name="墨迹 277"/>
              <p14:cNvContentPartPr/>
              <p14:nvPr/>
            </p14:nvContentPartPr>
            <p14:xfrm>
              <a:off x="2264687" y="3224413"/>
              <a:ext cx="7499" cy="129309"/>
            </p14:xfrm>
          </p:contentPart>
        </mc:Choice>
        <mc:Fallback xmlns="">
          <p:pic>
            <p:nvPicPr>
              <p:cNvPr id="278" name="墨迹 277"/>
            </p:nvPicPr>
            <p:blipFill>
              <a:blip/>
            </p:blipFill>
            <p:spPr>
              <a:xfrm>
                <a:off x="2264687" y="3224413"/>
                <a:ext cx="7499" cy="129309"/>
              </a:xfrm>
              <a:prstGeom prst="rect"/>
            </p:spPr>
          </p:pic>
        </mc:Fallback>
      </mc:AlternateContent>
      <mc:AlternateContent xmlns:mc="http://schemas.openxmlformats.org/markup-compatibility/2006" xmlns:p14="http://schemas.microsoft.com/office/powerpoint/2010/main">
        <mc:Choice Requires="p14">
          <p:contentPart r:id="rId210" p14:bwMode="auto">
            <p14:nvContentPartPr>
              <p14:cNvPr id="279" name="墨迹 278"/>
              <p14:cNvContentPartPr/>
              <p14:nvPr/>
            </p14:nvContentPartPr>
            <p14:xfrm>
              <a:off x="2347175" y="3243153"/>
              <a:ext cx="11251" cy="127318"/>
            </p14:xfrm>
          </p:contentPart>
        </mc:Choice>
        <mc:Fallback xmlns="">
          <p:pic>
            <p:nvPicPr>
              <p:cNvPr id="279" name="墨迹 278"/>
            </p:nvPicPr>
            <p:blipFill>
              <a:blip/>
            </p:blipFill>
            <p:spPr>
              <a:xfrm>
                <a:off x="2347175" y="3243153"/>
                <a:ext cx="11251" cy="127318"/>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280" name="墨迹 279"/>
              <p14:cNvContentPartPr/>
              <p14:nvPr/>
            </p14:nvContentPartPr>
            <p14:xfrm>
              <a:off x="2343427" y="3210358"/>
              <a:ext cx="56242" cy="87143"/>
            </p14:xfrm>
          </p:contentPart>
        </mc:Choice>
        <mc:Fallback xmlns="">
          <p:pic>
            <p:nvPicPr>
              <p:cNvPr id="280" name="墨迹 279"/>
            </p:nvPicPr>
            <p:blipFill>
              <a:blip/>
            </p:blipFill>
            <p:spPr>
              <a:xfrm>
                <a:off x="2343427" y="3210358"/>
                <a:ext cx="56242" cy="87143"/>
              </a:xfrm>
              <a:prstGeom prst="rect"/>
            </p:spPr>
          </p:pic>
        </mc:Fallback>
      </mc:AlternateContent>
      <mc:AlternateContent xmlns:mc="http://schemas.openxmlformats.org/markup-compatibility/2006" xmlns:p14="http://schemas.microsoft.com/office/powerpoint/2010/main">
        <mc:Choice Requires="p14">
          <p:contentPart r:id="rId212" p14:bwMode="auto">
            <p14:nvContentPartPr>
              <p14:cNvPr id="281" name="墨迹 280"/>
              <p14:cNvContentPartPr/>
              <p14:nvPr/>
            </p14:nvContentPartPr>
            <p14:xfrm>
              <a:off x="2178450" y="3201925"/>
              <a:ext cx="313550" cy="191151"/>
            </p14:xfrm>
          </p:contentPart>
        </mc:Choice>
        <mc:Fallback xmlns="">
          <p:pic>
            <p:nvPicPr>
              <p:cNvPr id="281" name="墨迹 280"/>
            </p:nvPicPr>
            <p:blipFill>
              <a:blip/>
            </p:blipFill>
            <p:spPr>
              <a:xfrm>
                <a:off x="2178450" y="3201925"/>
                <a:ext cx="313550" cy="191151"/>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282" name="墨迹 281"/>
              <p14:cNvContentPartPr/>
              <p14:nvPr/>
            </p14:nvContentPartPr>
            <p14:xfrm>
              <a:off x="2608159" y="3221780"/>
              <a:ext cx="17105" cy="247361"/>
            </p14:xfrm>
          </p:contentPart>
        </mc:Choice>
        <mc:Fallback xmlns="">
          <p:pic>
            <p:nvPicPr>
              <p:cNvPr id="282" name="墨迹 281"/>
            </p:nvPicPr>
            <p:blipFill>
              <a:blip/>
            </p:blipFill>
            <p:spPr>
              <a:xfrm>
                <a:off x="2608159" y="3221780"/>
                <a:ext cx="17105" cy="247361"/>
              </a:xfrm>
              <a:prstGeom prst="rect"/>
            </p:spPr>
          </p:pic>
        </mc:Fallback>
      </mc:AlternateContent>
      <mc:AlternateContent xmlns:mc="http://schemas.openxmlformats.org/markup-compatibility/2006" xmlns:p14="http://schemas.microsoft.com/office/powerpoint/2010/main">
        <mc:Choice Requires="p14">
          <p:contentPart r:id="rId214" p14:bwMode="auto">
            <p14:nvContentPartPr>
              <p14:cNvPr id="283" name="墨迹 282"/>
              <p14:cNvContentPartPr/>
              <p14:nvPr/>
            </p14:nvContentPartPr>
            <p14:xfrm>
              <a:off x="1921247" y="3266123"/>
              <a:ext cx="22047" cy="365299"/>
            </p14:xfrm>
          </p:contentPart>
        </mc:Choice>
        <mc:Fallback xmlns="">
          <p:pic>
            <p:nvPicPr>
              <p:cNvPr id="283" name="墨迹 282"/>
            </p:nvPicPr>
            <p:blipFill>
              <a:blip/>
            </p:blipFill>
            <p:spPr>
              <a:xfrm>
                <a:off x="1921247" y="3266123"/>
                <a:ext cx="22047" cy="365299"/>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284" name="墨迹 283"/>
              <p14:cNvContentPartPr/>
              <p14:nvPr/>
            </p14:nvContentPartPr>
            <p14:xfrm>
              <a:off x="1919776" y="3172093"/>
              <a:ext cx="761072" cy="549218"/>
            </p14:xfrm>
          </p:contentPart>
        </mc:Choice>
        <mc:Fallback xmlns="">
          <p:pic>
            <p:nvPicPr>
              <p:cNvPr id="284" name="墨迹 283"/>
            </p:nvPicPr>
            <p:blipFill>
              <a:blip/>
            </p:blipFill>
            <p:spPr>
              <a:xfrm>
                <a:off x="1919776" y="3172093"/>
                <a:ext cx="761072" cy="549218"/>
              </a:xfrm>
              <a:prstGeom prst="rect"/>
            </p:spPr>
          </p:pic>
        </mc:Fallback>
      </mc:AlternateContent>
      <mc:AlternateContent xmlns:mc="http://schemas.openxmlformats.org/markup-compatibility/2006" xmlns:p14="http://schemas.microsoft.com/office/powerpoint/2010/main">
        <mc:Choice Requires="p14">
          <p:contentPart r:id="rId216" p14:bwMode="auto">
            <p14:nvContentPartPr>
              <p14:cNvPr id="285" name="墨迹 284"/>
              <p14:cNvContentPartPr/>
              <p14:nvPr/>
            </p14:nvContentPartPr>
            <p14:xfrm>
              <a:off x="1992465" y="3603774"/>
              <a:ext cx="365570" cy="47015"/>
            </p14:xfrm>
          </p:contentPart>
        </mc:Choice>
        <mc:Fallback xmlns="">
          <p:pic>
            <p:nvPicPr>
              <p:cNvPr id="285" name="墨迹 284"/>
            </p:nvPicPr>
            <p:blipFill>
              <a:blip/>
            </p:blipFill>
            <p:spPr>
              <a:xfrm>
                <a:off x="1992465" y="3603774"/>
                <a:ext cx="365570" cy="47015"/>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286" name="墨迹 285"/>
              <p14:cNvContentPartPr/>
              <p14:nvPr/>
            </p14:nvContentPartPr>
            <p14:xfrm>
              <a:off x="2689399" y="3206286"/>
              <a:ext cx="194544" cy="23507"/>
            </p14:xfrm>
          </p:contentPart>
        </mc:Choice>
        <mc:Fallback xmlns="">
          <p:pic>
            <p:nvPicPr>
              <p:cNvPr id="286" name="墨迹 285"/>
            </p:nvPicPr>
            <p:blipFill>
              <a:blip/>
            </p:blipFill>
            <p:spPr>
              <a:xfrm>
                <a:off x="2689399" y="3206286"/>
                <a:ext cx="194544" cy="23507"/>
              </a:xfrm>
              <a:prstGeom prst="rect"/>
            </p:spPr>
          </p:pic>
        </mc:Fallback>
      </mc:AlternateContent>
      <mc:AlternateContent xmlns:mc="http://schemas.openxmlformats.org/markup-compatibility/2006" xmlns:p14="http://schemas.microsoft.com/office/powerpoint/2010/main">
        <mc:Choice Requires="p14">
          <p:contentPart r:id="rId218" p14:bwMode="auto">
            <p14:nvContentPartPr>
              <p14:cNvPr id="287" name="墨迹 286"/>
              <p14:cNvContentPartPr/>
              <p14:nvPr/>
            </p14:nvContentPartPr>
            <p14:xfrm>
              <a:off x="2703697" y="3347330"/>
              <a:ext cx="54113" cy="89756"/>
            </p14:xfrm>
          </p:contentPart>
        </mc:Choice>
        <mc:Fallback xmlns="">
          <p:pic>
            <p:nvPicPr>
              <p:cNvPr id="287" name="墨迹 286"/>
            </p:nvPicPr>
            <p:blipFill>
              <a:blip/>
            </p:blipFill>
            <p:spPr>
              <a:xfrm>
                <a:off x="2703697" y="3347330"/>
                <a:ext cx="54113" cy="89756"/>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288" name="墨迹 287"/>
              <p14:cNvContentPartPr/>
              <p14:nvPr/>
            </p14:nvContentPartPr>
            <p14:xfrm>
              <a:off x="2740707" y="3370837"/>
              <a:ext cx="49169" cy="2138"/>
            </p14:xfrm>
          </p:contentPart>
        </mc:Choice>
        <mc:Fallback xmlns="">
          <p:pic>
            <p:nvPicPr>
              <p:cNvPr id="288" name="墨迹 287"/>
            </p:nvPicPr>
            <p:blipFill>
              <a:blip/>
            </p:blipFill>
            <p:spPr>
              <a:xfrm>
                <a:off x="2740707" y="3370837"/>
                <a:ext cx="49169" cy="2138"/>
              </a:xfrm>
              <a:prstGeom prst="rect"/>
            </p:spPr>
          </p:pic>
        </mc:Fallback>
      </mc:AlternateContent>
      <mc:AlternateContent xmlns:mc="http://schemas.openxmlformats.org/markup-compatibility/2006" xmlns:p14="http://schemas.microsoft.com/office/powerpoint/2010/main">
        <mc:Choice Requires="p14">
          <p:contentPart r:id="rId220" p14:bwMode="auto">
            <p14:nvContentPartPr>
              <p14:cNvPr id="289" name="墨迹 288"/>
              <p14:cNvContentPartPr/>
              <p14:nvPr/>
            </p14:nvContentPartPr>
            <p14:xfrm>
              <a:off x="2774913" y="3343056"/>
              <a:ext cx="32066" cy="92961"/>
            </p14:xfrm>
          </p:contentPart>
        </mc:Choice>
        <mc:Fallback xmlns="">
          <p:pic>
            <p:nvPicPr>
              <p:cNvPr id="289" name="墨迹 288"/>
            </p:nvPicPr>
            <p:blipFill>
              <a:blip/>
            </p:blipFill>
            <p:spPr>
              <a:xfrm>
                <a:off x="2774913" y="3343056"/>
                <a:ext cx="32066" cy="92961"/>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290" name="墨迹 289"/>
              <p14:cNvContentPartPr/>
              <p14:nvPr/>
            </p14:nvContentPartPr>
            <p14:xfrm>
              <a:off x="2817669" y="3372974"/>
              <a:ext cx="38481" cy="64112"/>
            </p14:xfrm>
          </p:contentPart>
        </mc:Choice>
        <mc:Fallback xmlns="">
          <p:pic>
            <p:nvPicPr>
              <p:cNvPr id="290" name="墨迹 289"/>
            </p:nvPicPr>
            <p:blipFill>
              <a:blip/>
            </p:blipFill>
            <p:spPr>
              <a:xfrm>
                <a:off x="2817669" y="3372974"/>
                <a:ext cx="38481" cy="64112"/>
              </a:xfrm>
              <a:prstGeom prst="rect"/>
            </p:spPr>
          </p:pic>
        </mc:Fallback>
      </mc:AlternateContent>
      <mc:AlternateContent xmlns:mc="http://schemas.openxmlformats.org/markup-compatibility/2006" xmlns:p14="http://schemas.microsoft.com/office/powerpoint/2010/main">
        <mc:Choice Requires="p14">
          <p:contentPart r:id="rId222" p14:bwMode="auto">
            <p14:nvContentPartPr>
              <p14:cNvPr id="291" name="墨迹 290"/>
              <p14:cNvContentPartPr/>
              <p14:nvPr/>
            </p14:nvContentPartPr>
            <p14:xfrm>
              <a:off x="7530531" y="3166216"/>
              <a:ext cx="16033" cy="289568"/>
            </p14:xfrm>
          </p:contentPart>
        </mc:Choice>
        <mc:Fallback xmlns="">
          <p:pic>
            <p:nvPicPr>
              <p:cNvPr id="291" name="墨迹 290"/>
            </p:nvPicPr>
            <p:blipFill>
              <a:blip/>
            </p:blipFill>
            <p:spPr>
              <a:xfrm>
                <a:off x="7530531" y="3166216"/>
                <a:ext cx="16033" cy="289568"/>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292" name="墨迹 291"/>
              <p14:cNvContentPartPr/>
              <p14:nvPr/>
            </p14:nvContentPartPr>
            <p14:xfrm>
              <a:off x="7552977" y="3168888"/>
              <a:ext cx="780313" cy="33124"/>
            </p14:xfrm>
          </p:contentPart>
        </mc:Choice>
        <mc:Fallback xmlns="">
          <p:pic>
            <p:nvPicPr>
              <p:cNvPr id="292" name="墨迹 291"/>
            </p:nvPicPr>
            <p:blipFill>
              <a:blip/>
            </p:blipFill>
            <p:spPr>
              <a:xfrm>
                <a:off x="7552977" y="3168888"/>
                <a:ext cx="780313" cy="33124"/>
              </a:xfrm>
              <a:prstGeom prst="rect"/>
            </p:spPr>
          </p:pic>
        </mc:Fallback>
      </mc:AlternateContent>
      <mc:AlternateContent xmlns:mc="http://schemas.openxmlformats.org/markup-compatibility/2006" xmlns:p14="http://schemas.microsoft.com/office/powerpoint/2010/main">
        <mc:Choice Requires="p14">
          <p:contentPart r:id="rId224" p14:bwMode="auto">
            <p14:nvContentPartPr>
              <p14:cNvPr id="293" name="墨迹 292"/>
              <p14:cNvContentPartPr/>
              <p14:nvPr/>
            </p14:nvContentPartPr>
            <p14:xfrm>
              <a:off x="7499532" y="3423061"/>
              <a:ext cx="25653" cy="176305"/>
            </p14:xfrm>
          </p:contentPart>
        </mc:Choice>
        <mc:Fallback xmlns="">
          <p:pic>
            <p:nvPicPr>
              <p:cNvPr id="293" name="墨迹 292"/>
            </p:nvPicPr>
            <p:blipFill>
              <a:blip/>
            </p:blipFill>
            <p:spPr>
              <a:xfrm>
                <a:off x="7499532" y="3423061"/>
                <a:ext cx="25653" cy="176305"/>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294" name="墨迹 293"/>
              <p14:cNvContentPartPr/>
              <p14:nvPr/>
            </p14:nvContentPartPr>
            <p14:xfrm>
              <a:off x="7585045" y="3305658"/>
              <a:ext cx="51308" cy="96166"/>
            </p14:xfrm>
          </p:contentPart>
        </mc:Choice>
        <mc:Fallback xmlns="">
          <p:pic>
            <p:nvPicPr>
              <p:cNvPr id="294" name="墨迹 293"/>
            </p:nvPicPr>
            <p:blipFill>
              <a:blip/>
            </p:blipFill>
            <p:spPr>
              <a:xfrm>
                <a:off x="7585045" y="3305658"/>
                <a:ext cx="51308" cy="96166"/>
              </a:xfrm>
              <a:prstGeom prst="rect"/>
            </p:spPr>
          </p:pic>
        </mc:Fallback>
      </mc:AlternateContent>
      <mc:AlternateContent xmlns:mc="http://schemas.openxmlformats.org/markup-compatibility/2006" xmlns:p14="http://schemas.microsoft.com/office/powerpoint/2010/main">
        <mc:Choice Requires="p14">
          <p:contentPart r:id="rId226" p14:bwMode="auto">
            <p14:nvContentPartPr>
              <p14:cNvPr id="295" name="墨迹 294"/>
              <p14:cNvContentPartPr/>
              <p14:nvPr/>
            </p14:nvContentPartPr>
            <p14:xfrm>
              <a:off x="7623526" y="3317412"/>
              <a:ext cx="72689" cy="17096"/>
            </p14:xfrm>
          </p:contentPart>
        </mc:Choice>
        <mc:Fallback xmlns="">
          <p:pic>
            <p:nvPicPr>
              <p:cNvPr id="295" name="墨迹 294"/>
            </p:nvPicPr>
            <p:blipFill>
              <a:blip/>
            </p:blipFill>
            <p:spPr>
              <a:xfrm>
                <a:off x="7623526" y="3317412"/>
                <a:ext cx="72689" cy="17096"/>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296" name="墨迹 295"/>
              <p14:cNvContentPartPr/>
              <p14:nvPr/>
            </p14:nvContentPartPr>
            <p14:xfrm>
              <a:off x="7667352" y="3296041"/>
              <a:ext cx="22448" cy="106852"/>
            </p14:xfrm>
          </p:contentPart>
        </mc:Choice>
        <mc:Fallback xmlns="">
          <p:pic>
            <p:nvPicPr>
              <p:cNvPr id="296" name="墨迹 295"/>
            </p:nvPicPr>
            <p:blipFill>
              <a:blip/>
            </p:blipFill>
            <p:spPr>
              <a:xfrm>
                <a:off x="7667352" y="3296041"/>
                <a:ext cx="22448" cy="106852"/>
              </a:xfrm>
              <a:prstGeom prst="rect"/>
            </p:spPr>
          </p:pic>
        </mc:Fallback>
      </mc:AlternateContent>
      <mc:AlternateContent xmlns:mc="http://schemas.openxmlformats.org/markup-compatibility/2006" xmlns:p14="http://schemas.microsoft.com/office/powerpoint/2010/main">
        <mc:Choice Requires="p14">
          <p:contentPart r:id="rId228" p14:bwMode="auto">
            <p14:nvContentPartPr>
              <p14:cNvPr id="297" name="墨迹 296"/>
              <p14:cNvContentPartPr/>
              <p14:nvPr/>
            </p14:nvContentPartPr>
            <p14:xfrm>
              <a:off x="7738971" y="3330234"/>
              <a:ext cx="71617" cy="53426"/>
            </p14:xfrm>
          </p:contentPart>
        </mc:Choice>
        <mc:Fallback xmlns="">
          <p:pic>
            <p:nvPicPr>
              <p:cNvPr id="297" name="墨迹 296"/>
            </p:nvPicPr>
            <p:blipFill>
              <a:blip/>
            </p:blipFill>
            <p:spPr>
              <a:xfrm>
                <a:off x="7738971" y="3330234"/>
                <a:ext cx="71617" cy="53426"/>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298" name="墨迹 297"/>
              <p14:cNvContentPartPr/>
              <p14:nvPr/>
            </p14:nvContentPartPr>
            <p14:xfrm>
              <a:off x="7824484" y="3271866"/>
              <a:ext cx="72687" cy="105383"/>
            </p14:xfrm>
          </p:contentPart>
        </mc:Choice>
        <mc:Fallback xmlns="">
          <p:pic>
            <p:nvPicPr>
              <p:cNvPr id="298" name="墨迹 297"/>
            </p:nvPicPr>
            <p:blipFill>
              <a:blip/>
            </p:blipFill>
            <p:spPr>
              <a:xfrm>
                <a:off x="7824484" y="3271866"/>
                <a:ext cx="72687" cy="105383"/>
              </a:xfrm>
              <a:prstGeom prst="rect"/>
            </p:spPr>
          </p:pic>
        </mc:Fallback>
      </mc:AlternateContent>
      <mc:AlternateContent xmlns:mc="http://schemas.openxmlformats.org/markup-compatibility/2006" xmlns:p14="http://schemas.microsoft.com/office/powerpoint/2010/main">
        <mc:Choice Requires="p14">
          <p:contentPart r:id="rId230" p14:bwMode="auto">
            <p14:nvContentPartPr>
              <p14:cNvPr id="299" name="墨迹 298"/>
              <p14:cNvContentPartPr/>
              <p14:nvPr/>
            </p14:nvContentPartPr>
            <p14:xfrm>
              <a:off x="7907859" y="3310466"/>
              <a:ext cx="73755" cy="141579"/>
            </p14:xfrm>
          </p:contentPart>
        </mc:Choice>
        <mc:Fallback xmlns="">
          <p:pic>
            <p:nvPicPr>
              <p:cNvPr id="299" name="墨迹 298"/>
            </p:nvPicPr>
            <p:blipFill>
              <a:blip/>
            </p:blipFill>
            <p:spPr>
              <a:xfrm>
                <a:off x="7907859" y="3310466"/>
                <a:ext cx="73755" cy="141579"/>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300" name="墨迹 299"/>
              <p14:cNvContentPartPr/>
              <p14:nvPr/>
            </p14:nvContentPartPr>
            <p14:xfrm>
              <a:off x="7852275" y="3462730"/>
              <a:ext cx="19242" cy="96166"/>
            </p14:xfrm>
          </p:contentPart>
        </mc:Choice>
        <mc:Fallback xmlns="">
          <p:pic>
            <p:nvPicPr>
              <p:cNvPr id="300" name="墨迹 299"/>
            </p:nvPicPr>
            <p:blipFill>
              <a:blip/>
            </p:blipFill>
            <p:spPr>
              <a:xfrm>
                <a:off x="7852275" y="3462730"/>
                <a:ext cx="19242" cy="96166"/>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301" name="墨迹 300"/>
              <p14:cNvContentPartPr/>
              <p14:nvPr/>
            </p14:nvContentPartPr>
            <p14:xfrm>
              <a:off x="7871517" y="3430674"/>
              <a:ext cx="128269" cy="91893"/>
            </p14:xfrm>
          </p:contentPart>
        </mc:Choice>
        <mc:Fallback xmlns="">
          <p:pic>
            <p:nvPicPr>
              <p:cNvPr id="301" name="墨迹 300"/>
            </p:nvPicPr>
            <p:blipFill>
              <a:blip/>
            </p:blipFill>
            <p:spPr>
              <a:xfrm>
                <a:off x="7871517" y="3430674"/>
                <a:ext cx="128269" cy="91893"/>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302" name="墨迹 301"/>
              <p14:cNvContentPartPr/>
              <p14:nvPr/>
            </p14:nvContentPartPr>
            <p14:xfrm>
              <a:off x="7999786" y="3488374"/>
              <a:ext cx="38481" cy="38467"/>
            </p14:xfrm>
          </p:contentPart>
        </mc:Choice>
        <mc:Fallback xmlns="">
          <p:pic>
            <p:nvPicPr>
              <p:cNvPr id="302" name="墨迹 301"/>
            </p:nvPicPr>
            <p:blipFill>
              <a:blip/>
            </p:blipFill>
            <p:spPr>
              <a:xfrm>
                <a:off x="7999786" y="3488374"/>
                <a:ext cx="38481" cy="38467"/>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303" name="墨迹 302"/>
              <p14:cNvContentPartPr/>
              <p14:nvPr/>
            </p14:nvContentPartPr>
            <p14:xfrm>
              <a:off x="8042543" y="3462730"/>
              <a:ext cx="147512" cy="66916"/>
            </p14:xfrm>
          </p:contentPart>
        </mc:Choice>
        <mc:Fallback xmlns="">
          <p:pic>
            <p:nvPicPr>
              <p:cNvPr id="303" name="墨迹 302"/>
            </p:nvPicPr>
            <p:blipFill>
              <a:blip/>
            </p:blipFill>
            <p:spPr>
              <a:xfrm>
                <a:off x="8042543" y="3462730"/>
                <a:ext cx="147512" cy="66916"/>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304" name="墨迹 303"/>
              <p14:cNvContentPartPr/>
              <p14:nvPr/>
            </p14:nvContentPartPr>
            <p14:xfrm>
              <a:off x="2689399" y="3536457"/>
              <a:ext cx="42757" cy="71591"/>
            </p14:xfrm>
          </p:contentPart>
        </mc:Choice>
        <mc:Fallback xmlns="">
          <p:pic>
            <p:nvPicPr>
              <p:cNvPr id="304" name="墨迹 303"/>
            </p:nvPicPr>
            <p:blipFill>
              <a:blip/>
            </p:blipFill>
            <p:spPr>
              <a:xfrm>
                <a:off x="2689399" y="3536457"/>
                <a:ext cx="42757" cy="71591"/>
              </a:xfrm>
              <a:prstGeom prst="rect"/>
            </p:spPr>
          </p:pic>
        </mc:Fallback>
      </mc:AlternateContent>
      <mc:AlternateContent xmlns:mc="http://schemas.openxmlformats.org/markup-compatibility/2006" xmlns:p14="http://schemas.microsoft.com/office/powerpoint/2010/main">
        <mc:Choice Requires="p14">
          <p:contentPart r:id="rId236" p14:bwMode="auto">
            <p14:nvContentPartPr>
              <p14:cNvPr id="305" name="墨迹 304"/>
              <p14:cNvContentPartPr/>
              <p14:nvPr/>
            </p14:nvContentPartPr>
            <p14:xfrm>
              <a:off x="2723605" y="3526841"/>
              <a:ext cx="74822" cy="81207"/>
            </p14:xfrm>
          </p:contentPart>
        </mc:Choice>
        <mc:Fallback xmlns="">
          <p:pic>
            <p:nvPicPr>
              <p:cNvPr id="305" name="墨迹 304"/>
            </p:nvPicPr>
            <p:blipFill>
              <a:blip/>
            </p:blipFill>
            <p:spPr>
              <a:xfrm>
                <a:off x="2723605" y="3526841"/>
                <a:ext cx="74822" cy="81207"/>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306" name="墨迹 305"/>
              <p14:cNvContentPartPr/>
              <p14:nvPr/>
            </p14:nvContentPartPr>
            <p14:xfrm>
              <a:off x="2793085" y="3569582"/>
              <a:ext cx="33135" cy="54494"/>
            </p14:xfrm>
          </p:contentPart>
        </mc:Choice>
        <mc:Fallback xmlns="">
          <p:pic>
            <p:nvPicPr>
              <p:cNvPr id="306" name="墨迹 305"/>
            </p:nvPicPr>
            <p:blipFill>
              <a:blip/>
            </p:blipFill>
            <p:spPr>
              <a:xfrm>
                <a:off x="2793085" y="3569582"/>
                <a:ext cx="33135" cy="54494"/>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307" name="墨迹 306"/>
              <p14:cNvContentPartPr/>
              <p14:nvPr/>
            </p14:nvContentPartPr>
            <p14:xfrm>
              <a:off x="2834772" y="3578130"/>
              <a:ext cx="89788" cy="44076"/>
            </p14:xfrm>
          </p:contentPart>
        </mc:Choice>
        <mc:Fallback xmlns="">
          <p:pic>
            <p:nvPicPr>
              <p:cNvPr id="307" name="墨迹 306"/>
            </p:nvPicPr>
            <p:blipFill>
              <a:blip/>
            </p:blipFill>
            <p:spPr>
              <a:xfrm>
                <a:off x="2834772" y="3578130"/>
                <a:ext cx="89788" cy="44076"/>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308" name="墨迹 307"/>
              <p14:cNvContentPartPr/>
              <p14:nvPr/>
            </p14:nvContentPartPr>
            <p14:xfrm>
              <a:off x="412602" y="4332502"/>
              <a:ext cx="6414" cy="23508"/>
            </p14:xfrm>
          </p:contentPart>
        </mc:Choice>
        <mc:Fallback xmlns="">
          <p:pic>
            <p:nvPicPr>
              <p:cNvPr id="308" name="墨迹 307"/>
            </p:nvPicPr>
            <p:blipFill>
              <a:blip/>
            </p:blipFill>
            <p:spPr>
              <a:xfrm>
                <a:off x="412602" y="4332502"/>
                <a:ext cx="6414" cy="23508"/>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309" name="墨迹 308"/>
              <p14:cNvContentPartPr/>
              <p14:nvPr/>
            </p14:nvContentPartPr>
            <p14:xfrm>
              <a:off x="384808" y="4271597"/>
              <a:ext cx="38484" cy="881525"/>
            </p14:xfrm>
          </p:contentPart>
        </mc:Choice>
        <mc:Fallback xmlns="">
          <p:pic>
            <p:nvPicPr>
              <p:cNvPr id="309" name="墨迹 308"/>
            </p:nvPicPr>
            <p:blipFill>
              <a:blip/>
            </p:blipFill>
            <p:spPr>
              <a:xfrm>
                <a:off x="384808" y="4271597"/>
                <a:ext cx="38484" cy="881525"/>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310" name="墨迹 309"/>
              <p14:cNvContentPartPr/>
              <p14:nvPr/>
            </p14:nvContentPartPr>
            <p14:xfrm>
              <a:off x="440395" y="4191458"/>
              <a:ext cx="360" cy="27781"/>
            </p14:xfrm>
          </p:contentPart>
        </mc:Choice>
        <mc:Fallback xmlns="">
          <p:pic>
            <p:nvPicPr>
              <p:cNvPr id="310" name="墨迹 309"/>
            </p:nvPicPr>
            <p:blipFill>
              <a:blip/>
            </p:blipFill>
            <p:spPr>
              <a:xfrm>
                <a:off x="440395" y="4191458"/>
                <a:ext cx="360" cy="27781"/>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311" name="墨迹 310"/>
              <p14:cNvContentPartPr/>
              <p14:nvPr/>
            </p14:nvContentPartPr>
            <p14:xfrm>
              <a:off x="406189" y="4208554"/>
              <a:ext cx="2532134" cy="32055"/>
            </p14:xfrm>
          </p:contentPart>
        </mc:Choice>
        <mc:Fallback xmlns="">
          <p:pic>
            <p:nvPicPr>
              <p:cNvPr id="311" name="墨迹 310"/>
            </p:nvPicPr>
            <p:blipFill>
              <a:blip/>
            </p:blipFill>
            <p:spPr>
              <a:xfrm>
                <a:off x="406189" y="4208554"/>
                <a:ext cx="2532134" cy="32055"/>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312" name="墨迹 311"/>
              <p14:cNvContentPartPr/>
              <p14:nvPr/>
            </p14:nvContentPartPr>
            <p14:xfrm>
              <a:off x="2826220" y="4172225"/>
              <a:ext cx="119719" cy="1183915"/>
            </p14:xfrm>
          </p:contentPart>
        </mc:Choice>
        <mc:Fallback xmlns="">
          <p:pic>
            <p:nvPicPr>
              <p:cNvPr id="312" name="墨迹 311"/>
            </p:nvPicPr>
            <p:blipFill>
              <a:blip/>
            </p:blipFill>
            <p:spPr>
              <a:xfrm>
                <a:off x="2826220" y="4172225"/>
                <a:ext cx="119719" cy="1183915"/>
              </a:xfrm>
              <a:prstGeom prst="rect"/>
            </p:spPr>
          </p:pic>
        </mc:Fallback>
      </mc:AlternateContent>
      <mc:AlternateContent xmlns:mc="http://schemas.openxmlformats.org/markup-compatibility/2006" xmlns:p14="http://schemas.microsoft.com/office/powerpoint/2010/main">
        <mc:Choice Requires="p14">
          <p:contentPart r:id="rId244" p14:bwMode="auto">
            <p14:nvContentPartPr>
              <p14:cNvPr id="313" name="墨迹 312"/>
              <p14:cNvContentPartPr/>
              <p14:nvPr/>
            </p14:nvContentPartPr>
            <p14:xfrm>
              <a:off x="431843" y="5018489"/>
              <a:ext cx="25654" cy="403900"/>
            </p14:xfrm>
          </p:contentPart>
        </mc:Choice>
        <mc:Fallback xmlns="">
          <p:pic>
            <p:nvPicPr>
              <p:cNvPr id="313" name="墨迹 312"/>
            </p:nvPicPr>
            <p:blipFill>
              <a:blip/>
            </p:blipFill>
            <p:spPr>
              <a:xfrm>
                <a:off x="431843" y="5018489"/>
                <a:ext cx="25654" cy="403900"/>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314" name="墨迹 313"/>
              <p14:cNvContentPartPr/>
              <p14:nvPr/>
            </p14:nvContentPartPr>
            <p14:xfrm>
              <a:off x="433712" y="5298441"/>
              <a:ext cx="2424042" cy="117537"/>
            </p14:xfrm>
          </p:contentPart>
        </mc:Choice>
        <mc:Fallback xmlns="">
          <p:pic>
            <p:nvPicPr>
              <p:cNvPr id="314" name="墨迹 313"/>
            </p:nvPicPr>
            <p:blipFill>
              <a:blip/>
            </p:blipFill>
            <p:spPr>
              <a:xfrm>
                <a:off x="433712" y="5298441"/>
                <a:ext cx="2424042" cy="117537"/>
              </a:xfrm>
              <a:prstGeom prst="rect"/>
            </p:spPr>
          </p:pic>
        </mc:Fallback>
      </mc:AlternateContent>
      <mc:AlternateContent xmlns:mc="http://schemas.openxmlformats.org/markup-compatibility/2006" xmlns:p14="http://schemas.microsoft.com/office/powerpoint/2010/main">
        <mc:Choice Requires="p14">
          <p:contentPart r:id="rId246" p14:bwMode="auto">
            <p14:nvContentPartPr>
              <p14:cNvPr id="315" name="墨迹 314"/>
              <p14:cNvContentPartPr/>
              <p14:nvPr/>
            </p14:nvContentPartPr>
            <p14:xfrm>
              <a:off x="3672800" y="4092620"/>
              <a:ext cx="51313" cy="1126750"/>
            </p14:xfrm>
          </p:contentPart>
        </mc:Choice>
        <mc:Fallback xmlns="">
          <p:pic>
            <p:nvPicPr>
              <p:cNvPr id="315" name="墨迹 314"/>
            </p:nvPicPr>
            <p:blipFill>
              <a:blip/>
            </p:blipFill>
            <p:spPr>
              <a:xfrm>
                <a:off x="3672800" y="4092620"/>
                <a:ext cx="51313" cy="1126750"/>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316" name="墨迹 315"/>
              <p14:cNvContentPartPr/>
              <p14:nvPr/>
            </p14:nvContentPartPr>
            <p14:xfrm>
              <a:off x="3728389" y="4101168"/>
              <a:ext cx="3284785" cy="62508"/>
            </p14:xfrm>
          </p:contentPart>
        </mc:Choice>
        <mc:Fallback xmlns="">
          <p:pic>
            <p:nvPicPr>
              <p:cNvPr id="316" name="墨迹 315"/>
            </p:nvPicPr>
            <p:blipFill>
              <a:blip/>
            </p:blipFill>
            <p:spPr>
              <a:xfrm>
                <a:off x="3728389" y="4101168"/>
                <a:ext cx="3284785" cy="62508"/>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317" name="墨迹 316"/>
              <p14:cNvContentPartPr/>
              <p14:nvPr/>
            </p14:nvContentPartPr>
            <p14:xfrm>
              <a:off x="6864596" y="4159402"/>
              <a:ext cx="121855" cy="1136902"/>
            </p14:xfrm>
          </p:contentPart>
        </mc:Choice>
        <mc:Fallback xmlns="">
          <p:pic>
            <p:nvPicPr>
              <p:cNvPr id="317" name="墨迹 316"/>
            </p:nvPicPr>
            <p:blipFill>
              <a:blip/>
            </p:blipFill>
            <p:spPr>
              <a:xfrm>
                <a:off x="6864596" y="4159402"/>
                <a:ext cx="121855" cy="1136902"/>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318" name="墨迹 317"/>
              <p14:cNvContentPartPr/>
              <p14:nvPr/>
            </p14:nvContentPartPr>
            <p14:xfrm>
              <a:off x="3736940" y="5147780"/>
              <a:ext cx="3131129" cy="148524"/>
            </p14:xfrm>
          </p:contentPart>
        </mc:Choice>
        <mc:Fallback xmlns="">
          <p:pic>
            <p:nvPicPr>
              <p:cNvPr id="318" name="墨迹 317"/>
            </p:nvPicPr>
            <p:blipFill>
              <a:blip/>
            </p:blipFill>
            <p:spPr>
              <a:xfrm>
                <a:off x="3736940" y="5147780"/>
                <a:ext cx="3131129" cy="148524"/>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319" name="墨迹 318"/>
              <p14:cNvContentPartPr/>
              <p14:nvPr/>
            </p14:nvContentPartPr>
            <p14:xfrm>
              <a:off x="8035459" y="4173961"/>
              <a:ext cx="64806" cy="820220"/>
            </p14:xfrm>
          </p:contentPart>
        </mc:Choice>
        <mc:Fallback xmlns="">
          <p:pic>
            <p:nvPicPr>
              <p:cNvPr id="319" name="墨迹 318"/>
            </p:nvPicPr>
            <p:blipFill>
              <a:blip/>
            </p:blipFill>
            <p:spPr>
              <a:xfrm>
                <a:off x="8035459" y="4173961"/>
                <a:ext cx="64806" cy="820220"/>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320" name="墨迹 319"/>
              <p14:cNvContentPartPr/>
              <p14:nvPr/>
            </p14:nvContentPartPr>
            <p14:xfrm>
              <a:off x="8122176" y="4163677"/>
              <a:ext cx="1763182" cy="87618"/>
            </p14:xfrm>
          </p:contentPart>
        </mc:Choice>
        <mc:Fallback xmlns="">
          <p:pic>
            <p:nvPicPr>
              <p:cNvPr id="320" name="墨迹 319"/>
            </p:nvPicPr>
            <p:blipFill>
              <a:blip/>
            </p:blipFill>
            <p:spPr>
              <a:xfrm>
                <a:off x="8122176" y="4163677"/>
                <a:ext cx="1763182" cy="87618"/>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321" name="墨迹 320"/>
              <p14:cNvContentPartPr/>
              <p14:nvPr/>
            </p14:nvContentPartPr>
            <p14:xfrm>
              <a:off x="8012613" y="4885993"/>
              <a:ext cx="29929" cy="373981"/>
            </p14:xfrm>
          </p:contentPart>
        </mc:Choice>
        <mc:Fallback xmlns="">
          <p:pic>
            <p:nvPicPr>
              <p:cNvPr id="321" name="墨迹 320"/>
            </p:nvPicPr>
            <p:blipFill>
              <a:blip/>
            </p:blipFill>
            <p:spPr>
              <a:xfrm>
                <a:off x="8012613" y="4885993"/>
                <a:ext cx="29929" cy="373981"/>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322" name="墨迹 321"/>
              <p14:cNvContentPartPr/>
              <p14:nvPr/>
            </p14:nvContentPartPr>
            <p14:xfrm>
              <a:off x="9746401" y="4191458"/>
              <a:ext cx="36342" cy="96166"/>
            </p14:xfrm>
          </p:contentPart>
        </mc:Choice>
        <mc:Fallback xmlns="">
          <p:pic>
            <p:nvPicPr>
              <p:cNvPr id="322" name="墨迹 321"/>
            </p:nvPicPr>
            <p:blipFill>
              <a:blip/>
            </p:blipFill>
            <p:spPr>
              <a:xfrm>
                <a:off x="9746401" y="4191458"/>
                <a:ext cx="36342" cy="96166"/>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323" name="墨迹 322"/>
              <p14:cNvContentPartPr/>
              <p14:nvPr/>
            </p14:nvContentPartPr>
            <p14:xfrm>
              <a:off x="9675850" y="4189321"/>
              <a:ext cx="1045401" cy="61974"/>
            </p14:xfrm>
          </p:contentPart>
        </mc:Choice>
        <mc:Fallback xmlns="">
          <p:pic>
            <p:nvPicPr>
              <p:cNvPr id="323" name="墨迹 322"/>
            </p:nvPicPr>
            <p:blipFill>
              <a:blip/>
            </p:blipFill>
            <p:spPr>
              <a:xfrm>
                <a:off x="9675850" y="4189321"/>
                <a:ext cx="1045401" cy="61974"/>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324" name="墨迹 323"/>
              <p14:cNvContentPartPr/>
              <p14:nvPr/>
            </p14:nvContentPartPr>
            <p14:xfrm>
              <a:off x="10466850" y="4261980"/>
              <a:ext cx="252266" cy="1335645"/>
            </p14:xfrm>
          </p:contentPart>
        </mc:Choice>
        <mc:Fallback xmlns="">
          <p:pic>
            <p:nvPicPr>
              <p:cNvPr id="324" name="墨迹 323"/>
            </p:nvPicPr>
            <p:blipFill>
              <a:blip/>
            </p:blipFill>
            <p:spPr>
              <a:xfrm>
                <a:off x="10466850" y="4261980"/>
                <a:ext cx="252266" cy="1335645"/>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325" name="墨迹 324"/>
              <p14:cNvContentPartPr/>
              <p14:nvPr/>
            </p14:nvContentPartPr>
            <p14:xfrm>
              <a:off x="8042543" y="5262111"/>
              <a:ext cx="2488442" cy="61974"/>
            </p14:xfrm>
          </p:contentPart>
        </mc:Choice>
        <mc:Fallback xmlns="">
          <p:pic>
            <p:nvPicPr>
              <p:cNvPr id="325" name="墨迹 324"/>
            </p:nvPicPr>
            <p:blipFill>
              <a:blip/>
            </p:blipFill>
            <p:spPr>
              <a:xfrm>
                <a:off x="8042543" y="5262111"/>
                <a:ext cx="2488442" cy="61974"/>
              </a:xfrm>
              <a:prstGeom prst="rect"/>
            </p:spPr>
          </p:pic>
        </mc:Fallback>
      </mc:AlternateContent>
      <mc:AlternateContent xmlns:mc="http://schemas.openxmlformats.org/markup-compatibility/2006" xmlns:p14="http://schemas.microsoft.com/office/powerpoint/2010/main">
        <mc:Choice Requires="p14">
          <p:contentPart r:id="rId257" p14:bwMode="auto">
            <p14:nvContentPartPr>
              <p14:cNvPr id="326" name="墨迹 325"/>
              <p14:cNvContentPartPr/>
              <p14:nvPr/>
            </p14:nvContentPartPr>
            <p14:xfrm>
              <a:off x="7984285" y="5864754"/>
              <a:ext cx="64670" cy="878320"/>
            </p14:xfrm>
          </p:contentPart>
        </mc:Choice>
        <mc:Fallback xmlns="">
          <p:pic>
            <p:nvPicPr>
              <p:cNvPr id="326" name="墨迹 325"/>
            </p:nvPicPr>
            <p:blipFill>
              <a:blip/>
            </p:blipFill>
            <p:spPr>
              <a:xfrm>
                <a:off x="7984285" y="5864754"/>
                <a:ext cx="64670" cy="878320"/>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327" name="墨迹 326"/>
              <p14:cNvContentPartPr/>
              <p14:nvPr/>
            </p14:nvContentPartPr>
            <p14:xfrm>
              <a:off x="8115229" y="5672422"/>
              <a:ext cx="2661609" cy="1215971"/>
            </p14:xfrm>
          </p:contentPart>
        </mc:Choice>
        <mc:Fallback xmlns="">
          <p:pic>
            <p:nvPicPr>
              <p:cNvPr id="327" name="墨迹 326"/>
            </p:nvPicPr>
            <p:blipFill>
              <a:blip/>
            </p:blipFill>
            <p:spPr>
              <a:xfrm>
                <a:off x="8115229" y="5672422"/>
                <a:ext cx="2661609" cy="1215971"/>
              </a:xfrm>
              <a:prstGeom prst="rect"/>
            </p:spPr>
          </p:pic>
        </mc:Fallback>
      </mc:AlternateContent>
      <mc:AlternateContent xmlns:mc="http://schemas.openxmlformats.org/markup-compatibility/2006" xmlns:p14="http://schemas.microsoft.com/office/powerpoint/2010/main">
        <mc:Choice Requires="p14">
          <p:contentPart r:id="rId259" p14:bwMode="auto">
            <p14:nvContentPartPr>
              <p14:cNvPr id="328" name="墨迹 327"/>
              <p14:cNvContentPartPr/>
              <p14:nvPr/>
            </p14:nvContentPartPr>
            <p14:xfrm>
              <a:off x="3795197" y="5792095"/>
              <a:ext cx="35807" cy="1013888"/>
            </p14:xfrm>
          </p:contentPart>
        </mc:Choice>
        <mc:Fallback xmlns="">
          <p:pic>
            <p:nvPicPr>
              <p:cNvPr id="328" name="墨迹 327"/>
            </p:nvPicPr>
            <p:blipFill>
              <a:blip/>
            </p:blipFill>
            <p:spPr>
              <a:xfrm>
                <a:off x="3795197" y="5792095"/>
                <a:ext cx="35807" cy="1013888"/>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329" name="墨迹 328"/>
              <p14:cNvContentPartPr/>
              <p14:nvPr/>
            </p14:nvContentPartPr>
            <p14:xfrm>
              <a:off x="3925069" y="5655325"/>
              <a:ext cx="3010074" cy="1367700"/>
            </p14:xfrm>
          </p:contentPart>
        </mc:Choice>
        <mc:Fallback xmlns="">
          <p:pic>
            <p:nvPicPr>
              <p:cNvPr id="329" name="墨迹 328"/>
            </p:nvPicPr>
            <p:blipFill>
              <a:blip/>
            </p:blipFill>
            <p:spPr>
              <a:xfrm>
                <a:off x="3925069" y="5655325"/>
                <a:ext cx="3010074" cy="1367700"/>
              </a:xfrm>
              <a:prstGeom prst="rect"/>
            </p:spPr>
          </p:pic>
        </mc:Fallback>
      </mc:AlternateContent>
      <mc:AlternateContent xmlns:mc="http://schemas.openxmlformats.org/markup-compatibility/2006" xmlns:p14="http://schemas.microsoft.com/office/powerpoint/2010/main">
        <mc:Choice Requires="p14">
          <p:contentPart r:id="rId261" p14:bwMode="auto">
            <p14:nvContentPartPr>
              <p14:cNvPr id="330" name="墨迹 329"/>
              <p14:cNvContentPartPr/>
              <p14:nvPr/>
            </p14:nvContentPartPr>
            <p14:xfrm>
              <a:off x="454692" y="5950236"/>
              <a:ext cx="82305" cy="845196"/>
            </p14:xfrm>
          </p:contentPart>
        </mc:Choice>
        <mc:Fallback xmlns="">
          <p:pic>
            <p:nvPicPr>
              <p:cNvPr id="330" name="墨迹 329"/>
            </p:nvPicPr>
            <p:blipFill>
              <a:blip/>
            </p:blipFill>
            <p:spPr>
              <a:xfrm>
                <a:off x="454692" y="5950236"/>
                <a:ext cx="82305" cy="845196"/>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331" name="墨迹 330"/>
              <p14:cNvContentPartPr/>
              <p14:nvPr/>
            </p14:nvContentPartPr>
            <p14:xfrm>
              <a:off x="540871" y="5723710"/>
              <a:ext cx="2309535" cy="1423264"/>
            </p14:xfrm>
          </p:contentPart>
        </mc:Choice>
        <mc:Fallback xmlns="">
          <p:pic>
            <p:nvPicPr>
              <p:cNvPr id="331" name="墨迹 330"/>
            </p:nvPicPr>
            <p:blipFill>
              <a:blip/>
            </p:blipFill>
            <p:spPr>
              <a:xfrm>
                <a:off x="540871" y="5723710"/>
                <a:ext cx="2309535" cy="1423264"/>
              </a:xfrm>
              <a:prstGeom prst="rect"/>
            </p:spPr>
          </p:pic>
        </mc:Fallback>
      </mc:AlternateContent>
      <mc:AlternateContent xmlns:mc="http://schemas.openxmlformats.org/markup-compatibility/2006" xmlns:p14="http://schemas.microsoft.com/office/powerpoint/2010/main">
        <mc:Choice Requires="p14">
          <p:contentPart r:id="rId263" p14:bwMode="auto">
            <p14:nvContentPartPr>
              <p14:cNvPr id="332" name="墨迹 331"/>
              <p14:cNvContentPartPr/>
              <p14:nvPr/>
            </p14:nvContentPartPr>
            <p14:xfrm>
              <a:off x="505997" y="6561427"/>
              <a:ext cx="19911" cy="403899"/>
            </p14:xfrm>
          </p:contentPart>
        </mc:Choice>
        <mc:Fallback xmlns="">
          <p:pic>
            <p:nvPicPr>
              <p:cNvPr id="332" name="墨迹 331"/>
            </p:nvPicPr>
            <p:blipFill>
              <a:blip/>
            </p:blipFill>
            <p:spPr>
              <a:xfrm>
                <a:off x="505997" y="6561427"/>
                <a:ext cx="19911" cy="403899"/>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333" name="墨迹 332"/>
              <p14:cNvContentPartPr/>
              <p14:nvPr/>
            </p14:nvContentPartPr>
            <p14:xfrm>
              <a:off x="1143073" y="4501328"/>
              <a:ext cx="71218" cy="363162"/>
            </p14:xfrm>
          </p:contentPart>
        </mc:Choice>
        <mc:Fallback xmlns="">
          <p:pic>
            <p:nvPicPr>
              <p:cNvPr id="333" name="墨迹 332"/>
            </p:nvPicPr>
            <p:blipFill>
              <a:blip/>
            </p:blipFill>
            <p:spPr>
              <a:xfrm>
                <a:off x="1143073" y="4501328"/>
                <a:ext cx="71218" cy="363162"/>
              </a:xfrm>
              <a:prstGeom prst="rect"/>
            </p:spPr>
          </p:pic>
        </mc:Fallback>
      </mc:AlternateContent>
      <mc:AlternateContent xmlns:mc="http://schemas.openxmlformats.org/markup-compatibility/2006" xmlns:p14="http://schemas.microsoft.com/office/powerpoint/2010/main">
        <mc:Choice Requires="p14">
          <p:contentPart r:id="rId265" p14:bwMode="auto">
            <p14:nvContentPartPr>
              <p14:cNvPr id="334" name="墨迹 333"/>
              <p14:cNvContentPartPr/>
              <p14:nvPr/>
            </p14:nvContentPartPr>
            <p14:xfrm>
              <a:off x="1190642" y="4531246"/>
              <a:ext cx="141632" cy="162415"/>
            </p14:xfrm>
          </p:contentPart>
        </mc:Choice>
        <mc:Fallback xmlns="">
          <p:pic>
            <p:nvPicPr>
              <p:cNvPr id="334" name="墨迹 333"/>
            </p:nvPicPr>
            <p:blipFill>
              <a:blip/>
            </p:blipFill>
            <p:spPr>
              <a:xfrm>
                <a:off x="1190642" y="4531246"/>
                <a:ext cx="141632" cy="162415"/>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335" name="墨迹 334"/>
              <p14:cNvContentPartPr/>
              <p14:nvPr/>
            </p14:nvContentPartPr>
            <p14:xfrm>
              <a:off x="1432352" y="4556891"/>
              <a:ext cx="57720" cy="57699"/>
            </p14:xfrm>
          </p:contentPart>
        </mc:Choice>
        <mc:Fallback xmlns="">
          <p:pic>
            <p:nvPicPr>
              <p:cNvPr id="335" name="墨迹 334"/>
            </p:nvPicPr>
            <p:blipFill>
              <a:blip/>
            </p:blipFill>
            <p:spPr>
              <a:xfrm>
                <a:off x="1432352" y="4556891"/>
                <a:ext cx="57720" cy="57699"/>
              </a:xfrm>
              <a:prstGeom prst="rect"/>
            </p:spPr>
          </p:pic>
        </mc:Fallback>
      </mc:AlternateContent>
      <mc:AlternateContent xmlns:mc="http://schemas.openxmlformats.org/markup-compatibility/2006" xmlns:p14="http://schemas.microsoft.com/office/powerpoint/2010/main">
        <mc:Choice Requires="p14">
          <p:contentPart r:id="rId267" p14:bwMode="auto">
            <p14:nvContentPartPr>
              <p14:cNvPr id="336" name="墨迹 335"/>
              <p14:cNvContentPartPr/>
              <p14:nvPr/>
            </p14:nvContentPartPr>
            <p14:xfrm>
              <a:off x="1428076" y="4663742"/>
              <a:ext cx="42757" cy="156003"/>
            </p14:xfrm>
          </p:contentPart>
        </mc:Choice>
        <mc:Fallback xmlns="">
          <p:pic>
            <p:nvPicPr>
              <p:cNvPr id="336" name="墨迹 335"/>
            </p:nvPicPr>
            <p:blipFill>
              <a:blip/>
            </p:blipFill>
            <p:spPr>
              <a:xfrm>
                <a:off x="1428076" y="4663742"/>
                <a:ext cx="42757" cy="156003"/>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337" name="墨迹 336"/>
              <p14:cNvContentPartPr/>
              <p14:nvPr/>
            </p14:nvContentPartPr>
            <p14:xfrm>
              <a:off x="1502498" y="4663742"/>
              <a:ext cx="79502" cy="139041"/>
            </p14:xfrm>
          </p:contentPart>
        </mc:Choice>
        <mc:Fallback xmlns="">
          <p:pic>
            <p:nvPicPr>
              <p:cNvPr id="337" name="墨迹 336"/>
            </p:nvPicPr>
            <p:blipFill>
              <a:blip/>
            </p:blipFill>
            <p:spPr>
              <a:xfrm>
                <a:off x="1502498" y="4663742"/>
                <a:ext cx="79502" cy="139041"/>
              </a:xfrm>
              <a:prstGeom prst="rect"/>
            </p:spPr>
          </p:pic>
        </mc:Fallback>
      </mc:AlternateContent>
      <mc:AlternateContent xmlns:mc="http://schemas.openxmlformats.org/markup-compatibility/2006" xmlns:p14="http://schemas.microsoft.com/office/powerpoint/2010/main">
        <mc:Choice Requires="p14">
          <p:contentPart r:id="rId269" p14:bwMode="auto">
            <p14:nvContentPartPr>
              <p14:cNvPr id="338" name="墨迹 337"/>
              <p14:cNvContentPartPr/>
              <p14:nvPr/>
            </p14:nvContentPartPr>
            <p14:xfrm>
              <a:off x="1622352" y="4674427"/>
              <a:ext cx="102883" cy="32056"/>
            </p14:xfrm>
          </p:contentPart>
        </mc:Choice>
        <mc:Fallback xmlns="">
          <p:pic>
            <p:nvPicPr>
              <p:cNvPr id="338" name="墨迹 337"/>
            </p:nvPicPr>
            <p:blipFill>
              <a:blip/>
            </p:blipFill>
            <p:spPr>
              <a:xfrm>
                <a:off x="1622352" y="4674427"/>
                <a:ext cx="102883" cy="32056"/>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339" name="墨迹 338"/>
              <p14:cNvContentPartPr/>
              <p14:nvPr/>
            </p14:nvContentPartPr>
            <p14:xfrm>
              <a:off x="1671788" y="4659468"/>
              <a:ext cx="205234" cy="151997"/>
            </p14:xfrm>
          </p:contentPart>
        </mc:Choice>
        <mc:Fallback xmlns="">
          <p:pic>
            <p:nvPicPr>
              <p:cNvPr id="339" name="墨迹 338"/>
            </p:nvPicPr>
            <p:blipFill>
              <a:blip/>
            </p:blipFill>
            <p:spPr>
              <a:xfrm>
                <a:off x="1671788" y="4659468"/>
                <a:ext cx="205234" cy="151997"/>
              </a:xfrm>
              <a:prstGeom prst="rect"/>
            </p:spPr>
          </p:pic>
        </mc:Fallback>
      </mc:AlternateContent>
      <mc:AlternateContent xmlns:mc="http://schemas.openxmlformats.org/markup-compatibility/2006" xmlns:p14="http://schemas.microsoft.com/office/powerpoint/2010/main">
        <mc:Choice Requires="p14">
          <p:contentPart r:id="rId271" p14:bwMode="auto">
            <p14:nvContentPartPr>
              <p14:cNvPr id="340" name="墨迹 339"/>
              <p14:cNvContentPartPr/>
              <p14:nvPr/>
            </p14:nvContentPartPr>
            <p14:xfrm>
              <a:off x="1919776" y="4680838"/>
              <a:ext cx="130409" cy="62508"/>
            </p14:xfrm>
          </p:contentPart>
        </mc:Choice>
        <mc:Fallback xmlns="">
          <p:pic>
            <p:nvPicPr>
              <p:cNvPr id="340" name="墨迹 339"/>
            </p:nvPicPr>
            <p:blipFill>
              <a:blip/>
            </p:blipFill>
            <p:spPr>
              <a:xfrm>
                <a:off x="1919776" y="4680838"/>
                <a:ext cx="130409" cy="62508"/>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341" name="墨迹 340"/>
              <p14:cNvContentPartPr/>
              <p14:nvPr/>
            </p14:nvContentPartPr>
            <p14:xfrm>
              <a:off x="2053926" y="4666413"/>
              <a:ext cx="92463" cy="134099"/>
            </p14:xfrm>
          </p:contentPart>
        </mc:Choice>
        <mc:Fallback xmlns="">
          <p:pic>
            <p:nvPicPr>
              <p:cNvPr id="341" name="墨迹 340"/>
            </p:nvPicPr>
            <p:blipFill>
              <a:blip/>
            </p:blipFill>
            <p:spPr>
              <a:xfrm>
                <a:off x="2053926" y="4666413"/>
                <a:ext cx="92463" cy="134099"/>
              </a:xfrm>
              <a:prstGeom prst="rect"/>
            </p:spPr>
          </p:pic>
        </mc:Fallback>
      </mc:AlternateContent>
      <mc:AlternateContent xmlns:mc="http://schemas.openxmlformats.org/markup-compatibility/2006" xmlns:p14="http://schemas.microsoft.com/office/powerpoint/2010/main">
        <mc:Choice Requires="p14">
          <p:contentPart r:id="rId273" p14:bwMode="auto">
            <p14:nvContentPartPr>
              <p14:cNvPr id="342" name="墨迹 341"/>
              <p14:cNvContentPartPr/>
              <p14:nvPr/>
            </p14:nvContentPartPr>
            <p14:xfrm>
              <a:off x="5564792" y="4479556"/>
              <a:ext cx="49168" cy="337919"/>
            </p14:xfrm>
          </p:contentPart>
        </mc:Choice>
        <mc:Fallback xmlns="">
          <p:pic>
            <p:nvPicPr>
              <p:cNvPr id="342" name="墨迹 341"/>
            </p:nvPicPr>
            <p:blipFill>
              <a:blip/>
            </p:blipFill>
            <p:spPr>
              <a:xfrm>
                <a:off x="5564792" y="4479556"/>
                <a:ext cx="49168" cy="337919"/>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343" name="墨迹 342"/>
              <p14:cNvContentPartPr/>
              <p14:nvPr/>
            </p14:nvContentPartPr>
            <p14:xfrm>
              <a:off x="5633199" y="4450039"/>
              <a:ext cx="161272" cy="145318"/>
            </p14:xfrm>
          </p:contentPart>
        </mc:Choice>
        <mc:Fallback xmlns="">
          <p:pic>
            <p:nvPicPr>
              <p:cNvPr id="343" name="墨迹 342"/>
            </p:nvPicPr>
            <p:blipFill>
              <a:blip/>
            </p:blipFill>
            <p:spPr>
              <a:xfrm>
                <a:off x="5633199" y="4450039"/>
                <a:ext cx="161272" cy="145318"/>
              </a:xfrm>
              <a:prstGeom prst="rect"/>
            </p:spPr>
          </p:pic>
        </mc:Fallback>
      </mc:AlternateContent>
      <mc:AlternateContent xmlns:mc="http://schemas.openxmlformats.org/markup-compatibility/2006" xmlns:p14="http://schemas.microsoft.com/office/powerpoint/2010/main">
        <mc:Choice Requires="p14">
          <p:contentPart r:id="rId275" p14:bwMode="auto">
            <p14:nvContentPartPr>
              <p14:cNvPr id="344" name="墨迹 343"/>
              <p14:cNvContentPartPr/>
              <p14:nvPr/>
            </p14:nvContentPartPr>
            <p14:xfrm>
              <a:off x="9198045" y="4595357"/>
              <a:ext cx="40620" cy="305729"/>
            </p14:xfrm>
          </p:contentPart>
        </mc:Choice>
        <mc:Fallback xmlns="">
          <p:pic>
            <p:nvPicPr>
              <p:cNvPr id="344" name="墨迹 343"/>
            </p:nvPicPr>
            <p:blipFill>
              <a:blip/>
            </p:blipFill>
            <p:spPr>
              <a:xfrm>
                <a:off x="9198045" y="4595357"/>
                <a:ext cx="40620" cy="305729"/>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345" name="墨迹 344"/>
              <p14:cNvContentPartPr/>
              <p14:nvPr/>
            </p14:nvContentPartPr>
            <p14:xfrm>
              <a:off x="9306005" y="4505602"/>
              <a:ext cx="109030" cy="138907"/>
            </p14:xfrm>
          </p:contentPart>
        </mc:Choice>
        <mc:Fallback xmlns="">
          <p:pic>
            <p:nvPicPr>
              <p:cNvPr id="345" name="墨迹 344"/>
            </p:nvPicPr>
            <p:blipFill>
              <a:blip/>
            </p:blipFill>
            <p:spPr>
              <a:xfrm>
                <a:off x="9306005" y="4505602"/>
                <a:ext cx="109030" cy="138907"/>
              </a:xfrm>
              <a:prstGeom prst="rect"/>
            </p:spPr>
          </p:pic>
        </mc:Fallback>
      </mc:AlternateContent>
      <mc:AlternateContent xmlns:mc="http://schemas.openxmlformats.org/markup-compatibility/2006" xmlns:p14="http://schemas.microsoft.com/office/powerpoint/2010/main">
        <mc:Choice Requires="p14">
          <p:contentPart r:id="rId277" p14:bwMode="auto">
            <p14:nvContentPartPr>
              <p14:cNvPr id="346" name="墨迹 345"/>
              <p14:cNvContentPartPr/>
              <p14:nvPr/>
            </p14:nvContentPartPr>
            <p14:xfrm>
              <a:off x="9110127" y="6108376"/>
              <a:ext cx="69746" cy="341658"/>
            </p14:xfrm>
          </p:contentPart>
        </mc:Choice>
        <mc:Fallback xmlns="">
          <p:pic>
            <p:nvPicPr>
              <p:cNvPr id="346" name="墨迹 345"/>
            </p:nvPicPr>
            <p:blipFill>
              <a:blip/>
            </p:blipFill>
            <p:spPr>
              <a:xfrm>
                <a:off x="9110127" y="6108376"/>
                <a:ext cx="69746" cy="341658"/>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347" name="墨迹 346"/>
              <p14:cNvContentPartPr/>
              <p14:nvPr/>
            </p14:nvContentPartPr>
            <p14:xfrm>
              <a:off x="9186287" y="6052813"/>
              <a:ext cx="160873" cy="119674"/>
            </p14:xfrm>
          </p:contentPart>
        </mc:Choice>
        <mc:Fallback xmlns="">
          <p:pic>
            <p:nvPicPr>
              <p:cNvPr id="347" name="墨迹 346"/>
            </p:nvPicPr>
            <p:blipFill>
              <a:blip/>
            </p:blipFill>
            <p:spPr>
              <a:xfrm>
                <a:off x="9186287" y="6052813"/>
                <a:ext cx="160873" cy="119674"/>
              </a:xfrm>
              <a:prstGeom prst="rect"/>
            </p:spPr>
          </p:pic>
        </mc:Fallback>
      </mc:AlternateContent>
      <mc:AlternateContent xmlns:mc="http://schemas.openxmlformats.org/markup-compatibility/2006" xmlns:p14="http://schemas.microsoft.com/office/powerpoint/2010/main">
        <mc:Choice Requires="p14">
          <p:contentPart r:id="rId279" p14:bwMode="auto">
            <p14:nvContentPartPr>
              <p14:cNvPr id="348" name="墨迹 347"/>
              <p14:cNvContentPartPr/>
              <p14:nvPr/>
            </p14:nvContentPartPr>
            <p14:xfrm>
              <a:off x="5152187" y="6134020"/>
              <a:ext cx="49840" cy="462134"/>
            </p14:xfrm>
          </p:contentPart>
        </mc:Choice>
        <mc:Fallback xmlns="">
          <p:pic>
            <p:nvPicPr>
              <p:cNvPr id="348" name="墨迹 347"/>
            </p:nvPicPr>
            <p:blipFill>
              <a:blip/>
            </p:blipFill>
            <p:spPr>
              <a:xfrm>
                <a:off x="5152187" y="6134020"/>
                <a:ext cx="49840" cy="462134"/>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349" name="墨迹 348"/>
              <p14:cNvContentPartPr/>
              <p14:nvPr/>
            </p14:nvContentPartPr>
            <p14:xfrm>
              <a:off x="5219260" y="6030642"/>
              <a:ext cx="162743" cy="205956"/>
            </p14:xfrm>
          </p:contentPart>
        </mc:Choice>
        <mc:Fallback xmlns="">
          <p:pic>
            <p:nvPicPr>
              <p:cNvPr id="349" name="墨迹 348"/>
            </p:nvPicPr>
            <p:blipFill>
              <a:blip/>
            </p:blipFill>
            <p:spPr>
              <a:xfrm>
                <a:off x="5219260" y="6030642"/>
                <a:ext cx="162743" cy="205956"/>
              </a:xfrm>
              <a:prstGeom prst="rect"/>
            </p:spPr>
          </p:pic>
        </mc:Fallback>
      </mc:AlternateContent>
      <mc:AlternateContent xmlns:mc="http://schemas.openxmlformats.org/markup-compatibility/2006" xmlns:p14="http://schemas.microsoft.com/office/powerpoint/2010/main">
        <mc:Choice Requires="p14">
          <p:contentPart r:id="rId281" p14:bwMode="auto">
            <p14:nvContentPartPr>
              <p14:cNvPr id="350" name="墨迹 349"/>
              <p14:cNvContentPartPr/>
              <p14:nvPr/>
            </p14:nvContentPartPr>
            <p14:xfrm>
              <a:off x="1701718" y="6257969"/>
              <a:ext cx="70010" cy="39990"/>
            </p14:xfrm>
          </p:contentPart>
        </mc:Choice>
        <mc:Fallback xmlns="">
          <p:pic>
            <p:nvPicPr>
              <p:cNvPr id="350" name="墨迹 349"/>
            </p:nvPicPr>
            <p:blipFill>
              <a:blip/>
            </p:blipFill>
            <p:spPr>
              <a:xfrm>
                <a:off x="1701718" y="6257969"/>
                <a:ext cx="70010" cy="39990"/>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351" name="墨迹 350"/>
              <p14:cNvContentPartPr/>
              <p14:nvPr/>
            </p14:nvContentPartPr>
            <p14:xfrm>
              <a:off x="1507709" y="6142568"/>
              <a:ext cx="74825" cy="388407"/>
            </p14:xfrm>
          </p:contentPart>
        </mc:Choice>
        <mc:Fallback xmlns="">
          <p:pic>
            <p:nvPicPr>
              <p:cNvPr id="351" name="墨迹 350"/>
            </p:nvPicPr>
            <p:blipFill>
              <a:blip/>
            </p:blipFill>
            <p:spPr>
              <a:xfrm>
                <a:off x="1507709" y="6142568"/>
                <a:ext cx="74825" cy="388407"/>
              </a:xfrm>
              <a:prstGeom prst="rect"/>
            </p:spPr>
          </p:pic>
        </mc:Fallback>
      </mc:AlternateContent>
      <mc:AlternateContent xmlns:mc="http://schemas.openxmlformats.org/markup-compatibility/2006" xmlns:p14="http://schemas.microsoft.com/office/powerpoint/2010/main">
        <mc:Choice Requires="p14">
          <p:contentPart r:id="rId283" p14:bwMode="auto">
            <p14:nvContentPartPr>
              <p14:cNvPr id="352" name="墨迹 351"/>
              <p14:cNvContentPartPr/>
              <p14:nvPr/>
            </p14:nvContentPartPr>
            <p14:xfrm>
              <a:off x="1586810" y="6125472"/>
              <a:ext cx="199886" cy="232936"/>
            </p14:xfrm>
          </p:contentPart>
        </mc:Choice>
        <mc:Fallback xmlns="">
          <p:pic>
            <p:nvPicPr>
              <p:cNvPr id="352" name="墨迹 351"/>
            </p:nvPicPr>
            <p:blipFill>
              <a:blip/>
            </p:blipFill>
            <p:spPr>
              <a:xfrm>
                <a:off x="1586810" y="6125472"/>
                <a:ext cx="199886" cy="232936"/>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353" name="墨迹 352"/>
              <p14:cNvContentPartPr/>
              <p14:nvPr/>
            </p14:nvContentPartPr>
            <p14:xfrm>
              <a:off x="610503" y="5439922"/>
              <a:ext cx="862870" cy="63003"/>
            </p14:xfrm>
          </p:contentPart>
        </mc:Choice>
        <mc:Fallback xmlns="">
          <p:pic>
            <p:nvPicPr>
              <p:cNvPr id="353" name="墨迹 352"/>
            </p:nvPicPr>
            <p:blipFill>
              <a:blip/>
            </p:blipFill>
            <p:spPr>
              <a:xfrm>
                <a:off x="610503" y="5439922"/>
                <a:ext cx="862870" cy="63003"/>
              </a:xfrm>
              <a:prstGeom prst="rect"/>
            </p:spPr>
          </p:pic>
        </mc:Fallback>
      </mc:AlternateContent>
      <mc:AlternateContent xmlns:mc="http://schemas.openxmlformats.org/markup-compatibility/2006" xmlns:p14="http://schemas.microsoft.com/office/powerpoint/2010/main">
        <mc:Choice Requires="p14">
          <p:contentPart r:id="rId285" p14:bwMode="auto">
            <p14:nvContentPartPr>
              <p14:cNvPr id="354" name="墨迹 353"/>
              <p14:cNvContentPartPr/>
              <p14:nvPr/>
            </p14:nvContentPartPr>
            <p14:xfrm>
              <a:off x="1692415" y="5463677"/>
              <a:ext cx="324430" cy="8263"/>
            </p14:xfrm>
          </p:contentPart>
        </mc:Choice>
        <mc:Fallback xmlns="">
          <p:pic>
            <p:nvPicPr>
              <p:cNvPr id="354" name="墨迹 353"/>
            </p:nvPicPr>
            <p:blipFill>
              <a:blip/>
            </p:blipFill>
            <p:spPr>
              <a:xfrm>
                <a:off x="1692415" y="5463677"/>
                <a:ext cx="324430" cy="8263"/>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355" name="墨迹 354"/>
              <p14:cNvContentPartPr/>
              <p14:nvPr/>
            </p14:nvContentPartPr>
            <p14:xfrm>
              <a:off x="886503" y="5443020"/>
              <a:ext cx="115720" cy="98120"/>
            </p14:xfrm>
          </p:contentPart>
        </mc:Choice>
        <mc:Fallback xmlns="">
          <p:pic>
            <p:nvPicPr>
              <p:cNvPr id="355" name="墨迹 354"/>
            </p:nvPicPr>
            <p:blipFill>
              <a:blip/>
            </p:blipFill>
            <p:spPr>
              <a:xfrm>
                <a:off x="886503" y="5443020"/>
                <a:ext cx="115720" cy="98120"/>
              </a:xfrm>
              <a:prstGeom prst="rect"/>
            </p:spPr>
          </p:pic>
        </mc:Fallback>
      </mc:AlternateContent>
      <mc:AlternateContent xmlns:mc="http://schemas.openxmlformats.org/markup-compatibility/2006" xmlns:p14="http://schemas.microsoft.com/office/powerpoint/2010/main">
        <mc:Choice Requires="p14">
          <p:contentPart r:id="rId287" p14:bwMode="auto">
            <p14:nvContentPartPr>
              <p14:cNvPr id="356" name="墨迹 355"/>
              <p14:cNvContentPartPr/>
              <p14:nvPr/>
            </p14:nvContentPartPr>
            <p14:xfrm>
              <a:off x="1042324" y="5451799"/>
              <a:ext cx="38425" cy="66747"/>
            </p14:xfrm>
          </p:contentPart>
        </mc:Choice>
        <mc:Fallback xmlns="">
          <p:pic>
            <p:nvPicPr>
              <p:cNvPr id="356" name="墨迹 355"/>
            </p:nvPicPr>
            <p:blipFill>
              <a:blip/>
            </p:blipFill>
            <p:spPr>
              <a:xfrm>
                <a:off x="1042324" y="5451799"/>
                <a:ext cx="38425" cy="66747"/>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357" name="墨迹 356"/>
              <p14:cNvContentPartPr/>
              <p14:nvPr/>
            </p14:nvContentPartPr>
            <p14:xfrm>
              <a:off x="1080749" y="5447668"/>
              <a:ext cx="78523" cy="66618"/>
            </p14:xfrm>
          </p:contentPart>
        </mc:Choice>
        <mc:Fallback xmlns="">
          <p:pic>
            <p:nvPicPr>
              <p:cNvPr id="357" name="墨迹 356"/>
            </p:nvPicPr>
            <p:blipFill>
              <a:blip/>
            </p:blipFill>
            <p:spPr>
              <a:xfrm>
                <a:off x="1080749" y="5447668"/>
                <a:ext cx="78523" cy="66618"/>
              </a:xfrm>
              <a:prstGeom prst="rect"/>
            </p:spPr>
          </p:pic>
        </mc:Fallback>
      </mc:AlternateContent>
      <mc:AlternateContent xmlns:mc="http://schemas.openxmlformats.org/markup-compatibility/2006" xmlns:p14="http://schemas.microsoft.com/office/powerpoint/2010/main">
        <mc:Choice Requires="p14">
          <p:contentPart r:id="rId289" p14:bwMode="auto">
            <p14:nvContentPartPr>
              <p14:cNvPr id="358" name="墨迹 357"/>
              <p14:cNvContentPartPr/>
              <p14:nvPr/>
            </p14:nvContentPartPr>
            <p14:xfrm>
              <a:off x="1174448" y="5392218"/>
              <a:ext cx="66965" cy="120003"/>
            </p14:xfrm>
          </p:contentPart>
        </mc:Choice>
        <mc:Fallback xmlns="">
          <p:pic>
            <p:nvPicPr>
              <p:cNvPr id="358" name="墨迹 357"/>
            </p:nvPicPr>
            <p:blipFill>
              <a:blip/>
            </p:blipFill>
            <p:spPr>
              <a:xfrm>
                <a:off x="1174448" y="5392218"/>
                <a:ext cx="66965" cy="120003"/>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359" name="墨迹 358"/>
              <p14:cNvContentPartPr/>
              <p14:nvPr/>
            </p14:nvContentPartPr>
            <p14:xfrm>
              <a:off x="1787471" y="5412036"/>
              <a:ext cx="92990" cy="92116"/>
            </p14:xfrm>
          </p:contentPart>
        </mc:Choice>
        <mc:Fallback xmlns="">
          <p:pic>
            <p:nvPicPr>
              <p:cNvPr id="359" name="墨迹 358"/>
            </p:nvPicPr>
            <p:blipFill>
              <a:blip/>
            </p:blipFill>
            <p:spPr>
              <a:xfrm>
                <a:off x="1787471" y="5412036"/>
                <a:ext cx="92990" cy="92116"/>
              </a:xfrm>
              <a:prstGeom prst="rect"/>
            </p:spPr>
          </p:pic>
        </mc:Fallback>
      </mc:AlternateContent>
      <mc:AlternateContent xmlns:mc="http://schemas.openxmlformats.org/markup-compatibility/2006" xmlns:p14="http://schemas.microsoft.com/office/powerpoint/2010/main">
        <mc:Choice Requires="p14">
          <p:contentPart r:id="rId291" p14:bwMode="auto">
            <p14:nvContentPartPr>
              <p14:cNvPr id="360" name="墨迹 359"/>
              <p14:cNvContentPartPr/>
              <p14:nvPr/>
            </p14:nvContentPartPr>
            <p14:xfrm>
              <a:off x="1894925" y="5447862"/>
              <a:ext cx="79560" cy="67909"/>
            </p14:xfrm>
          </p:contentPart>
        </mc:Choice>
        <mc:Fallback xmlns="">
          <p:pic>
            <p:nvPicPr>
              <p:cNvPr id="360" name="墨迹 359"/>
            </p:nvPicPr>
            <p:blipFill>
              <a:blip/>
            </p:blipFill>
            <p:spPr>
              <a:xfrm>
                <a:off x="1894925" y="5447862"/>
                <a:ext cx="79560" cy="67909"/>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361" name="墨迹 360"/>
              <p14:cNvContentPartPr/>
              <p14:nvPr/>
            </p14:nvContentPartPr>
            <p14:xfrm>
              <a:off x="1972093" y="5392411"/>
              <a:ext cx="62642" cy="123360"/>
            </p14:xfrm>
          </p:contentPart>
        </mc:Choice>
        <mc:Fallback xmlns="">
          <p:pic>
            <p:nvPicPr>
              <p:cNvPr id="361" name="墨迹 360"/>
            </p:nvPicPr>
            <p:blipFill>
              <a:blip/>
            </p:blipFill>
            <p:spPr>
              <a:xfrm>
                <a:off x="1972093" y="5392411"/>
                <a:ext cx="62642" cy="123360"/>
              </a:xfrm>
              <a:prstGeom prst="rect"/>
            </p:spPr>
          </p:pic>
        </mc:Fallback>
      </mc:AlternateContent>
      <mc:AlternateContent xmlns:mc="http://schemas.openxmlformats.org/markup-compatibility/2006" xmlns:p14="http://schemas.microsoft.com/office/powerpoint/2010/main">
        <mc:Choice Requires="p14">
          <p:contentPart r:id="rId293" p14:bwMode="auto">
            <p14:nvContentPartPr>
              <p14:cNvPr id="362" name="墨迹 361"/>
              <p14:cNvContentPartPr/>
              <p14:nvPr/>
            </p14:nvContentPartPr>
            <p14:xfrm>
              <a:off x="2564969" y="5457480"/>
              <a:ext cx="107391" cy="4132"/>
            </p14:xfrm>
          </p:contentPart>
        </mc:Choice>
        <mc:Fallback xmlns="">
          <p:pic>
            <p:nvPicPr>
              <p:cNvPr id="362" name="墨迹 361"/>
            </p:nvPicPr>
            <p:blipFill>
              <a:blip/>
            </p:blipFill>
            <p:spPr>
              <a:xfrm>
                <a:off x="2564969" y="5457480"/>
                <a:ext cx="107391" cy="4132"/>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363" name="墨迹 362"/>
              <p14:cNvContentPartPr/>
              <p14:nvPr/>
            </p14:nvContentPartPr>
            <p14:xfrm>
              <a:off x="2571684" y="5465743"/>
              <a:ext cx="87824" cy="76171"/>
            </p14:xfrm>
          </p:contentPart>
        </mc:Choice>
        <mc:Fallback xmlns="">
          <p:pic>
            <p:nvPicPr>
              <p:cNvPr id="363" name="墨迹 362"/>
            </p:nvPicPr>
            <p:blipFill>
              <a:blip/>
            </p:blipFill>
            <p:spPr>
              <a:xfrm>
                <a:off x="2571684" y="5465743"/>
                <a:ext cx="87824" cy="76171"/>
              </a:xfrm>
              <a:prstGeom prst="rect"/>
            </p:spPr>
          </p:pic>
        </mc:Fallback>
      </mc:AlternateContent>
      <mc:AlternateContent xmlns:mc="http://schemas.openxmlformats.org/markup-compatibility/2006" xmlns:p14="http://schemas.microsoft.com/office/powerpoint/2010/main">
        <mc:Choice Requires="p14">
          <p:contentPart r:id="rId295" p14:bwMode="auto">
            <p14:nvContentPartPr>
              <p14:cNvPr id="364" name="墨迹 363"/>
              <p14:cNvContentPartPr/>
              <p14:nvPr/>
            </p14:nvContentPartPr>
            <p14:xfrm>
              <a:off x="2713754" y="5454059"/>
              <a:ext cx="32545" cy="65391"/>
            </p14:xfrm>
          </p:contentPart>
        </mc:Choice>
        <mc:Fallback xmlns="">
          <p:pic>
            <p:nvPicPr>
              <p:cNvPr id="364" name="墨迹 363"/>
            </p:nvPicPr>
            <p:blipFill>
              <a:blip/>
            </p:blipFill>
            <p:spPr>
              <a:xfrm>
                <a:off x="2713754" y="5454059"/>
                <a:ext cx="32545" cy="65391"/>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365" name="墨迹 364"/>
              <p14:cNvContentPartPr/>
              <p14:nvPr/>
            </p14:nvContentPartPr>
            <p14:xfrm>
              <a:off x="2774585" y="5416168"/>
              <a:ext cx="39906" cy="95537"/>
            </p14:xfrm>
          </p:contentPart>
        </mc:Choice>
        <mc:Fallback xmlns="">
          <p:pic>
            <p:nvPicPr>
              <p:cNvPr id="365" name="墨迹 364"/>
            </p:nvPicPr>
            <p:blipFill>
              <a:blip/>
            </p:blipFill>
            <p:spPr>
              <a:xfrm>
                <a:off x="2774585" y="5416168"/>
                <a:ext cx="39906" cy="95537"/>
              </a:xfrm>
              <a:prstGeom prst="rect"/>
            </p:spPr>
          </p:pic>
        </mc:Fallback>
      </mc:AlternateContent>
      <mc:AlternateContent xmlns:mc="http://schemas.openxmlformats.org/markup-compatibility/2006" xmlns:p14="http://schemas.microsoft.com/office/powerpoint/2010/main">
        <mc:Choice Requires="p14">
          <p:contentPart r:id="rId297" p14:bwMode="auto">
            <p14:nvContentPartPr>
              <p14:cNvPr id="366" name="墨迹 365"/>
              <p14:cNvContentPartPr/>
              <p14:nvPr/>
            </p14:nvContentPartPr>
            <p14:xfrm>
              <a:off x="2847556" y="5465227"/>
              <a:ext cx="26862" cy="39764"/>
            </p14:xfrm>
          </p:contentPart>
        </mc:Choice>
        <mc:Fallback xmlns="">
          <p:pic>
            <p:nvPicPr>
              <p:cNvPr id="366" name="墨迹 365"/>
            </p:nvPicPr>
            <p:blipFill>
              <a:blip/>
            </p:blipFill>
            <p:spPr>
              <a:xfrm>
                <a:off x="2847556" y="5465227"/>
                <a:ext cx="26862" cy="39764"/>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367" name="墨迹 366"/>
              <p14:cNvContentPartPr/>
              <p14:nvPr/>
            </p14:nvContentPartPr>
            <p14:xfrm>
              <a:off x="2886816" y="5469228"/>
              <a:ext cx="69228" cy="42734"/>
            </p14:xfrm>
          </p:contentPart>
        </mc:Choice>
        <mc:Fallback xmlns="">
          <p:pic>
            <p:nvPicPr>
              <p:cNvPr id="367" name="墨迹 366"/>
            </p:nvPicPr>
            <p:blipFill>
              <a:blip/>
            </p:blipFill>
            <p:spPr>
              <a:xfrm>
                <a:off x="2886816" y="5469228"/>
                <a:ext cx="69228" cy="42734"/>
              </a:xfrm>
              <a:prstGeom prst="rect"/>
            </p:spPr>
          </p:pic>
        </mc:Fallback>
      </mc:AlternateContent>
      <mc:AlternateContent xmlns:mc="http://schemas.openxmlformats.org/markup-compatibility/2006" xmlns:p14="http://schemas.microsoft.com/office/powerpoint/2010/main">
        <mc:Choice Requires="p14">
          <p:contentPart r:id="rId299" p14:bwMode="auto">
            <p14:nvContentPartPr>
              <p14:cNvPr id="368" name="墨迹 367"/>
              <p14:cNvContentPartPr/>
              <p14:nvPr/>
            </p14:nvContentPartPr>
            <p14:xfrm>
              <a:off x="3856434" y="5297534"/>
              <a:ext cx="1559648" cy="108109"/>
            </p14:xfrm>
          </p:contentPart>
        </mc:Choice>
        <mc:Fallback xmlns="">
          <p:pic>
            <p:nvPicPr>
              <p:cNvPr id="368" name="墨迹 367"/>
            </p:nvPicPr>
            <p:blipFill>
              <a:blip/>
            </p:blipFill>
            <p:spPr>
              <a:xfrm>
                <a:off x="3856434" y="5297534"/>
                <a:ext cx="1559648" cy="108109"/>
              </a:xfrm>
              <a:prstGeom prst="rect"/>
            </p:spPr>
          </p:pic>
        </mc:Fallback>
      </mc:AlternateContent>
      <mc:AlternateContent xmlns:mc="http://schemas.openxmlformats.org/markup-compatibility/2006" xmlns:p14="http://schemas.microsoft.com/office/powerpoint/2010/main">
        <mc:Choice Requires="p14">
          <p:contentPart r:id="rId300" p14:bwMode="auto">
            <p14:nvContentPartPr>
              <p14:cNvPr id="369" name="墨迹 368"/>
              <p14:cNvContentPartPr/>
              <p14:nvPr/>
            </p14:nvContentPartPr>
            <p14:xfrm>
              <a:off x="4229268" y="5325984"/>
              <a:ext cx="31307" cy="45520"/>
            </p14:xfrm>
          </p:contentPart>
        </mc:Choice>
        <mc:Fallback xmlns="">
          <p:pic>
            <p:nvPicPr>
              <p:cNvPr id="369" name="墨迹 368"/>
            </p:nvPicPr>
            <p:blipFill>
              <a:blip/>
            </p:blipFill>
            <p:spPr>
              <a:xfrm>
                <a:off x="4229268" y="5325984"/>
                <a:ext cx="31307" cy="45520"/>
              </a:xfrm>
              <a:prstGeom prst="rect"/>
            </p:spPr>
          </p:pic>
        </mc:Fallback>
      </mc:AlternateContent>
      <mc:AlternateContent xmlns:mc="http://schemas.openxmlformats.org/markup-compatibility/2006" xmlns:p14="http://schemas.microsoft.com/office/powerpoint/2010/main">
        <mc:Choice Requires="p14">
          <p:contentPart r:id="rId301" p14:bwMode="auto">
            <p14:nvContentPartPr>
              <p14:cNvPr id="370" name="墨迹 369"/>
              <p14:cNvContentPartPr/>
              <p14:nvPr/>
            </p14:nvContentPartPr>
            <p14:xfrm>
              <a:off x="4232114" y="5388573"/>
              <a:ext cx="5693" cy="76816"/>
            </p14:xfrm>
          </p:contentPart>
        </mc:Choice>
        <mc:Fallback xmlns="">
          <p:pic>
            <p:nvPicPr>
              <p:cNvPr id="370" name="墨迹 369"/>
            </p:nvPicPr>
            <p:blipFill>
              <a:blip/>
            </p:blipFill>
            <p:spPr>
              <a:xfrm>
                <a:off x="4232114" y="5388573"/>
                <a:ext cx="5693" cy="76816"/>
              </a:xfrm>
              <a:prstGeom prst="rect"/>
            </p:spPr>
          </p:pic>
        </mc:Fallback>
      </mc:AlternateContent>
      <mc:AlternateContent xmlns:mc="http://schemas.openxmlformats.org/markup-compatibility/2006" xmlns:p14="http://schemas.microsoft.com/office/powerpoint/2010/main">
        <mc:Choice Requires="p14">
          <p:contentPart r:id="rId302" p14:bwMode="auto">
            <p14:nvContentPartPr>
              <p14:cNvPr id="371" name="墨迹 370"/>
              <p14:cNvContentPartPr/>
              <p14:nvPr/>
            </p14:nvContentPartPr>
            <p14:xfrm>
              <a:off x="4300421" y="5367859"/>
              <a:ext cx="62614" cy="71924"/>
            </p14:xfrm>
          </p:contentPart>
        </mc:Choice>
        <mc:Fallback xmlns="">
          <p:pic>
            <p:nvPicPr>
              <p:cNvPr id="371" name="墨迹 370"/>
            </p:nvPicPr>
            <p:blipFill>
              <a:blip/>
            </p:blipFill>
            <p:spPr>
              <a:xfrm>
                <a:off x="4300421" y="5367859"/>
                <a:ext cx="62614" cy="71924"/>
              </a:xfrm>
              <a:prstGeom prst="rect"/>
            </p:spPr>
          </p:pic>
        </mc:Fallback>
      </mc:AlternateContent>
      <mc:AlternateContent xmlns:mc="http://schemas.openxmlformats.org/markup-compatibility/2006" xmlns:p14="http://schemas.microsoft.com/office/powerpoint/2010/main">
        <mc:Choice Requires="p14">
          <p:contentPart r:id="rId303" p14:bwMode="auto">
            <p14:nvContentPartPr>
              <p14:cNvPr id="372" name="墨迹 371"/>
              <p14:cNvContentPartPr/>
              <p14:nvPr/>
            </p14:nvContentPartPr>
            <p14:xfrm>
              <a:off x="4428494" y="5357279"/>
              <a:ext cx="56923" cy="8534"/>
            </p14:xfrm>
          </p:contentPart>
        </mc:Choice>
        <mc:Fallback xmlns="">
          <p:pic>
            <p:nvPicPr>
              <p:cNvPr id="372" name="墨迹 371"/>
            </p:nvPicPr>
            <p:blipFill>
              <a:blip/>
            </p:blipFill>
            <p:spPr>
              <a:xfrm>
                <a:off x="4428494" y="5357279"/>
                <a:ext cx="56923" cy="8534"/>
              </a:xfrm>
              <a:prstGeom prst="rect"/>
            </p:spPr>
          </p:pic>
        </mc:Fallback>
      </mc:AlternateContent>
      <mc:AlternateContent xmlns:mc="http://schemas.openxmlformats.org/markup-compatibility/2006" xmlns:p14="http://schemas.microsoft.com/office/powerpoint/2010/main">
        <mc:Choice Requires="p14">
          <p:contentPart r:id="rId304" p14:bwMode="auto">
            <p14:nvContentPartPr>
              <p14:cNvPr id="373" name="墨迹 372"/>
              <p14:cNvContentPartPr/>
              <p14:nvPr/>
            </p14:nvContentPartPr>
            <p14:xfrm>
              <a:off x="4451262" y="5331140"/>
              <a:ext cx="58346" cy="112200"/>
            </p14:xfrm>
          </p:contentPart>
        </mc:Choice>
        <mc:Fallback xmlns="">
          <p:pic>
            <p:nvPicPr>
              <p:cNvPr id="373" name="墨迹 372"/>
            </p:nvPicPr>
            <p:blipFill>
              <a:blip/>
            </p:blipFill>
            <p:spPr>
              <a:xfrm>
                <a:off x="4451262" y="5331140"/>
                <a:ext cx="58346" cy="112200"/>
              </a:xfrm>
              <a:prstGeom prst="rect"/>
            </p:spPr>
          </p:pic>
        </mc:Fallback>
      </mc:AlternateContent>
      <mc:AlternateContent xmlns:mc="http://schemas.openxmlformats.org/markup-compatibility/2006" xmlns:p14="http://schemas.microsoft.com/office/powerpoint/2010/main">
        <mc:Choice Requires="p14">
          <p:contentPart r:id="rId305" p14:bwMode="auto">
            <p14:nvContentPartPr>
              <p14:cNvPr id="374" name="墨迹 373"/>
              <p14:cNvContentPartPr/>
              <p14:nvPr/>
            </p14:nvContentPartPr>
            <p14:xfrm>
              <a:off x="4514590" y="5358701"/>
              <a:ext cx="61899" cy="59033"/>
            </p14:xfrm>
          </p:contentPart>
        </mc:Choice>
        <mc:Fallback xmlns="">
          <p:pic>
            <p:nvPicPr>
              <p:cNvPr id="374" name="墨迹 373"/>
            </p:nvPicPr>
            <p:blipFill>
              <a:blip/>
            </p:blipFill>
            <p:spPr>
              <a:xfrm>
                <a:off x="4514590" y="5358701"/>
                <a:ext cx="61899" cy="59033"/>
              </a:xfrm>
              <a:prstGeom prst="rect"/>
            </p:spPr>
          </p:pic>
        </mc:Fallback>
      </mc:AlternateContent>
      <mc:AlternateContent xmlns:mc="http://schemas.openxmlformats.org/markup-compatibility/2006" xmlns:p14="http://schemas.microsoft.com/office/powerpoint/2010/main">
        <mc:Choice Requires="p14">
          <p:contentPart r:id="rId306" p14:bwMode="auto">
            <p14:nvContentPartPr>
              <p14:cNvPr id="375" name="墨迹 374"/>
              <p14:cNvContentPartPr/>
              <p14:nvPr/>
            </p14:nvContentPartPr>
            <p14:xfrm>
              <a:off x="4590721" y="5354433"/>
              <a:ext cx="71151" cy="74326"/>
            </p14:xfrm>
          </p:contentPart>
        </mc:Choice>
        <mc:Fallback xmlns="">
          <p:pic>
            <p:nvPicPr>
              <p:cNvPr id="375" name="墨迹 374"/>
            </p:nvPicPr>
            <p:blipFill>
              <a:blip/>
            </p:blipFill>
            <p:spPr>
              <a:xfrm>
                <a:off x="4590721" y="5354433"/>
                <a:ext cx="71151" cy="74326"/>
              </a:xfrm>
              <a:prstGeom prst="rect"/>
            </p:spPr>
          </p:pic>
        </mc:Fallback>
      </mc:AlternateContent>
      <mc:AlternateContent xmlns:mc="http://schemas.openxmlformats.org/markup-compatibility/2006" xmlns:p14="http://schemas.microsoft.com/office/powerpoint/2010/main">
        <mc:Choice Requires="p14">
          <p:contentPart r:id="rId307" p14:bwMode="auto">
            <p14:nvContentPartPr>
              <p14:cNvPr id="376" name="墨迹 375"/>
              <p14:cNvContentPartPr/>
              <p14:nvPr/>
            </p14:nvContentPartPr>
            <p14:xfrm>
              <a:off x="4680992" y="5275751"/>
              <a:ext cx="79782" cy="162609"/>
            </p14:xfrm>
          </p:contentPart>
        </mc:Choice>
        <mc:Fallback xmlns="">
          <p:pic>
            <p:nvPicPr>
              <p:cNvPr id="376" name="墨迹 375"/>
            </p:nvPicPr>
            <p:blipFill>
              <a:blip/>
            </p:blipFill>
            <p:spPr>
              <a:xfrm>
                <a:off x="4680992" y="5275751"/>
                <a:ext cx="79782" cy="162609"/>
              </a:xfrm>
              <a:prstGeom prst="rect"/>
            </p:spPr>
          </p:pic>
        </mc:Fallback>
      </mc:AlternateContent>
      <mc:AlternateContent xmlns:mc="http://schemas.openxmlformats.org/markup-compatibility/2006" xmlns:p14="http://schemas.microsoft.com/office/powerpoint/2010/main">
        <mc:Choice Requires="p14">
          <p:contentPart r:id="rId308" p14:bwMode="auto">
            <p14:nvContentPartPr>
              <p14:cNvPr id="377" name="墨迹 376"/>
              <p14:cNvContentPartPr/>
              <p14:nvPr/>
            </p14:nvContentPartPr>
            <p14:xfrm>
              <a:off x="4775715" y="5347677"/>
              <a:ext cx="55944" cy="72191"/>
            </p14:xfrm>
          </p:contentPart>
        </mc:Choice>
        <mc:Fallback xmlns="">
          <p:pic>
            <p:nvPicPr>
              <p:cNvPr id="377" name="墨迹 376"/>
            </p:nvPicPr>
            <p:blipFill>
              <a:blip/>
            </p:blipFill>
            <p:spPr>
              <a:xfrm>
                <a:off x="4775715" y="5347677"/>
                <a:ext cx="55944" cy="72191"/>
              </a:xfrm>
              <a:prstGeom prst="rect"/>
            </p:spPr>
          </p:pic>
        </mc:Fallback>
      </mc:AlternateContent>
      <mc:AlternateContent xmlns:mc="http://schemas.openxmlformats.org/markup-compatibility/2006" xmlns:p14="http://schemas.microsoft.com/office/powerpoint/2010/main">
        <mc:Choice Requires="p14">
          <p:contentPart r:id="rId309" p14:bwMode="auto">
            <p14:nvContentPartPr>
              <p14:cNvPr id="378" name="墨迹 377"/>
              <p14:cNvContentPartPr/>
              <p14:nvPr/>
            </p14:nvContentPartPr>
            <p14:xfrm>
              <a:off x="4861097" y="5327140"/>
              <a:ext cx="95346" cy="84194"/>
            </p14:xfrm>
          </p:contentPart>
        </mc:Choice>
        <mc:Fallback xmlns="">
          <p:pic>
            <p:nvPicPr>
              <p:cNvPr id="378" name="墨迹 377"/>
            </p:nvPicPr>
            <p:blipFill>
              <a:blip/>
            </p:blipFill>
            <p:spPr>
              <a:xfrm>
                <a:off x="4861097" y="5327140"/>
                <a:ext cx="95346" cy="84194"/>
              </a:xfrm>
              <a:prstGeom prst="rect"/>
            </p:spPr>
          </p:pic>
        </mc:Fallback>
      </mc:AlternateContent>
      <mc:AlternateContent xmlns:mc="http://schemas.openxmlformats.org/markup-compatibility/2006" xmlns:p14="http://schemas.microsoft.com/office/powerpoint/2010/main">
        <mc:Choice Requires="p14">
          <p:contentPart r:id="rId310" p14:bwMode="auto">
            <p14:nvContentPartPr>
              <p14:cNvPr id="379" name="墨迹 378"/>
              <p14:cNvContentPartPr/>
              <p14:nvPr/>
            </p14:nvContentPartPr>
            <p14:xfrm>
              <a:off x="5427469" y="5360124"/>
              <a:ext cx="764169" cy="19914"/>
            </p14:xfrm>
          </p:contentPart>
        </mc:Choice>
        <mc:Fallback xmlns="">
          <p:pic>
            <p:nvPicPr>
              <p:cNvPr id="379" name="墨迹 378"/>
            </p:nvPicPr>
            <p:blipFill>
              <a:blip/>
            </p:blipFill>
            <p:spPr>
              <a:xfrm>
                <a:off x="5427469" y="5360124"/>
                <a:ext cx="764169" cy="19914"/>
              </a:xfrm>
              <a:prstGeom prst="rect"/>
            </p:spPr>
          </p:pic>
        </mc:Fallback>
      </mc:AlternateContent>
      <mc:AlternateContent xmlns:mc="http://schemas.openxmlformats.org/markup-compatibility/2006" xmlns:p14="http://schemas.microsoft.com/office/powerpoint/2010/main">
        <mc:Choice Requires="p14">
          <p:contentPart r:id="rId311" p14:bwMode="auto">
            <p14:nvContentPartPr>
              <p14:cNvPr id="380" name="墨迹 379"/>
              <p14:cNvContentPartPr/>
              <p14:nvPr/>
            </p14:nvContentPartPr>
            <p14:xfrm>
              <a:off x="6451164" y="5308913"/>
              <a:ext cx="112953" cy="11380"/>
            </p14:xfrm>
          </p:contentPart>
        </mc:Choice>
        <mc:Fallback xmlns="">
          <p:pic>
            <p:nvPicPr>
              <p:cNvPr id="380" name="墨迹 379"/>
            </p:nvPicPr>
            <p:blipFill>
              <a:blip/>
            </p:blipFill>
            <p:spPr>
              <a:xfrm>
                <a:off x="6451164" y="5308913"/>
                <a:ext cx="112953" cy="11380"/>
              </a:xfrm>
              <a:prstGeom prst="rect"/>
            </p:spPr>
          </p:pic>
        </mc:Fallback>
      </mc:AlternateContent>
      <mc:AlternateContent xmlns:mc="http://schemas.openxmlformats.org/markup-compatibility/2006" xmlns:p14="http://schemas.microsoft.com/office/powerpoint/2010/main">
        <mc:Choice Requires="p14">
          <p:contentPart r:id="rId312" p14:bwMode="auto">
            <p14:nvContentPartPr>
              <p14:cNvPr id="381" name="墨迹 380"/>
              <p14:cNvContentPartPr/>
              <p14:nvPr/>
            </p14:nvContentPartPr>
            <p14:xfrm>
              <a:off x="6471977" y="5328828"/>
              <a:ext cx="75421" cy="92107"/>
            </p14:xfrm>
          </p:contentPart>
        </mc:Choice>
        <mc:Fallback xmlns="">
          <p:pic>
            <p:nvPicPr>
              <p:cNvPr id="381" name="墨迹 380"/>
            </p:nvPicPr>
            <p:blipFill>
              <a:blip/>
            </p:blipFill>
            <p:spPr>
              <a:xfrm>
                <a:off x="6471977" y="5328828"/>
                <a:ext cx="75421" cy="92107"/>
              </a:xfrm>
              <a:prstGeom prst="rect"/>
            </p:spPr>
          </p:pic>
        </mc:Fallback>
      </mc:AlternateContent>
      <mc:AlternateContent xmlns:mc="http://schemas.openxmlformats.org/markup-compatibility/2006" xmlns:p14="http://schemas.microsoft.com/office/powerpoint/2010/main">
        <mc:Choice Requires="p14">
          <p:contentPart r:id="rId313" p14:bwMode="auto">
            <p14:nvContentPartPr>
              <p14:cNvPr id="382" name="墨迹 381"/>
              <p14:cNvContentPartPr/>
              <p14:nvPr/>
            </p14:nvContentPartPr>
            <p14:xfrm>
              <a:off x="6588666" y="5341631"/>
              <a:ext cx="51230" cy="77171"/>
            </p14:xfrm>
          </p:contentPart>
        </mc:Choice>
        <mc:Fallback xmlns="">
          <p:pic>
            <p:nvPicPr>
              <p:cNvPr id="382" name="墨迹 381"/>
            </p:nvPicPr>
            <p:blipFill>
              <a:blip/>
            </p:blipFill>
            <p:spPr>
              <a:xfrm>
                <a:off x="6588666" y="5341631"/>
                <a:ext cx="51230" cy="77171"/>
              </a:xfrm>
              <a:prstGeom prst="rect"/>
            </p:spPr>
          </p:pic>
        </mc:Fallback>
      </mc:AlternateContent>
      <mc:AlternateContent xmlns:mc="http://schemas.openxmlformats.org/markup-compatibility/2006" xmlns:p14="http://schemas.microsoft.com/office/powerpoint/2010/main">
        <mc:Choice Requires="p14">
          <p:contentPart r:id="rId314" p14:bwMode="auto">
            <p14:nvContentPartPr>
              <p14:cNvPr id="383" name="墨迹 382"/>
              <p14:cNvContentPartPr/>
              <p14:nvPr/>
            </p14:nvContentPartPr>
            <p14:xfrm>
              <a:off x="6651280" y="5300379"/>
              <a:ext cx="50518" cy="122690"/>
            </p14:xfrm>
          </p:contentPart>
        </mc:Choice>
        <mc:Fallback xmlns="">
          <p:pic>
            <p:nvPicPr>
              <p:cNvPr id="383" name="墨迹 382"/>
            </p:nvPicPr>
            <p:blipFill>
              <a:blip/>
            </p:blipFill>
            <p:spPr>
              <a:xfrm>
                <a:off x="6651280" y="5300379"/>
                <a:ext cx="50518" cy="122690"/>
              </a:xfrm>
              <a:prstGeom prst="rect"/>
            </p:spPr>
          </p:pic>
        </mc:Fallback>
      </mc:AlternateContent>
      <mc:AlternateContent xmlns:mc="http://schemas.openxmlformats.org/markup-compatibility/2006" xmlns:p14="http://schemas.microsoft.com/office/powerpoint/2010/main">
        <mc:Choice Requires="p14">
          <p:contentPart r:id="rId315" p14:bwMode="auto">
            <p14:nvContentPartPr>
              <p14:cNvPr id="384" name="墨迹 383"/>
              <p14:cNvContentPartPr/>
              <p14:nvPr/>
            </p14:nvContentPartPr>
            <p14:xfrm>
              <a:off x="6725278" y="5365813"/>
              <a:ext cx="33085" cy="36007"/>
            </p14:xfrm>
          </p:contentPart>
        </mc:Choice>
        <mc:Fallback xmlns="">
          <p:pic>
            <p:nvPicPr>
              <p:cNvPr id="384" name="墨迹 383"/>
            </p:nvPicPr>
            <p:blipFill>
              <a:blip/>
            </p:blipFill>
            <p:spPr>
              <a:xfrm>
                <a:off x="6725278" y="5365813"/>
                <a:ext cx="33085" cy="36007"/>
              </a:xfrm>
              <a:prstGeom prst="rect"/>
            </p:spPr>
          </p:pic>
        </mc:Fallback>
      </mc:AlternateContent>
      <mc:AlternateContent xmlns:mc="http://schemas.openxmlformats.org/markup-compatibility/2006" xmlns:p14="http://schemas.microsoft.com/office/powerpoint/2010/main">
        <mc:Choice Requires="p14">
          <p:contentPart r:id="rId316" p14:bwMode="auto">
            <p14:nvContentPartPr>
              <p14:cNvPr id="385" name="墨迹 384"/>
              <p14:cNvContentPartPr/>
              <p14:nvPr/>
            </p14:nvContentPartPr>
            <p14:xfrm>
              <a:off x="6785043" y="5360124"/>
              <a:ext cx="61194" cy="44809"/>
            </p14:xfrm>
          </p:contentPart>
        </mc:Choice>
        <mc:Fallback xmlns="">
          <p:pic>
            <p:nvPicPr>
              <p:cNvPr id="385" name="墨迹 384"/>
            </p:nvPicPr>
            <p:blipFill>
              <a:blip/>
            </p:blipFill>
            <p:spPr>
              <a:xfrm>
                <a:off x="6785043" y="5360124"/>
                <a:ext cx="61194" cy="44809"/>
              </a:xfrm>
              <a:prstGeom prst="rect"/>
            </p:spPr>
          </p:pic>
        </mc:Fallback>
      </mc:AlternateContent>
      <mc:AlternateContent xmlns:mc="http://schemas.openxmlformats.org/markup-compatibility/2006" xmlns:p14="http://schemas.microsoft.com/office/powerpoint/2010/main">
        <mc:Choice Requires="p14">
          <p:contentPart r:id="rId317" p14:bwMode="auto">
            <p14:nvContentPartPr>
              <p14:cNvPr id="386" name="墨迹 385"/>
              <p14:cNvContentPartPr/>
              <p14:nvPr/>
            </p14:nvContentPartPr>
            <p14:xfrm>
              <a:off x="8214790" y="5399721"/>
              <a:ext cx="1241186" cy="31295"/>
            </p14:xfrm>
          </p:contentPart>
        </mc:Choice>
        <mc:Fallback xmlns="">
          <p:pic>
            <p:nvPicPr>
              <p:cNvPr id="386" name="墨迹 385"/>
            </p:nvPicPr>
            <p:blipFill>
              <a:blip/>
            </p:blipFill>
            <p:spPr>
              <a:xfrm>
                <a:off x="8214790" y="5399721"/>
                <a:ext cx="1241186" cy="31295"/>
              </a:xfrm>
              <a:prstGeom prst="rect"/>
            </p:spPr>
          </p:pic>
        </mc:Fallback>
      </mc:AlternateContent>
      <mc:AlternateContent xmlns:mc="http://schemas.openxmlformats.org/markup-compatibility/2006" xmlns:p14="http://schemas.microsoft.com/office/powerpoint/2010/main">
        <mc:Choice Requires="p14">
          <p:contentPart r:id="rId318" p14:bwMode="auto">
            <p14:nvContentPartPr>
              <p14:cNvPr id="387" name="墨迹 386"/>
              <p14:cNvContentPartPr/>
              <p14:nvPr/>
            </p14:nvContentPartPr>
            <p14:xfrm>
              <a:off x="9749478" y="5464919"/>
              <a:ext cx="314375" cy="15648"/>
            </p14:xfrm>
          </p:contentPart>
        </mc:Choice>
        <mc:Fallback xmlns="">
          <p:pic>
            <p:nvPicPr>
              <p:cNvPr id="387" name="墨迹 386"/>
            </p:nvPicPr>
            <p:blipFill>
              <a:blip/>
            </p:blipFill>
            <p:spPr>
              <a:xfrm>
                <a:off x="9749478" y="5464919"/>
                <a:ext cx="314375" cy="15648"/>
              </a:xfrm>
              <a:prstGeom prst="rect"/>
            </p:spPr>
          </p:pic>
        </mc:Fallback>
      </mc:AlternateContent>
      <mc:AlternateContent xmlns:mc="http://schemas.openxmlformats.org/markup-compatibility/2006" xmlns:p14="http://schemas.microsoft.com/office/powerpoint/2010/main">
        <mc:Choice Requires="p14">
          <p:contentPart r:id="rId319" p14:bwMode="auto">
            <p14:nvContentPartPr>
              <p14:cNvPr id="388" name="墨迹 387"/>
              <p14:cNvContentPartPr/>
              <p14:nvPr/>
            </p14:nvContentPartPr>
            <p14:xfrm>
              <a:off x="10254628" y="5451879"/>
              <a:ext cx="57070" cy="360"/>
            </p14:xfrm>
          </p:contentPart>
        </mc:Choice>
        <mc:Fallback xmlns="">
          <p:pic>
            <p:nvPicPr>
              <p:cNvPr id="388" name="墨迹 387"/>
            </p:nvPicPr>
            <p:blipFill>
              <a:blip/>
            </p:blipFill>
            <p:spPr>
              <a:xfrm>
                <a:off x="10254628" y="5451879"/>
                <a:ext cx="57070" cy="360"/>
              </a:xfrm>
              <a:prstGeom prst="rect"/>
            </p:spPr>
          </p:pic>
        </mc:Fallback>
      </mc:AlternateContent>
      <mc:AlternateContent xmlns:mc="http://schemas.openxmlformats.org/markup-compatibility/2006" xmlns:p14="http://schemas.microsoft.com/office/powerpoint/2010/main">
        <mc:Choice Requires="p14">
          <p:contentPart r:id="rId320" p14:bwMode="auto">
            <p14:nvContentPartPr>
              <p14:cNvPr id="389" name="墨迹 388"/>
              <p14:cNvContentPartPr/>
              <p14:nvPr/>
            </p14:nvContentPartPr>
            <p14:xfrm>
              <a:off x="10258215" y="5447967"/>
              <a:ext cx="73049" cy="99346"/>
            </p14:xfrm>
          </p:contentPart>
        </mc:Choice>
        <mc:Fallback xmlns="">
          <p:pic>
            <p:nvPicPr>
              <p:cNvPr id="389" name="墨迹 388"/>
            </p:nvPicPr>
            <p:blipFill>
              <a:blip/>
            </p:blipFill>
            <p:spPr>
              <a:xfrm>
                <a:off x="10258215" y="5447967"/>
                <a:ext cx="73049" cy="99346"/>
              </a:xfrm>
              <a:prstGeom prst="rect"/>
            </p:spPr>
          </p:pic>
        </mc:Fallback>
      </mc:AlternateContent>
      <mc:AlternateContent xmlns:mc="http://schemas.openxmlformats.org/markup-compatibility/2006" xmlns:p14="http://schemas.microsoft.com/office/powerpoint/2010/main">
        <mc:Choice Requires="p14">
          <p:contentPart r:id="rId321" p14:bwMode="auto">
            <p14:nvContentPartPr>
              <p14:cNvPr id="390" name="墨迹 389"/>
              <p14:cNvContentPartPr/>
              <p14:nvPr/>
            </p14:nvContentPartPr>
            <p14:xfrm>
              <a:off x="10365180" y="5464919"/>
              <a:ext cx="41741" cy="82558"/>
            </p14:xfrm>
          </p:contentPart>
        </mc:Choice>
        <mc:Fallback xmlns="">
          <p:pic>
            <p:nvPicPr>
              <p:cNvPr id="390" name="墨迹 389"/>
            </p:nvPicPr>
            <p:blipFill>
              <a:blip/>
            </p:blipFill>
            <p:spPr>
              <a:xfrm>
                <a:off x="10365180" y="5464919"/>
                <a:ext cx="41741" cy="82558"/>
              </a:xfrm>
              <a:prstGeom prst="rect"/>
            </p:spPr>
          </p:pic>
        </mc:Fallback>
      </mc:AlternateContent>
      <mc:AlternateContent xmlns:mc="http://schemas.openxmlformats.org/markup-compatibility/2006" xmlns:p14="http://schemas.microsoft.com/office/powerpoint/2010/main">
        <mc:Choice Requires="p14">
          <p:contentPart r:id="rId322" p14:bwMode="auto">
            <p14:nvContentPartPr>
              <p14:cNvPr id="391" name="墨迹 390"/>
              <p14:cNvContentPartPr/>
              <p14:nvPr/>
            </p14:nvContentPartPr>
            <p14:xfrm>
              <a:off x="10417358" y="5436232"/>
              <a:ext cx="78269" cy="109533"/>
            </p14:xfrm>
          </p:contentPart>
        </mc:Choice>
        <mc:Fallback xmlns="">
          <p:pic>
            <p:nvPicPr>
              <p:cNvPr id="391" name="墨迹 390"/>
            </p:nvPicPr>
            <p:blipFill>
              <a:blip/>
            </p:blipFill>
            <p:spPr>
              <a:xfrm>
                <a:off x="10417358" y="5436232"/>
                <a:ext cx="78269" cy="109533"/>
              </a:xfrm>
              <a:prstGeom prst="rect"/>
            </p:spPr>
          </p:pic>
        </mc:Fallback>
      </mc:AlternateContent>
      <mc:AlternateContent xmlns:mc="http://schemas.openxmlformats.org/markup-compatibility/2006" xmlns:p14="http://schemas.microsoft.com/office/powerpoint/2010/main">
        <mc:Choice Requires="p14">
          <p:contentPart r:id="rId323" p14:bwMode="auto">
            <p14:nvContentPartPr>
              <p14:cNvPr id="392" name="墨迹 391"/>
              <p14:cNvContentPartPr/>
              <p14:nvPr/>
            </p14:nvContentPartPr>
            <p14:xfrm>
              <a:off x="10503454" y="5476492"/>
              <a:ext cx="35626" cy="70821"/>
            </p14:xfrm>
          </p:contentPart>
        </mc:Choice>
        <mc:Fallback xmlns="">
          <p:pic>
            <p:nvPicPr>
              <p:cNvPr id="392" name="墨迹 391"/>
            </p:nvPicPr>
            <p:blipFill>
              <a:blip/>
            </p:blipFill>
            <p:spPr>
              <a:xfrm>
                <a:off x="10503454" y="5476492"/>
                <a:ext cx="35626" cy="70821"/>
              </a:xfrm>
              <a:prstGeom prst="rect"/>
            </p:spPr>
          </p:pic>
        </mc:Fallback>
      </mc:AlternateContent>
      <mc:AlternateContent xmlns:mc="http://schemas.openxmlformats.org/markup-compatibility/2006" xmlns:p14="http://schemas.microsoft.com/office/powerpoint/2010/main">
        <mc:Choice Requires="p14">
          <p:contentPart r:id="rId324" p14:bwMode="auto">
            <p14:nvContentPartPr>
              <p14:cNvPr id="393" name="墨迹 392"/>
              <p14:cNvContentPartPr/>
              <p14:nvPr/>
            </p14:nvContentPartPr>
            <p14:xfrm>
              <a:off x="10550413" y="5483174"/>
              <a:ext cx="92617" cy="64220"/>
            </p14:xfrm>
          </p:contentPart>
        </mc:Choice>
        <mc:Fallback xmlns="">
          <p:pic>
            <p:nvPicPr>
              <p:cNvPr id="393" name="墨迹 392"/>
            </p:nvPicPr>
            <p:blipFill>
              <a:blip/>
            </p:blipFill>
            <p:spPr>
              <a:xfrm>
                <a:off x="10550413" y="5483174"/>
                <a:ext cx="92617" cy="64220"/>
              </a:xfrm>
              <a:prstGeom prst="rect"/>
            </p:spPr>
          </p:pic>
        </mc:Fallback>
      </mc:AlternateContent>
      <mc:AlternateContent xmlns:mc="http://schemas.openxmlformats.org/markup-compatibility/2006" xmlns:p14="http://schemas.microsoft.com/office/powerpoint/2010/main">
        <mc:Choice Requires="p14">
          <p:contentPart r:id="rId325" p14:bwMode="auto">
            <p14:nvContentPartPr>
              <p14:cNvPr id="403" name="墨迹 402"/>
              <p14:cNvContentPartPr/>
              <p14:nvPr/>
            </p14:nvContentPartPr>
            <p14:xfrm>
              <a:off x="6307810" y="3661387"/>
              <a:ext cx="70010" cy="39990"/>
            </p14:xfrm>
          </p:contentPart>
        </mc:Choice>
        <mc:Fallback xmlns="">
          <p:pic>
            <p:nvPicPr>
              <p:cNvPr id="403" name="墨迹 402"/>
            </p:nvPicPr>
            <p:blipFill>
              <a:blip/>
            </p:blipFill>
            <p:spPr>
              <a:xfrm>
                <a:off x="6307810" y="3661387"/>
                <a:ext cx="70010" cy="39990"/>
              </a:xfrm>
              <a:prstGeom prst="rect"/>
            </p:spPr>
          </p:pic>
        </mc:Fallback>
      </mc:AlternateContent>
      <mc:AlternateContent xmlns:mc="http://schemas.openxmlformats.org/markup-compatibility/2006" xmlns:p14="http://schemas.microsoft.com/office/powerpoint/2010/main">
        <mc:Choice Requires="p14">
          <p:contentPart r:id="rId326" p14:bwMode="auto">
            <p14:nvContentPartPr>
              <p14:cNvPr id="404" name="墨迹 403"/>
              <p14:cNvContentPartPr/>
              <p14:nvPr/>
            </p14:nvContentPartPr>
            <p14:xfrm>
              <a:off x="5850610" y="3212105"/>
              <a:ext cx="12915" cy="10328"/>
            </p14:xfrm>
          </p:contentPart>
        </mc:Choice>
        <mc:Fallback xmlns="">
          <p:pic>
            <p:nvPicPr>
              <p:cNvPr id="404" name="墨迹 403"/>
            </p:nvPicPr>
            <p:blipFill>
              <a:blip/>
            </p:blipFill>
            <p:spPr>
              <a:xfrm>
                <a:off x="5850610" y="3212105"/>
                <a:ext cx="12915" cy="10328"/>
              </a:xfrm>
              <a:prstGeom prst="rect"/>
            </p:spPr>
          </p:pic>
        </mc:Fallback>
      </mc:AlternateContent>
      <mc:AlternateContent xmlns:mc="http://schemas.openxmlformats.org/markup-compatibility/2006" xmlns:p14="http://schemas.microsoft.com/office/powerpoint/2010/main">
        <mc:Choice Requires="p14">
          <p:contentPart r:id="rId327" p14:bwMode="auto">
            <p14:nvContentPartPr>
              <p14:cNvPr id="405" name="墨迹 404"/>
              <p14:cNvContentPartPr/>
              <p14:nvPr/>
            </p14:nvContentPartPr>
            <p14:xfrm>
              <a:off x="4587498" y="683766"/>
              <a:ext cx="118820" cy="142499"/>
            </p14:xfrm>
          </p:contentPart>
        </mc:Choice>
        <mc:Fallback xmlns="">
          <p:pic>
            <p:nvPicPr>
              <p:cNvPr id="405" name="墨迹 404"/>
            </p:nvPicPr>
            <p:blipFill>
              <a:blip/>
            </p:blipFill>
            <p:spPr>
              <a:xfrm>
                <a:off x="4587498" y="683766"/>
                <a:ext cx="118820" cy="142499"/>
              </a:xfrm>
              <a:prstGeom prst="rect"/>
            </p:spPr>
          </p:pic>
        </mc:Fallback>
      </mc:AlternateContent>
      <mc:AlternateContent xmlns:mc="http://schemas.openxmlformats.org/markup-compatibility/2006" xmlns:p14="http://schemas.microsoft.com/office/powerpoint/2010/main">
        <mc:Choice Requires="p14">
          <p:contentPart r:id="rId328" p14:bwMode="auto">
            <p14:nvContentPartPr>
              <p14:cNvPr id="406" name="墨迹 405"/>
              <p14:cNvContentPartPr/>
              <p14:nvPr/>
            </p14:nvContentPartPr>
            <p14:xfrm>
              <a:off x="4711484" y="719592"/>
              <a:ext cx="65868" cy="96344"/>
            </p14:xfrm>
          </p:contentPart>
        </mc:Choice>
        <mc:Fallback xmlns="">
          <p:pic>
            <p:nvPicPr>
              <p:cNvPr id="406" name="墨迹 405"/>
            </p:nvPicPr>
            <p:blipFill>
              <a:blip/>
            </p:blipFill>
            <p:spPr>
              <a:xfrm>
                <a:off x="4711484" y="719592"/>
                <a:ext cx="65868" cy="96344"/>
              </a:xfrm>
              <a:prstGeom prst="rect"/>
            </p:spPr>
          </p:pic>
        </mc:Fallback>
      </mc:AlternateContent>
      <mc:AlternateContent xmlns:mc="http://schemas.openxmlformats.org/markup-compatibility/2006" xmlns:p14="http://schemas.microsoft.com/office/powerpoint/2010/main">
        <mc:Choice Requires="p14">
          <p:contentPart r:id="rId329" p14:bwMode="auto">
            <p14:nvContentPartPr>
              <p14:cNvPr id="407" name="墨迹 406"/>
              <p14:cNvContentPartPr/>
              <p14:nvPr/>
            </p14:nvContentPartPr>
            <p14:xfrm>
              <a:off x="4799308" y="707489"/>
              <a:ext cx="65384" cy="123940"/>
            </p14:xfrm>
          </p:contentPart>
        </mc:Choice>
        <mc:Fallback xmlns="">
          <p:pic>
            <p:nvPicPr>
              <p:cNvPr id="407" name="墨迹 406"/>
            </p:nvPicPr>
            <p:blipFill>
              <a:blip/>
            </p:blipFill>
            <p:spPr>
              <a:xfrm>
                <a:off x="4799308" y="707489"/>
                <a:ext cx="65384" cy="123940"/>
              </a:xfrm>
              <a:prstGeom prst="rect"/>
            </p:spPr>
          </p:pic>
        </mc:Fallback>
      </mc:AlternateContent>
      <mc:AlternateContent xmlns:mc="http://schemas.openxmlformats.org/markup-compatibility/2006" xmlns:p14="http://schemas.microsoft.com/office/powerpoint/2010/main">
        <mc:Choice Requires="p14">
          <p:contentPart r:id="rId330" p14:bwMode="auto">
            <p14:nvContentPartPr>
              <p14:cNvPr id="408" name="墨迹 407"/>
              <p14:cNvContentPartPr/>
              <p14:nvPr/>
            </p14:nvContentPartPr>
            <p14:xfrm>
              <a:off x="4912962" y="733310"/>
              <a:ext cx="30997" cy="100701"/>
            </p14:xfrm>
          </p:contentPart>
        </mc:Choice>
        <mc:Fallback xmlns="">
          <p:pic>
            <p:nvPicPr>
              <p:cNvPr id="408" name="墨迹 407"/>
            </p:nvPicPr>
            <p:blipFill>
              <a:blip/>
            </p:blipFill>
            <p:spPr>
              <a:xfrm>
                <a:off x="4912962" y="733310"/>
                <a:ext cx="30997" cy="100701"/>
              </a:xfrm>
              <a:prstGeom prst="rect"/>
            </p:spPr>
          </p:pic>
        </mc:Fallback>
      </mc:AlternateContent>
      <mc:AlternateContent xmlns:mc="http://schemas.openxmlformats.org/markup-compatibility/2006" xmlns:p14="http://schemas.microsoft.com/office/powerpoint/2010/main">
        <mc:Choice Requires="p14">
          <p:contentPart r:id="rId331" p14:bwMode="auto">
            <p14:nvContentPartPr>
              <p14:cNvPr id="409" name="墨迹 408"/>
              <p14:cNvContentPartPr/>
              <p14:nvPr/>
            </p14:nvContentPartPr>
            <p14:xfrm>
              <a:off x="4980122" y="738474"/>
              <a:ext cx="67159" cy="77462"/>
            </p14:xfrm>
          </p:contentPart>
        </mc:Choice>
        <mc:Fallback xmlns="">
          <p:pic>
            <p:nvPicPr>
              <p:cNvPr id="409" name="墨迹 408"/>
            </p:nvPicPr>
            <p:blipFill>
              <a:blip/>
            </p:blipFill>
            <p:spPr>
              <a:xfrm>
                <a:off x="4980122" y="738474"/>
                <a:ext cx="67159" cy="77462"/>
              </a:xfrm>
              <a:prstGeom prst="rect"/>
            </p:spPr>
          </p:pic>
        </mc:Fallback>
      </mc:AlternateContent>
      <mc:AlternateContent xmlns:mc="http://schemas.openxmlformats.org/markup-compatibility/2006" xmlns:p14="http://schemas.microsoft.com/office/powerpoint/2010/main">
        <mc:Choice Requires="p14">
          <p:contentPart r:id="rId332" p14:bwMode="auto">
            <p14:nvContentPartPr>
              <p14:cNvPr id="410" name="墨迹 409"/>
              <p14:cNvContentPartPr/>
              <p14:nvPr/>
            </p14:nvContentPartPr>
            <p14:xfrm>
              <a:off x="5078277" y="748802"/>
              <a:ext cx="87824" cy="61970"/>
            </p14:xfrm>
          </p:contentPart>
        </mc:Choice>
        <mc:Fallback xmlns="">
          <p:pic>
            <p:nvPicPr>
              <p:cNvPr id="410" name="墨迹 409"/>
            </p:nvPicPr>
            <p:blipFill>
              <a:blip/>
            </p:blipFill>
            <p:spPr>
              <a:xfrm>
                <a:off x="5078277" y="748802"/>
                <a:ext cx="87824" cy="61970"/>
              </a:xfrm>
              <a:prstGeom prst="rect"/>
            </p:spPr>
          </p:pic>
        </mc:Fallback>
      </mc:AlternateContent>
      <mc:AlternateContent xmlns:mc="http://schemas.openxmlformats.org/markup-compatibility/2006" xmlns:p14="http://schemas.microsoft.com/office/powerpoint/2010/main">
        <mc:Choice Requires="p14">
          <p:contentPart r:id="rId333" p14:bwMode="auto">
            <p14:nvContentPartPr>
              <p14:cNvPr id="411" name="墨迹 410"/>
              <p14:cNvContentPartPr/>
              <p14:nvPr/>
            </p14:nvContentPartPr>
            <p14:xfrm>
              <a:off x="5202264" y="717817"/>
              <a:ext cx="54889" cy="126522"/>
            </p14:xfrm>
          </p:contentPart>
        </mc:Choice>
        <mc:Fallback xmlns="">
          <p:pic>
            <p:nvPicPr>
              <p:cNvPr id="411" name="墨迹 410"/>
            </p:nvPicPr>
            <p:blipFill>
              <a:blip/>
            </p:blipFill>
            <p:spPr>
              <a:xfrm>
                <a:off x="5202264" y="717817"/>
                <a:ext cx="54889" cy="126522"/>
              </a:xfrm>
              <a:prstGeom prst="rect"/>
            </p:spPr>
          </p:pic>
        </mc:Fallback>
      </mc:AlternateContent>
      <mc:AlternateContent xmlns:mc="http://schemas.openxmlformats.org/markup-compatibility/2006" xmlns:p14="http://schemas.microsoft.com/office/powerpoint/2010/main">
        <mc:Choice Requires="p14">
          <p:contentPart r:id="rId334" p14:bwMode="auto">
            <p14:nvContentPartPr>
              <p14:cNvPr id="412" name="墨迹 411"/>
              <p14:cNvContentPartPr/>
              <p14:nvPr/>
            </p14:nvContentPartPr>
            <p14:xfrm>
              <a:off x="4518724" y="857250"/>
              <a:ext cx="825608" cy="15492"/>
            </p14:xfrm>
          </p:contentPart>
        </mc:Choice>
        <mc:Fallback xmlns="">
          <p:pic>
            <p:nvPicPr>
              <p:cNvPr id="412" name="墨迹 411"/>
            </p:nvPicPr>
            <p:blipFill>
              <a:blip/>
            </p:blipFill>
            <p:spPr>
              <a:xfrm>
                <a:off x="4518724" y="857250"/>
                <a:ext cx="825608" cy="15492"/>
              </a:xfrm>
              <a:prstGeom prst="rect"/>
            </p:spPr>
          </p:pic>
        </mc:Fallback>
      </mc:AlternateContent>
      <mc:AlternateContent xmlns:mc="http://schemas.openxmlformats.org/markup-compatibility/2006" xmlns:p14="http://schemas.microsoft.com/office/powerpoint/2010/main">
        <mc:Choice Requires="p14">
          <p:contentPart r:id="rId335" p14:bwMode="auto">
            <p14:nvContentPartPr>
              <p14:cNvPr id="2" name="墨迹 1"/>
              <p14:cNvContentPartPr/>
              <p14:nvPr/>
            </p14:nvContentPartPr>
            <p14:xfrm>
              <a:off x="6771629" y="4487651"/>
              <a:ext cx="662391" cy="194947"/>
            </p14:xfrm>
          </p:contentPart>
        </mc:Choice>
        <mc:Fallback xmlns="">
          <p:pic>
            <p:nvPicPr>
              <p:cNvPr id="2" name="墨迹 1"/>
            </p:nvPicPr>
            <p:blipFill>
              <a:blip/>
            </p:blipFill>
            <p:spPr>
              <a:xfrm>
                <a:off x="6771629" y="4487651"/>
                <a:ext cx="662391" cy="194947"/>
              </a:xfrm>
              <a:prstGeom prst="rect"/>
            </p:spPr>
          </p:pic>
        </mc:Fallback>
      </mc:AlternateContent>
      <mc:AlternateContent xmlns:mc="http://schemas.openxmlformats.org/markup-compatibility/2006" xmlns:p14="http://schemas.microsoft.com/office/powerpoint/2010/main">
        <mc:Choice Requires="p14">
          <p:contentPart r:id="rId336" p14:bwMode="auto">
            <p14:nvContentPartPr>
              <p14:cNvPr id="3" name="墨迹 2"/>
              <p14:cNvContentPartPr/>
              <p14:nvPr/>
            </p14:nvContentPartPr>
            <p14:xfrm>
              <a:off x="6562725" y="4423100"/>
              <a:ext cx="375349" cy="426043"/>
            </p14:xfrm>
          </p:contentPart>
        </mc:Choice>
        <mc:Fallback xmlns="">
          <p:pic>
            <p:nvPicPr>
              <p:cNvPr id="3" name="墨迹 2"/>
            </p:nvPicPr>
            <p:blipFill>
              <a:blip/>
            </p:blipFill>
            <p:spPr>
              <a:xfrm>
                <a:off x="6562725" y="4423100"/>
                <a:ext cx="375349" cy="426043"/>
              </a:xfrm>
              <a:prstGeom prst="rect"/>
            </p:spPr>
          </p:pic>
        </mc:Fallback>
      </mc:AlternateContent>
      <mc:AlternateContent xmlns:mc="http://schemas.openxmlformats.org/markup-compatibility/2006" xmlns:p14="http://schemas.microsoft.com/office/powerpoint/2010/main">
        <mc:Choice Requires="p14">
          <p:contentPart r:id="rId337" p14:bwMode="auto">
            <p14:nvContentPartPr>
              <p14:cNvPr id="4" name="墨迹 3"/>
              <p14:cNvContentPartPr/>
              <p14:nvPr/>
            </p14:nvContentPartPr>
            <p14:xfrm>
              <a:off x="6109883" y="1179364"/>
              <a:ext cx="368408" cy="183973"/>
            </p14:xfrm>
          </p:contentPart>
        </mc:Choice>
        <mc:Fallback xmlns="">
          <p:pic>
            <p:nvPicPr>
              <p:cNvPr id="4" name="墨迹 3"/>
            </p:nvPicPr>
            <p:blipFill>
              <a:blip/>
            </p:blipFill>
            <p:spPr>
              <a:xfrm>
                <a:off x="6109883" y="1179364"/>
                <a:ext cx="368408" cy="183973"/>
              </a:xfrm>
              <a:prstGeom prst="rect"/>
            </p:spPr>
          </p:pic>
        </mc:Fallback>
      </mc:AlternateContent>
      <mc:AlternateContent xmlns:mc="http://schemas.openxmlformats.org/markup-compatibility/2006" xmlns:p14="http://schemas.microsoft.com/office/powerpoint/2010/main">
        <mc:Choice Requires="p14">
          <p:contentPart r:id="rId338" p14:bwMode="auto">
            <p14:nvContentPartPr>
              <p14:cNvPr id="5" name="墨迹 4"/>
              <p14:cNvContentPartPr/>
              <p14:nvPr/>
            </p14:nvContentPartPr>
            <p14:xfrm>
              <a:off x="6037235" y="1171618"/>
              <a:ext cx="218914" cy="261435"/>
            </p14:xfrm>
          </p:contentPart>
        </mc:Choice>
        <mc:Fallback xmlns="">
          <p:pic>
            <p:nvPicPr>
              <p:cNvPr id="5" name="墨迹 4"/>
            </p:nvPicPr>
            <p:blipFill>
              <a:blip/>
            </p:blipFill>
            <p:spPr>
              <a:xfrm>
                <a:off x="6037235" y="1171618"/>
                <a:ext cx="218914" cy="261435"/>
              </a:xfrm>
              <a:prstGeom prst="rect"/>
            </p:spPr>
          </p:pic>
        </mc:Fallback>
      </mc:AlternateContent>
      <mc:AlternateContent xmlns:mc="http://schemas.openxmlformats.org/markup-compatibility/2006" xmlns:p14="http://schemas.microsoft.com/office/powerpoint/2010/main">
        <mc:Choice Requires="p14">
          <p:contentPart r:id="rId339" p14:bwMode="auto">
            <p14:nvContentPartPr>
              <p14:cNvPr id="6" name="墨迹 5"/>
              <p14:cNvContentPartPr/>
              <p14:nvPr/>
            </p14:nvContentPartPr>
            <p14:xfrm>
              <a:off x="6333640" y="952464"/>
              <a:ext cx="20664" cy="193978"/>
            </p14:xfrm>
          </p:contentPart>
        </mc:Choice>
        <mc:Fallback xmlns="">
          <p:pic>
            <p:nvPicPr>
              <p:cNvPr id="6" name="墨迹 5"/>
            </p:nvPicPr>
            <p:blipFill>
              <a:blip/>
            </p:blipFill>
            <p:spPr>
              <a:xfrm>
                <a:off x="6333640" y="952464"/>
                <a:ext cx="20664" cy="193978"/>
              </a:xfrm>
              <a:prstGeom prst="rect"/>
            </p:spPr>
          </p:pic>
        </mc:Fallback>
      </mc:AlternateContent>
      <mc:AlternateContent xmlns:mc="http://schemas.openxmlformats.org/markup-compatibility/2006" xmlns:p14="http://schemas.microsoft.com/office/powerpoint/2010/main">
        <mc:Choice Requires="p14">
          <p:contentPart r:id="rId340" p14:bwMode="auto">
            <p14:nvContentPartPr>
              <p14:cNvPr id="7" name="墨迹 6"/>
              <p14:cNvContentPartPr/>
              <p14:nvPr/>
            </p14:nvContentPartPr>
            <p14:xfrm>
              <a:off x="7130996" y="4265593"/>
              <a:ext cx="148041" cy="173806"/>
            </p14:xfrm>
          </p:contentPart>
        </mc:Choice>
        <mc:Fallback xmlns="">
          <p:pic>
            <p:nvPicPr>
              <p:cNvPr id="7" name="墨迹 6"/>
            </p:nvPicPr>
            <p:blipFill>
              <a:blip/>
            </p:blipFill>
            <p:spPr>
              <a:xfrm>
                <a:off x="7130996" y="4265593"/>
                <a:ext cx="148041" cy="173806"/>
              </a:xfrm>
              <a:prstGeom prst="rect"/>
            </p:spPr>
          </p:pic>
        </mc:Fallback>
      </mc:AlternateContent>
    </p:spTree>
    <p:custDataLst>
      <p:tags r:id="rId34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180813" y="3165627"/>
              <a:ext cx="5625885" cy="77463"/>
            </p14:xfrm>
          </p:contentPart>
        </mc:Choice>
        <mc:Fallback xmlns="">
          <p:pic>
            <p:nvPicPr>
              <p:cNvPr id="18" name="墨迹 17"/>
            </p:nvPicPr>
            <p:blipFill>
              <a:blip/>
            </p:blipFill>
            <p:spPr>
              <a:xfrm>
                <a:off x="180813" y="3165627"/>
                <a:ext cx="5625885" cy="77463"/>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19" name="墨迹 18"/>
              <p14:cNvContentPartPr/>
              <p14:nvPr/>
            </p14:nvContentPartPr>
            <p14:xfrm>
              <a:off x="5863525" y="87790"/>
              <a:ext cx="51661" cy="3144972"/>
            </p14:xfrm>
          </p:contentPart>
        </mc:Choice>
        <mc:Fallback xmlns="">
          <p:pic>
            <p:nvPicPr>
              <p:cNvPr id="19" name="墨迹 18"/>
            </p:nvPicPr>
            <p:blipFill>
              <a:blip/>
            </p:blipFill>
            <p:spPr>
              <a:xfrm>
                <a:off x="5863525" y="87790"/>
                <a:ext cx="51661" cy="3144972"/>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 name="墨迹 19"/>
              <p14:cNvContentPartPr/>
              <p14:nvPr/>
            </p14:nvContentPartPr>
            <p14:xfrm>
              <a:off x="2084522" y="1340744"/>
              <a:ext cx="247972" cy="274830"/>
            </p14:xfrm>
          </p:contentPart>
        </mc:Choice>
        <mc:Fallback xmlns="">
          <p:pic>
            <p:nvPicPr>
              <p:cNvPr id="20" name="墨迹 19"/>
            </p:nvPicPr>
            <p:blipFill>
              <a:blip/>
            </p:blipFill>
            <p:spPr>
              <a:xfrm>
                <a:off x="2084522" y="1340744"/>
                <a:ext cx="247972" cy="27483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2495227" y="1285875"/>
              <a:ext cx="43911" cy="38731"/>
            </p14:xfrm>
          </p:contentPart>
        </mc:Choice>
        <mc:Fallback xmlns="">
          <p:pic>
            <p:nvPicPr>
              <p:cNvPr id="21" name="墨迹 20"/>
            </p:nvPicPr>
            <p:blipFill>
              <a:blip/>
            </p:blipFill>
            <p:spPr>
              <a:xfrm>
                <a:off x="2495227" y="1285875"/>
                <a:ext cx="43911" cy="38731"/>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2484894" y="1409814"/>
              <a:ext cx="25831" cy="175582"/>
            </p14:xfrm>
          </p:contentPart>
        </mc:Choice>
        <mc:Fallback xmlns="">
          <p:pic>
            <p:nvPicPr>
              <p:cNvPr id="22" name="墨迹 21"/>
            </p:nvPicPr>
            <p:blipFill>
              <a:blip/>
            </p:blipFill>
            <p:spPr>
              <a:xfrm>
                <a:off x="2484894" y="1409814"/>
                <a:ext cx="25831" cy="175582"/>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3" name="墨迹 22"/>
              <p14:cNvContentPartPr/>
              <p14:nvPr/>
            </p14:nvContentPartPr>
            <p14:xfrm>
              <a:off x="2605652" y="1294266"/>
              <a:ext cx="305446" cy="280317"/>
            </p14:xfrm>
          </p:contentPart>
        </mc:Choice>
        <mc:Fallback xmlns="">
          <p:pic>
            <p:nvPicPr>
              <p:cNvPr id="23" name="墨迹 22"/>
            </p:nvPicPr>
            <p:blipFill>
              <a:blip/>
            </p:blipFill>
            <p:spPr>
              <a:xfrm>
                <a:off x="2605652" y="1294266"/>
                <a:ext cx="305446" cy="280317"/>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4" name="墨迹 23"/>
              <p14:cNvContentPartPr/>
              <p14:nvPr/>
            </p14:nvContentPartPr>
            <p14:xfrm>
              <a:off x="3017003" y="1422079"/>
              <a:ext cx="137386" cy="144112"/>
            </p14:xfrm>
          </p:contentPart>
        </mc:Choice>
        <mc:Fallback xmlns="">
          <p:pic>
            <p:nvPicPr>
              <p:cNvPr id="24" name="墨迹 23"/>
            </p:nvPicPr>
            <p:blipFill>
              <a:blip/>
            </p:blipFill>
            <p:spPr>
              <a:xfrm>
                <a:off x="3017003" y="1422079"/>
                <a:ext cx="137386" cy="144112"/>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5" name="墨迹 24"/>
              <p14:cNvContentPartPr/>
              <p14:nvPr/>
            </p14:nvContentPartPr>
            <p14:xfrm>
              <a:off x="5394701" y="2824793"/>
              <a:ext cx="73617" cy="12911"/>
            </p14:xfrm>
          </p:contentPart>
        </mc:Choice>
        <mc:Fallback xmlns="">
          <p:pic>
            <p:nvPicPr>
              <p:cNvPr id="25" name="墨迹 24"/>
            </p:nvPicPr>
            <p:blipFill>
              <a:blip/>
            </p:blipFill>
            <p:spPr>
              <a:xfrm>
                <a:off x="5394701" y="2824793"/>
                <a:ext cx="73617" cy="12911"/>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6" name="墨迹 25"/>
              <p14:cNvContentPartPr/>
              <p14:nvPr/>
            </p14:nvContentPartPr>
            <p14:xfrm>
              <a:off x="5393410" y="2868689"/>
              <a:ext cx="10332" cy="154924"/>
            </p14:xfrm>
          </p:contentPart>
        </mc:Choice>
        <mc:Fallback xmlns="">
          <p:pic>
            <p:nvPicPr>
              <p:cNvPr id="26" name="墨迹 25"/>
            </p:nvPicPr>
            <p:blipFill>
              <a:blip/>
            </p:blipFill>
            <p:spPr>
              <a:xfrm>
                <a:off x="5393410" y="2868689"/>
                <a:ext cx="10332" cy="154924"/>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7" name="墨迹 26"/>
              <p14:cNvContentPartPr/>
              <p14:nvPr/>
            </p14:nvContentPartPr>
            <p14:xfrm>
              <a:off x="5620718" y="2959061"/>
              <a:ext cx="10333" cy="87791"/>
            </p14:xfrm>
          </p:contentPart>
        </mc:Choice>
        <mc:Fallback xmlns="">
          <p:pic>
            <p:nvPicPr>
              <p:cNvPr id="27" name="墨迹 26"/>
            </p:nvPicPr>
            <p:blipFill>
              <a:blip/>
            </p:blipFill>
            <p:spPr>
              <a:xfrm>
                <a:off x="5620718" y="2959061"/>
                <a:ext cx="10333" cy="87791"/>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8" name="墨迹 27"/>
              <p14:cNvContentPartPr/>
              <p14:nvPr/>
            </p14:nvContentPartPr>
            <p14:xfrm>
              <a:off x="5551945" y="3057180"/>
              <a:ext cx="68773" cy="10329"/>
            </p14:xfrm>
          </p:contentPart>
        </mc:Choice>
        <mc:Fallback xmlns="">
          <p:pic>
            <p:nvPicPr>
              <p:cNvPr id="28" name="墨迹 27"/>
            </p:nvPicPr>
            <p:blipFill>
              <a:blip/>
            </p:blipFill>
            <p:spPr>
              <a:xfrm>
                <a:off x="5551945" y="3057180"/>
                <a:ext cx="68773" cy="10329"/>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29" name="墨迹 28"/>
              <p14:cNvContentPartPr/>
              <p14:nvPr/>
            </p14:nvContentPartPr>
            <p14:xfrm>
              <a:off x="5997844" y="929548"/>
              <a:ext cx="5904853" cy="56805"/>
            </p14:xfrm>
          </p:contentPart>
        </mc:Choice>
        <mc:Fallback xmlns="">
          <p:pic>
            <p:nvPicPr>
              <p:cNvPr id="29" name="墨迹 28"/>
            </p:nvPicPr>
            <p:blipFill>
              <a:blip/>
            </p:blipFill>
            <p:spPr>
              <a:xfrm>
                <a:off x="5997844" y="929548"/>
                <a:ext cx="5904853" cy="5680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0" name="墨迹 29"/>
              <p14:cNvContentPartPr/>
              <p14:nvPr/>
            </p14:nvContentPartPr>
            <p14:xfrm>
              <a:off x="8236703" y="384406"/>
              <a:ext cx="132381" cy="330829"/>
            </p14:xfrm>
          </p:contentPart>
        </mc:Choice>
        <mc:Fallback xmlns="">
          <p:pic>
            <p:nvPicPr>
              <p:cNvPr id="30" name="墨迹 29"/>
            </p:nvPicPr>
            <p:blipFill>
              <a:blip/>
            </p:blipFill>
            <p:spPr>
              <a:xfrm>
                <a:off x="8236703" y="384406"/>
                <a:ext cx="132381" cy="330829"/>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31" name="墨迹 30"/>
              <p14:cNvContentPartPr/>
              <p14:nvPr/>
            </p14:nvContentPartPr>
            <p14:xfrm>
              <a:off x="8267861" y="384568"/>
              <a:ext cx="220043" cy="375854"/>
            </p14:xfrm>
          </p:contentPart>
        </mc:Choice>
        <mc:Fallback xmlns="">
          <p:pic>
            <p:nvPicPr>
              <p:cNvPr id="31" name="墨迹 30"/>
            </p:nvPicPr>
            <p:blipFill>
              <a:blip/>
            </p:blipFill>
            <p:spPr>
              <a:xfrm>
                <a:off x="8267861" y="384568"/>
                <a:ext cx="220043" cy="375854"/>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2" name="墨迹 31"/>
              <p14:cNvContentPartPr/>
              <p14:nvPr/>
            </p14:nvContentPartPr>
            <p14:xfrm>
              <a:off x="8578311" y="495759"/>
              <a:ext cx="23248" cy="217540"/>
            </p14:xfrm>
          </p:contentPart>
        </mc:Choice>
        <mc:Fallback xmlns="">
          <p:pic>
            <p:nvPicPr>
              <p:cNvPr id="32" name="墨迹 31"/>
            </p:nvPicPr>
            <p:blipFill>
              <a:blip/>
            </p:blipFill>
            <p:spPr>
              <a:xfrm>
                <a:off x="8578311" y="495759"/>
                <a:ext cx="23248" cy="21754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33" name="墨迹 32"/>
              <p14:cNvContentPartPr/>
              <p14:nvPr/>
            </p14:nvContentPartPr>
            <p14:xfrm>
              <a:off x="8513735" y="397640"/>
              <a:ext cx="338380" cy="304685"/>
            </p14:xfrm>
          </p:contentPart>
        </mc:Choice>
        <mc:Fallback xmlns="">
          <p:pic>
            <p:nvPicPr>
              <p:cNvPr id="33" name="墨迹 32"/>
            </p:nvPicPr>
            <p:blipFill>
              <a:blip/>
            </p:blipFill>
            <p:spPr>
              <a:xfrm>
                <a:off x="8513735" y="397640"/>
                <a:ext cx="338380" cy="30468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4" name="墨迹 33"/>
              <p14:cNvContentPartPr/>
              <p14:nvPr/>
            </p14:nvContentPartPr>
            <p14:xfrm>
              <a:off x="6152826" y="188491"/>
              <a:ext cx="5167" cy="28403"/>
            </p14:xfrm>
          </p:contentPart>
        </mc:Choice>
        <mc:Fallback xmlns="">
          <p:pic>
            <p:nvPicPr>
              <p:cNvPr id="34" name="墨迹 33"/>
            </p:nvPicPr>
            <p:blipFill>
              <a:blip/>
            </p:blipFill>
            <p:spPr>
              <a:xfrm>
                <a:off x="6152826" y="188491"/>
                <a:ext cx="5167" cy="28403"/>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35" name="墨迹 34"/>
              <p14:cNvContentPartPr/>
              <p14:nvPr/>
            </p14:nvContentPartPr>
            <p14:xfrm>
              <a:off x="6039173" y="185264"/>
              <a:ext cx="12915" cy="742508"/>
            </p14:xfrm>
          </p:contentPart>
        </mc:Choice>
        <mc:Fallback xmlns="">
          <p:pic>
            <p:nvPicPr>
              <p:cNvPr id="35" name="墨迹 34"/>
            </p:nvPicPr>
            <p:blipFill>
              <a:blip/>
            </p:blipFill>
            <p:spPr>
              <a:xfrm>
                <a:off x="6039173" y="185264"/>
                <a:ext cx="12915" cy="742508"/>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6" name="墨迹 35"/>
              <p14:cNvContentPartPr/>
              <p14:nvPr/>
            </p14:nvContentPartPr>
            <p14:xfrm>
              <a:off x="6080501" y="165253"/>
              <a:ext cx="1394847" cy="67134"/>
            </p14:xfrm>
          </p:contentPart>
        </mc:Choice>
        <mc:Fallback xmlns="">
          <p:pic>
            <p:nvPicPr>
              <p:cNvPr id="36" name="墨迹 35"/>
            </p:nvPicPr>
            <p:blipFill>
              <a:blip/>
            </p:blipFill>
            <p:spPr>
              <a:xfrm>
                <a:off x="6080501" y="165253"/>
                <a:ext cx="1394847" cy="67134"/>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37" name="墨迹 36"/>
              <p14:cNvContentPartPr/>
              <p14:nvPr/>
            </p14:nvContentPartPr>
            <p14:xfrm>
              <a:off x="7459851" y="250461"/>
              <a:ext cx="5166" cy="761713"/>
            </p14:xfrm>
          </p:contentPart>
        </mc:Choice>
        <mc:Fallback xmlns="">
          <p:pic>
            <p:nvPicPr>
              <p:cNvPr id="37" name="墨迹 36"/>
            </p:nvPicPr>
            <p:blipFill>
              <a:blip/>
            </p:blipFill>
            <p:spPr>
              <a:xfrm>
                <a:off x="7459851" y="250461"/>
                <a:ext cx="5166" cy="761713"/>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8" name="墨迹 37"/>
              <p14:cNvContentPartPr/>
              <p14:nvPr/>
            </p14:nvContentPartPr>
            <p14:xfrm>
              <a:off x="6039173" y="929548"/>
              <a:ext cx="20664" cy="61970"/>
            </p14:xfrm>
          </p:contentPart>
        </mc:Choice>
        <mc:Fallback xmlns="">
          <p:pic>
            <p:nvPicPr>
              <p:cNvPr id="38" name="墨迹 37"/>
            </p:nvPicPr>
            <p:blipFill>
              <a:blip/>
            </p:blipFill>
            <p:spPr>
              <a:xfrm>
                <a:off x="6039173" y="929548"/>
                <a:ext cx="20664" cy="6197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39" name="墨迹 38"/>
              <p14:cNvContentPartPr/>
              <p14:nvPr/>
            </p14:nvContentPartPr>
            <p14:xfrm>
              <a:off x="6065003" y="961824"/>
              <a:ext cx="1332854" cy="34858"/>
            </p14:xfrm>
          </p:contentPart>
        </mc:Choice>
        <mc:Fallback xmlns="">
          <p:pic>
            <p:nvPicPr>
              <p:cNvPr id="39" name="墨迹 38"/>
            </p:nvPicPr>
            <p:blipFill>
              <a:blip/>
            </p:blipFill>
            <p:spPr>
              <a:xfrm>
                <a:off x="6065003" y="961824"/>
                <a:ext cx="1332854" cy="34858"/>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40" name="墨迹 39"/>
              <p14:cNvContentPartPr/>
              <p14:nvPr/>
            </p14:nvContentPartPr>
            <p14:xfrm>
              <a:off x="6338806" y="495759"/>
              <a:ext cx="20665" cy="280155"/>
            </p14:xfrm>
          </p:contentPart>
        </mc:Choice>
        <mc:Fallback xmlns="">
          <p:pic>
            <p:nvPicPr>
              <p:cNvPr id="40" name="墨迹 39"/>
            </p:nvPicPr>
            <p:blipFill>
              <a:blip/>
            </p:blipFill>
            <p:spPr>
              <a:xfrm>
                <a:off x="6338806" y="495759"/>
                <a:ext cx="20665" cy="28015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41" name="墨迹 40"/>
              <p14:cNvContentPartPr/>
              <p14:nvPr/>
            </p14:nvContentPartPr>
            <p14:xfrm>
              <a:off x="6343973" y="492370"/>
              <a:ext cx="98155" cy="124746"/>
            </p14:xfrm>
          </p:contentPart>
        </mc:Choice>
        <mc:Fallback xmlns="">
          <p:pic>
            <p:nvPicPr>
              <p:cNvPr id="41" name="墨迹 40"/>
            </p:nvPicPr>
            <p:blipFill>
              <a:blip/>
            </p:blipFill>
            <p:spPr>
              <a:xfrm>
                <a:off x="6343973" y="492370"/>
                <a:ext cx="98155" cy="124746"/>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42" name="墨迹 41"/>
              <p14:cNvContentPartPr/>
              <p14:nvPr/>
            </p14:nvContentPartPr>
            <p14:xfrm>
              <a:off x="6483457" y="537072"/>
              <a:ext cx="33580" cy="25821"/>
            </p14:xfrm>
          </p:contentPart>
        </mc:Choice>
        <mc:Fallback xmlns="">
          <p:pic>
            <p:nvPicPr>
              <p:cNvPr id="42" name="墨迹 41"/>
            </p:nvPicPr>
            <p:blipFill>
              <a:blip/>
            </p:blipFill>
            <p:spPr>
              <a:xfrm>
                <a:off x="6483457" y="537072"/>
                <a:ext cx="33580" cy="25821"/>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43" name="墨迹 42"/>
              <p14:cNvContentPartPr/>
              <p14:nvPr/>
            </p14:nvContentPartPr>
            <p14:xfrm>
              <a:off x="6478291" y="609370"/>
              <a:ext cx="15499" cy="95537"/>
            </p14:xfrm>
          </p:contentPart>
        </mc:Choice>
        <mc:Fallback xmlns="">
          <p:pic>
            <p:nvPicPr>
              <p:cNvPr id="43" name="墨迹 42"/>
            </p:nvPicPr>
            <p:blipFill>
              <a:blip/>
            </p:blipFill>
            <p:spPr>
              <a:xfrm>
                <a:off x="6478291" y="609370"/>
                <a:ext cx="15499" cy="95537"/>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4" name="墨迹 43"/>
              <p14:cNvContentPartPr/>
              <p14:nvPr/>
            </p14:nvContentPartPr>
            <p14:xfrm>
              <a:off x="6531728" y="599042"/>
              <a:ext cx="49885" cy="113611"/>
            </p14:xfrm>
          </p:contentPart>
        </mc:Choice>
        <mc:Fallback xmlns="">
          <p:pic>
            <p:nvPicPr>
              <p:cNvPr id="44" name="墨迹 43"/>
            </p:nvPicPr>
            <p:blipFill>
              <a:blip/>
            </p:blipFill>
            <p:spPr>
              <a:xfrm>
                <a:off x="6531728" y="599042"/>
                <a:ext cx="49885" cy="113611"/>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45" name="墨迹 44"/>
              <p14:cNvContentPartPr/>
              <p14:nvPr/>
            </p14:nvContentPartPr>
            <p14:xfrm>
              <a:off x="6602277" y="617116"/>
              <a:ext cx="85241" cy="12911"/>
            </p14:xfrm>
          </p:contentPart>
        </mc:Choice>
        <mc:Fallback xmlns="">
          <p:pic>
            <p:nvPicPr>
              <p:cNvPr id="45" name="墨迹 44"/>
            </p:nvPicPr>
            <p:blipFill>
              <a:blip/>
            </p:blipFill>
            <p:spPr>
              <a:xfrm>
                <a:off x="6602277" y="617116"/>
                <a:ext cx="85241" cy="12911"/>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6" name="墨迹 45"/>
              <p14:cNvContentPartPr/>
              <p14:nvPr/>
            </p14:nvContentPartPr>
            <p14:xfrm>
              <a:off x="6638440" y="588713"/>
              <a:ext cx="147234" cy="147502"/>
            </p14:xfrm>
          </p:contentPart>
        </mc:Choice>
        <mc:Fallback xmlns="">
          <p:pic>
            <p:nvPicPr>
              <p:cNvPr id="46" name="墨迹 45"/>
            </p:nvPicPr>
            <p:blipFill>
              <a:blip/>
            </p:blipFill>
            <p:spPr>
              <a:xfrm>
                <a:off x="6638440" y="588713"/>
                <a:ext cx="147234" cy="147502"/>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47" name="墨迹 46"/>
              <p14:cNvContentPartPr/>
              <p14:nvPr/>
            </p14:nvContentPartPr>
            <p14:xfrm>
              <a:off x="6857192" y="609370"/>
              <a:ext cx="86048" cy="139432"/>
            </p14:xfrm>
          </p:contentPart>
        </mc:Choice>
        <mc:Fallback xmlns="">
          <p:pic>
            <p:nvPicPr>
              <p:cNvPr id="47" name="墨迹 46"/>
            </p:nvPicPr>
            <p:blipFill>
              <a:blip/>
            </p:blipFill>
            <p:spPr>
              <a:xfrm>
                <a:off x="6857192" y="609370"/>
                <a:ext cx="86048" cy="139432"/>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48" name="墨迹 47"/>
              <p14:cNvContentPartPr/>
              <p14:nvPr/>
            </p14:nvContentPartPr>
            <p14:xfrm>
              <a:off x="6989735" y="602753"/>
              <a:ext cx="54244" cy="148631"/>
            </p14:xfrm>
          </p:contentPart>
        </mc:Choice>
        <mc:Fallback xmlns="">
          <p:pic>
            <p:nvPicPr>
              <p:cNvPr id="48" name="墨迹 47"/>
            </p:nvPicPr>
            <p:blipFill>
              <a:blip/>
            </p:blipFill>
            <p:spPr>
              <a:xfrm>
                <a:off x="6989735" y="602753"/>
                <a:ext cx="54244" cy="148631"/>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49" name="墨迹 48"/>
              <p14:cNvContentPartPr/>
              <p14:nvPr/>
            </p14:nvContentPartPr>
            <p14:xfrm>
              <a:off x="7568339" y="815936"/>
              <a:ext cx="18081" cy="125877"/>
            </p14:xfrm>
          </p:contentPart>
        </mc:Choice>
        <mc:Fallback xmlns="">
          <p:pic>
            <p:nvPicPr>
              <p:cNvPr id="49" name="墨迹 48"/>
            </p:nvPicPr>
            <p:blipFill>
              <a:blip/>
            </p:blipFill>
            <p:spPr>
              <a:xfrm>
                <a:off x="7568339" y="815936"/>
                <a:ext cx="18081" cy="125877"/>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50" name="墨迹 49"/>
              <p14:cNvContentPartPr/>
              <p14:nvPr/>
            </p14:nvContentPartPr>
            <p14:xfrm>
              <a:off x="7599335" y="733310"/>
              <a:ext cx="292693" cy="203984"/>
            </p14:xfrm>
          </p:contentPart>
        </mc:Choice>
        <mc:Fallback xmlns="">
          <p:pic>
            <p:nvPicPr>
              <p:cNvPr id="50" name="墨迹 49"/>
            </p:nvPicPr>
            <p:blipFill>
              <a:blip/>
            </p:blipFill>
            <p:spPr>
              <a:xfrm>
                <a:off x="7599335" y="733310"/>
                <a:ext cx="292693" cy="203984"/>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51" name="墨迹 50"/>
              <p14:cNvContentPartPr/>
              <p14:nvPr/>
            </p14:nvContentPartPr>
            <p14:xfrm>
              <a:off x="7609667" y="906309"/>
              <a:ext cx="173064" cy="32276"/>
            </p14:xfrm>
          </p:contentPart>
        </mc:Choice>
        <mc:Fallback xmlns="">
          <p:pic>
            <p:nvPicPr>
              <p:cNvPr id="51" name="墨迹 50"/>
            </p:nvPicPr>
            <p:blipFill>
              <a:blip/>
            </p:blipFill>
            <p:spPr>
              <a:xfrm>
                <a:off x="7609667" y="906309"/>
                <a:ext cx="173064" cy="32276"/>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52" name="墨迹 51"/>
              <p14:cNvContentPartPr/>
              <p14:nvPr/>
            </p14:nvContentPartPr>
            <p14:xfrm>
              <a:off x="7653579" y="815936"/>
              <a:ext cx="28414" cy="85209"/>
            </p14:xfrm>
          </p:contentPart>
        </mc:Choice>
        <mc:Fallback xmlns="">
          <p:pic>
            <p:nvPicPr>
              <p:cNvPr id="52" name="墨迹 51"/>
            </p:nvPicPr>
            <p:blipFill>
              <a:blip/>
            </p:blipFill>
            <p:spPr>
              <a:xfrm>
                <a:off x="7653579" y="815936"/>
                <a:ext cx="28414" cy="85209"/>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53" name="墨迹 52"/>
              <p14:cNvContentPartPr/>
              <p14:nvPr/>
            </p14:nvContentPartPr>
            <p14:xfrm>
              <a:off x="7666495" y="815936"/>
              <a:ext cx="46495" cy="101347"/>
            </p14:xfrm>
          </p:contentPart>
        </mc:Choice>
        <mc:Fallback xmlns="">
          <p:pic>
            <p:nvPicPr>
              <p:cNvPr id="53" name="墨迹 52"/>
            </p:nvPicPr>
            <p:blipFill>
              <a:blip/>
            </p:blipFill>
            <p:spPr>
              <a:xfrm>
                <a:off x="7666495" y="815936"/>
                <a:ext cx="46495" cy="101347"/>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54" name="墨迹 53"/>
              <p14:cNvContentPartPr/>
              <p14:nvPr/>
            </p14:nvContentPartPr>
            <p14:xfrm>
              <a:off x="7754318" y="826265"/>
              <a:ext cx="5166" cy="61969"/>
            </p14:xfrm>
          </p:contentPart>
        </mc:Choice>
        <mc:Fallback xmlns="">
          <p:pic>
            <p:nvPicPr>
              <p:cNvPr id="54" name="墨迹 53"/>
            </p:nvPicPr>
            <p:blipFill>
              <a:blip/>
            </p:blipFill>
            <p:spPr>
              <a:xfrm>
                <a:off x="7754318" y="826265"/>
                <a:ext cx="5166" cy="61969"/>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55" name="墨迹 54"/>
              <p14:cNvContentPartPr/>
              <p14:nvPr/>
            </p14:nvContentPartPr>
            <p14:xfrm>
              <a:off x="7723322" y="800444"/>
              <a:ext cx="70388" cy="87790"/>
            </p14:xfrm>
          </p:contentPart>
        </mc:Choice>
        <mc:Fallback xmlns="">
          <p:pic>
            <p:nvPicPr>
              <p:cNvPr id="55" name="墨迹 54"/>
            </p:nvPicPr>
            <p:blipFill>
              <a:blip/>
            </p:blipFill>
            <p:spPr>
              <a:xfrm>
                <a:off x="7723322" y="800444"/>
                <a:ext cx="70388" cy="8779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63" name="墨迹 62"/>
              <p14:cNvContentPartPr/>
              <p14:nvPr/>
            </p14:nvContentPartPr>
            <p14:xfrm>
              <a:off x="6085667" y="1260054"/>
              <a:ext cx="360" cy="131686"/>
            </p14:xfrm>
          </p:contentPart>
        </mc:Choice>
        <mc:Fallback xmlns="">
          <p:pic>
            <p:nvPicPr>
              <p:cNvPr id="63" name="墨迹 62"/>
            </p:nvPicPr>
            <p:blipFill>
              <a:blip/>
            </p:blipFill>
            <p:spPr>
              <a:xfrm>
                <a:off x="6085667" y="1260054"/>
                <a:ext cx="360" cy="131686"/>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64" name="墨迹 63"/>
              <p14:cNvContentPartPr/>
              <p14:nvPr/>
            </p14:nvContentPartPr>
            <p14:xfrm>
              <a:off x="6101166" y="1244561"/>
              <a:ext cx="147880" cy="144597"/>
            </p14:xfrm>
          </p:contentPart>
        </mc:Choice>
        <mc:Fallback xmlns="">
          <p:pic>
            <p:nvPicPr>
              <p:cNvPr id="64" name="墨迹 63"/>
            </p:nvPicPr>
            <p:blipFill>
              <a:blip/>
            </p:blipFill>
            <p:spPr>
              <a:xfrm>
                <a:off x="6101166" y="1244561"/>
                <a:ext cx="147880" cy="144597"/>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65" name="墨迹 64"/>
              <p14:cNvContentPartPr/>
              <p14:nvPr/>
            </p14:nvContentPartPr>
            <p14:xfrm>
              <a:off x="6101811" y="1378829"/>
              <a:ext cx="89761" cy="10329"/>
            </p14:xfrm>
          </p:contentPart>
        </mc:Choice>
        <mc:Fallback xmlns="">
          <p:pic>
            <p:nvPicPr>
              <p:cNvPr id="65" name="墨迹 64"/>
            </p:nvPicPr>
            <p:blipFill>
              <a:blip/>
            </p:blipFill>
            <p:spPr>
              <a:xfrm>
                <a:off x="6101811" y="1378829"/>
                <a:ext cx="89761" cy="10329"/>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66" name="墨迹 65"/>
              <p14:cNvContentPartPr/>
              <p14:nvPr/>
            </p14:nvContentPartPr>
            <p14:xfrm>
              <a:off x="6085667" y="1208412"/>
              <a:ext cx="95573" cy="41313"/>
            </p14:xfrm>
          </p:contentPart>
        </mc:Choice>
        <mc:Fallback xmlns="">
          <p:pic>
            <p:nvPicPr>
              <p:cNvPr id="66" name="墨迹 65"/>
            </p:nvPicPr>
            <p:blipFill>
              <a:blip/>
            </p:blipFill>
            <p:spPr>
              <a:xfrm>
                <a:off x="6085667" y="1208412"/>
                <a:ext cx="95573" cy="41313"/>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67" name="墨迹 66"/>
              <p14:cNvContentPartPr/>
              <p14:nvPr/>
            </p14:nvContentPartPr>
            <p14:xfrm>
              <a:off x="6250337" y="1216158"/>
              <a:ext cx="52307" cy="33567"/>
            </p14:xfrm>
          </p:contentPart>
        </mc:Choice>
        <mc:Fallback xmlns="">
          <p:pic>
            <p:nvPicPr>
              <p:cNvPr id="67" name="墨迹 66"/>
            </p:nvPicPr>
            <p:blipFill>
              <a:blip/>
            </p:blipFill>
            <p:spPr>
              <a:xfrm>
                <a:off x="6250337" y="1216158"/>
                <a:ext cx="52307" cy="33567"/>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68" name="墨迹 67"/>
              <p14:cNvContentPartPr/>
              <p14:nvPr/>
            </p14:nvContentPartPr>
            <p14:xfrm>
              <a:off x="6163159" y="1208412"/>
              <a:ext cx="165315" cy="360"/>
            </p14:xfrm>
          </p:contentPart>
        </mc:Choice>
        <mc:Fallback xmlns="">
          <p:pic>
            <p:nvPicPr>
              <p:cNvPr id="68" name="墨迹 67"/>
            </p:nvPicPr>
            <p:blipFill>
              <a:blip/>
            </p:blipFill>
            <p:spPr>
              <a:xfrm>
                <a:off x="6163159" y="1208412"/>
                <a:ext cx="165315" cy="36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69" name="墨迹 68"/>
              <p14:cNvContentPartPr/>
              <p14:nvPr/>
            </p14:nvContentPartPr>
            <p14:xfrm>
              <a:off x="6307810" y="1221968"/>
              <a:ext cx="10332" cy="120712"/>
            </p14:xfrm>
          </p:contentPart>
        </mc:Choice>
        <mc:Fallback xmlns="">
          <p:pic>
            <p:nvPicPr>
              <p:cNvPr id="69" name="墨迹 68"/>
            </p:nvPicPr>
            <p:blipFill>
              <a:blip/>
            </p:blipFill>
            <p:spPr>
              <a:xfrm>
                <a:off x="6307810" y="1221968"/>
                <a:ext cx="10332" cy="120712"/>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70" name="墨迹 69"/>
              <p14:cNvContentPartPr/>
              <p14:nvPr/>
            </p14:nvContentPartPr>
            <p14:xfrm>
              <a:off x="6231610" y="1340098"/>
              <a:ext cx="58118" cy="43895"/>
            </p14:xfrm>
          </p:contentPart>
        </mc:Choice>
        <mc:Fallback xmlns="">
          <p:pic>
            <p:nvPicPr>
              <p:cNvPr id="70" name="墨迹 69"/>
            </p:nvPicPr>
            <p:blipFill>
              <a:blip/>
            </p:blipFill>
            <p:spPr>
              <a:xfrm>
                <a:off x="6231610" y="1340098"/>
                <a:ext cx="58118" cy="4389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71" name="墨迹 70"/>
              <p14:cNvContentPartPr/>
              <p14:nvPr/>
            </p14:nvContentPartPr>
            <p14:xfrm>
              <a:off x="186641" y="3331542"/>
              <a:ext cx="432629" cy="411809"/>
            </p14:xfrm>
          </p:contentPart>
        </mc:Choice>
        <mc:Fallback xmlns="">
          <p:pic>
            <p:nvPicPr>
              <p:cNvPr id="71" name="墨迹 70"/>
            </p:nvPicPr>
            <p:blipFill>
              <a:blip/>
            </p:blipFill>
            <p:spPr>
              <a:xfrm>
                <a:off x="186641" y="3331542"/>
                <a:ext cx="432629" cy="411809"/>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72" name="墨迹 71"/>
              <p14:cNvContentPartPr/>
              <p14:nvPr/>
            </p14:nvContentPartPr>
            <p14:xfrm>
              <a:off x="843366" y="3368805"/>
              <a:ext cx="140130" cy="24045"/>
            </p14:xfrm>
          </p:contentPart>
        </mc:Choice>
        <mc:Fallback xmlns="">
          <p:pic>
            <p:nvPicPr>
              <p:cNvPr id="72" name="墨迹 71"/>
            </p:nvPicPr>
            <p:blipFill>
              <a:blip/>
            </p:blipFill>
            <p:spPr>
              <a:xfrm>
                <a:off x="843366" y="3368805"/>
                <a:ext cx="140130" cy="2404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73" name="墨迹 72"/>
              <p14:cNvContentPartPr/>
              <p14:nvPr/>
            </p14:nvContentPartPr>
            <p14:xfrm>
              <a:off x="904067" y="3408343"/>
              <a:ext cx="20665" cy="129104"/>
            </p14:xfrm>
          </p:contentPart>
        </mc:Choice>
        <mc:Fallback xmlns="">
          <p:pic>
            <p:nvPicPr>
              <p:cNvPr id="73" name="墨迹 72"/>
            </p:nvPicPr>
            <p:blipFill>
              <a:blip/>
            </p:blipFill>
            <p:spPr>
              <a:xfrm>
                <a:off x="904067" y="3408343"/>
                <a:ext cx="20665" cy="129104"/>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74" name="墨迹 73"/>
              <p14:cNvContentPartPr/>
              <p14:nvPr/>
            </p14:nvContentPartPr>
            <p14:xfrm>
              <a:off x="1012555" y="3439328"/>
              <a:ext cx="80075" cy="69716"/>
            </p14:xfrm>
          </p:contentPart>
        </mc:Choice>
        <mc:Fallback xmlns="">
          <p:pic>
            <p:nvPicPr>
              <p:cNvPr id="74" name="墨迹 73"/>
            </p:nvPicPr>
            <p:blipFill>
              <a:blip/>
            </p:blipFill>
            <p:spPr>
              <a:xfrm>
                <a:off x="1012555" y="3439328"/>
                <a:ext cx="80075" cy="69716"/>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75" name="墨迹 74"/>
              <p14:cNvContentPartPr/>
              <p14:nvPr/>
            </p14:nvContentPartPr>
            <p14:xfrm>
              <a:off x="1136542" y="3418671"/>
              <a:ext cx="59410" cy="10329"/>
            </p14:xfrm>
          </p:contentPart>
        </mc:Choice>
        <mc:Fallback xmlns="">
          <p:pic>
            <p:nvPicPr>
              <p:cNvPr id="75" name="墨迹 74"/>
            </p:nvPicPr>
            <p:blipFill>
              <a:blip/>
            </p:blipFill>
            <p:spPr>
              <a:xfrm>
                <a:off x="1136542" y="3418671"/>
                <a:ext cx="59410" cy="10329"/>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76" name="墨迹 75"/>
              <p14:cNvContentPartPr/>
              <p14:nvPr/>
            </p14:nvContentPartPr>
            <p14:xfrm>
              <a:off x="1183037" y="3392850"/>
              <a:ext cx="134319" cy="111675"/>
            </p14:xfrm>
          </p:contentPart>
        </mc:Choice>
        <mc:Fallback xmlns="">
          <p:pic>
            <p:nvPicPr>
              <p:cNvPr id="76" name="墨迹 75"/>
            </p:nvPicPr>
            <p:blipFill>
              <a:blip/>
            </p:blipFill>
            <p:spPr>
              <a:xfrm>
                <a:off x="1183037" y="3392850"/>
                <a:ext cx="134319" cy="11167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77" name="墨迹 76"/>
              <p14:cNvContentPartPr/>
              <p14:nvPr/>
            </p14:nvContentPartPr>
            <p14:xfrm>
              <a:off x="1350935" y="3410925"/>
              <a:ext cx="46495" cy="46477"/>
            </p14:xfrm>
          </p:contentPart>
        </mc:Choice>
        <mc:Fallback xmlns="">
          <p:pic>
            <p:nvPicPr>
              <p:cNvPr id="77" name="墨迹 76"/>
            </p:nvPicPr>
            <p:blipFill>
              <a:blip/>
            </p:blipFill>
            <p:spPr>
              <a:xfrm>
                <a:off x="1350935" y="3410925"/>
                <a:ext cx="46495" cy="46477"/>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78" name="墨迹 77"/>
              <p14:cNvContentPartPr/>
              <p14:nvPr/>
            </p14:nvContentPartPr>
            <p14:xfrm>
              <a:off x="1753520" y="3492824"/>
              <a:ext cx="11692" cy="223072"/>
            </p14:xfrm>
          </p:contentPart>
        </mc:Choice>
        <mc:Fallback xmlns="">
          <p:pic>
            <p:nvPicPr>
              <p:cNvPr id="78" name="墨迹 77"/>
            </p:nvPicPr>
            <p:blipFill>
              <a:blip/>
            </p:blipFill>
            <p:spPr>
              <a:xfrm>
                <a:off x="1753520" y="3492824"/>
                <a:ext cx="11692" cy="223072"/>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79" name="墨迹 78"/>
              <p14:cNvContentPartPr/>
              <p14:nvPr/>
            </p14:nvContentPartPr>
            <p14:xfrm>
              <a:off x="1780241" y="3447124"/>
              <a:ext cx="909744" cy="315515"/>
            </p14:xfrm>
          </p:contentPart>
        </mc:Choice>
        <mc:Fallback xmlns="">
          <p:pic>
            <p:nvPicPr>
              <p:cNvPr id="79" name="墨迹 78"/>
            </p:nvPicPr>
            <p:blipFill>
              <a:blip/>
            </p:blipFill>
            <p:spPr>
              <a:xfrm>
                <a:off x="1780241" y="3447124"/>
                <a:ext cx="909744" cy="315515"/>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80" name="墨迹 79"/>
              <p14:cNvContentPartPr/>
              <p14:nvPr/>
            </p14:nvContentPartPr>
            <p14:xfrm>
              <a:off x="1766882" y="3670823"/>
              <a:ext cx="6679" cy="131464"/>
            </p14:xfrm>
          </p:contentPart>
        </mc:Choice>
        <mc:Fallback xmlns="">
          <p:pic>
            <p:nvPicPr>
              <p:cNvPr id="80" name="墨迹 79"/>
            </p:nvPicPr>
            <p:blipFill>
              <a:blip/>
            </p:blipFill>
            <p:spPr>
              <a:xfrm>
                <a:off x="1766882" y="3670823"/>
                <a:ext cx="6679" cy="131464"/>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81" name="墨迹 80"/>
              <p14:cNvContentPartPr/>
              <p14:nvPr/>
            </p14:nvContentPartPr>
            <p14:xfrm>
              <a:off x="1773561" y="3777664"/>
              <a:ext cx="895131" cy="10016"/>
            </p14:xfrm>
          </p:contentPart>
        </mc:Choice>
        <mc:Fallback xmlns="">
          <p:pic>
            <p:nvPicPr>
              <p:cNvPr id="81" name="墨迹 80"/>
            </p:nvPicPr>
            <p:blipFill>
              <a:blip/>
            </p:blipFill>
            <p:spPr>
              <a:xfrm>
                <a:off x="1773561" y="3777664"/>
                <a:ext cx="895131" cy="10016"/>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82" name="墨迹 81"/>
              <p14:cNvContentPartPr/>
              <p14:nvPr/>
            </p14:nvContentPartPr>
            <p14:xfrm>
              <a:off x="1928986" y="3533688"/>
              <a:ext cx="98658" cy="10957"/>
            </p14:xfrm>
          </p:contentPart>
        </mc:Choice>
        <mc:Fallback xmlns="">
          <p:pic>
            <p:nvPicPr>
              <p:cNvPr id="82" name="墨迹 81"/>
            </p:nvPicPr>
            <p:blipFill>
              <a:blip/>
            </p:blipFill>
            <p:spPr>
              <a:xfrm>
                <a:off x="1928986" y="3533688"/>
                <a:ext cx="98658" cy="10957"/>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83" name="墨迹 82"/>
              <p14:cNvContentPartPr/>
              <p14:nvPr/>
            </p14:nvContentPartPr>
            <p14:xfrm>
              <a:off x="1944583" y="3556412"/>
              <a:ext cx="30605" cy="155320"/>
            </p14:xfrm>
          </p:contentPart>
        </mc:Choice>
        <mc:Fallback xmlns="">
          <p:pic>
            <p:nvPicPr>
              <p:cNvPr id="83" name="墨迹 82"/>
            </p:nvPicPr>
            <p:blipFill>
              <a:blip/>
            </p:blipFill>
            <p:spPr>
              <a:xfrm>
                <a:off x="1944583" y="3556412"/>
                <a:ext cx="30605" cy="155320"/>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84" name="墨迹 83"/>
              <p14:cNvContentPartPr/>
              <p14:nvPr/>
            </p14:nvContentPartPr>
            <p14:xfrm>
              <a:off x="1958709" y="3627012"/>
              <a:ext cx="97699" cy="11767"/>
            </p14:xfrm>
          </p:contentPart>
        </mc:Choice>
        <mc:Fallback xmlns="">
          <p:pic>
            <p:nvPicPr>
              <p:cNvPr id="84" name="墨迹 83"/>
            </p:nvPicPr>
            <p:blipFill>
              <a:blip/>
            </p:blipFill>
            <p:spPr>
              <a:xfrm>
                <a:off x="1958709" y="3627012"/>
                <a:ext cx="97699" cy="11767"/>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85" name="墨迹 84"/>
              <p14:cNvContentPartPr/>
              <p14:nvPr/>
            </p14:nvContentPartPr>
            <p14:xfrm>
              <a:off x="2102315" y="3548764"/>
              <a:ext cx="52971" cy="145024"/>
            </p14:xfrm>
          </p:contentPart>
        </mc:Choice>
        <mc:Fallback xmlns="">
          <p:pic>
            <p:nvPicPr>
              <p:cNvPr id="85" name="墨迹 84"/>
            </p:nvPicPr>
            <p:blipFill>
              <a:blip/>
            </p:blipFill>
            <p:spPr>
              <a:xfrm>
                <a:off x="2102315" y="3548764"/>
                <a:ext cx="52971" cy="145024"/>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86" name="墨迹 85"/>
              <p14:cNvContentPartPr/>
              <p14:nvPr/>
            </p14:nvContentPartPr>
            <p14:xfrm>
              <a:off x="2191776" y="3603479"/>
              <a:ext cx="41566" cy="71997"/>
            </p14:xfrm>
          </p:contentPart>
        </mc:Choice>
        <mc:Fallback xmlns="">
          <p:pic>
            <p:nvPicPr>
              <p:cNvPr id="86" name="墨迹 85"/>
            </p:nvPicPr>
            <p:blipFill>
              <a:blip/>
            </p:blipFill>
            <p:spPr>
              <a:xfrm>
                <a:off x="2191776" y="3603479"/>
                <a:ext cx="41566" cy="71997"/>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87" name="墨迹 86"/>
              <p14:cNvContentPartPr/>
              <p14:nvPr/>
            </p14:nvContentPartPr>
            <p14:xfrm>
              <a:off x="2302424" y="3567002"/>
              <a:ext cx="125951" cy="107077"/>
            </p14:xfrm>
          </p:contentPart>
        </mc:Choice>
        <mc:Fallback xmlns="">
          <p:pic>
            <p:nvPicPr>
              <p:cNvPr id="87" name="墨迹 86"/>
            </p:nvPicPr>
            <p:blipFill>
              <a:blip/>
            </p:blipFill>
            <p:spPr>
              <a:xfrm>
                <a:off x="2302424" y="3567002"/>
                <a:ext cx="125951" cy="107077"/>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88" name="墨迹 87"/>
              <p14:cNvContentPartPr/>
              <p14:nvPr/>
            </p14:nvContentPartPr>
            <p14:xfrm>
              <a:off x="3957438" y="3436393"/>
              <a:ext cx="1556136" cy="294166"/>
            </p14:xfrm>
          </p:contentPart>
        </mc:Choice>
        <mc:Fallback xmlns="">
          <p:pic>
            <p:nvPicPr>
              <p:cNvPr id="88" name="墨迹 87"/>
            </p:nvPicPr>
            <p:blipFill>
              <a:blip/>
            </p:blipFill>
            <p:spPr>
              <a:xfrm>
                <a:off x="3957438" y="3436393"/>
                <a:ext cx="1556136" cy="294166"/>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89" name="墨迹 88"/>
              <p14:cNvContentPartPr/>
              <p14:nvPr/>
            </p14:nvContentPartPr>
            <p14:xfrm>
              <a:off x="3988043" y="3438746"/>
              <a:ext cx="1617346" cy="298872"/>
            </p14:xfrm>
          </p:contentPart>
        </mc:Choice>
        <mc:Fallback xmlns="">
          <p:pic>
            <p:nvPicPr>
              <p:cNvPr id="89" name="墨迹 88"/>
            </p:nvPicPr>
            <p:blipFill>
              <a:blip/>
            </p:blipFill>
            <p:spPr>
              <a:xfrm>
                <a:off x="3988043" y="3438746"/>
                <a:ext cx="1617346" cy="298872"/>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90" name="墨迹 89"/>
              <p14:cNvContentPartPr/>
              <p14:nvPr/>
            </p14:nvContentPartPr>
            <p14:xfrm>
              <a:off x="5141608" y="3467868"/>
              <a:ext cx="25898" cy="234377"/>
            </p14:xfrm>
          </p:contentPart>
        </mc:Choice>
        <mc:Fallback xmlns="">
          <p:pic>
            <p:nvPicPr>
              <p:cNvPr id="90" name="墨迹 89"/>
            </p:nvPicPr>
            <p:blipFill>
              <a:blip/>
            </p:blipFill>
            <p:spPr>
              <a:xfrm>
                <a:off x="5141608" y="3467868"/>
                <a:ext cx="25898" cy="234377"/>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91" name="墨迹 90"/>
              <p14:cNvContentPartPr/>
              <p14:nvPr/>
            </p14:nvContentPartPr>
            <p14:xfrm>
              <a:off x="5209882" y="3549352"/>
              <a:ext cx="55324" cy="95898"/>
            </p14:xfrm>
          </p:contentPart>
        </mc:Choice>
        <mc:Fallback xmlns="">
          <p:pic>
            <p:nvPicPr>
              <p:cNvPr id="91" name="墨迹 90"/>
            </p:nvPicPr>
            <p:blipFill>
              <a:blip/>
            </p:blipFill>
            <p:spPr>
              <a:xfrm>
                <a:off x="5209882" y="3549352"/>
                <a:ext cx="55324" cy="95898"/>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92" name="墨迹 91"/>
              <p14:cNvContentPartPr/>
              <p14:nvPr/>
            </p14:nvContentPartPr>
            <p14:xfrm>
              <a:off x="5268737" y="3569061"/>
              <a:ext cx="57677" cy="61849"/>
            </p14:xfrm>
          </p:contentPart>
        </mc:Choice>
        <mc:Fallback xmlns="">
          <p:pic>
            <p:nvPicPr>
              <p:cNvPr id="92" name="墨迹 91"/>
            </p:nvPicPr>
            <p:blipFill>
              <a:blip/>
            </p:blipFill>
            <p:spPr>
              <a:xfrm>
                <a:off x="5268737" y="3569061"/>
                <a:ext cx="57677" cy="61849"/>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93" name="墨迹 92"/>
              <p14:cNvContentPartPr/>
              <p14:nvPr/>
            </p14:nvContentPartPr>
            <p14:xfrm>
              <a:off x="5344662" y="3582299"/>
              <a:ext cx="52380" cy="55303"/>
            </p14:xfrm>
          </p:contentPart>
        </mc:Choice>
        <mc:Fallback xmlns="">
          <p:pic>
            <p:nvPicPr>
              <p:cNvPr id="93" name="墨迹 92"/>
            </p:nvPicPr>
            <p:blipFill>
              <a:blip/>
            </p:blipFill>
            <p:spPr>
              <a:xfrm>
                <a:off x="5344662" y="3582299"/>
                <a:ext cx="52380" cy="55303"/>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94" name="墨迹 93"/>
              <p14:cNvContentPartPr/>
              <p14:nvPr/>
            </p14:nvContentPartPr>
            <p14:xfrm>
              <a:off x="5412344" y="3522289"/>
              <a:ext cx="68272" cy="122593"/>
            </p14:xfrm>
          </p:contentPart>
        </mc:Choice>
        <mc:Fallback xmlns="">
          <p:pic>
            <p:nvPicPr>
              <p:cNvPr id="94" name="墨迹 93"/>
            </p:nvPicPr>
            <p:blipFill>
              <a:blip/>
            </p:blipFill>
            <p:spPr>
              <a:xfrm>
                <a:off x="5412344" y="3522289"/>
                <a:ext cx="68272" cy="122593"/>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95" name="墨迹 94"/>
              <p14:cNvContentPartPr/>
              <p14:nvPr/>
            </p14:nvContentPartPr>
            <p14:xfrm>
              <a:off x="4101044" y="3563472"/>
              <a:ext cx="587748" cy="20003"/>
            </p14:xfrm>
          </p:contentPart>
        </mc:Choice>
        <mc:Fallback xmlns="">
          <p:pic>
            <p:nvPicPr>
              <p:cNvPr id="95" name="墨迹 94"/>
            </p:nvPicPr>
            <p:blipFill>
              <a:blip/>
            </p:blipFill>
            <p:spPr>
              <a:xfrm>
                <a:off x="4101044" y="3563472"/>
                <a:ext cx="587748" cy="20003"/>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96" name="墨迹 95"/>
              <p14:cNvContentPartPr/>
              <p14:nvPr/>
            </p14:nvContentPartPr>
            <p14:xfrm>
              <a:off x="734515" y="3572886"/>
              <a:ext cx="649764" cy="28239"/>
            </p14:xfrm>
          </p:contentPart>
        </mc:Choice>
        <mc:Fallback xmlns="">
          <p:pic>
            <p:nvPicPr>
              <p:cNvPr id="96" name="墨迹 95"/>
            </p:nvPicPr>
            <p:blipFill>
              <a:blip/>
            </p:blipFill>
            <p:spPr>
              <a:xfrm>
                <a:off x="734515" y="3572886"/>
                <a:ext cx="649764" cy="28239"/>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97" name="墨迹 96"/>
              <p14:cNvContentPartPr/>
              <p14:nvPr/>
            </p14:nvContentPartPr>
            <p14:xfrm>
              <a:off x="737680" y="3674667"/>
              <a:ext cx="20377" cy="65305"/>
            </p14:xfrm>
          </p:contentPart>
        </mc:Choice>
        <mc:Fallback xmlns="">
          <p:pic>
            <p:nvPicPr>
              <p:cNvPr id="97" name="墨迹 96"/>
            </p:nvPicPr>
            <p:blipFill>
              <a:blip/>
            </p:blipFill>
            <p:spPr>
              <a:xfrm>
                <a:off x="737680" y="3674667"/>
                <a:ext cx="20377" cy="65305"/>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98" name="墨迹 97"/>
              <p14:cNvContentPartPr/>
              <p14:nvPr/>
            </p14:nvContentPartPr>
            <p14:xfrm>
              <a:off x="793367" y="3686434"/>
              <a:ext cx="4712" cy="51184"/>
            </p14:xfrm>
          </p:contentPart>
        </mc:Choice>
        <mc:Fallback xmlns="">
          <p:pic>
            <p:nvPicPr>
              <p:cNvPr id="98" name="墨迹 97"/>
            </p:nvPicPr>
            <p:blipFill>
              <a:blip/>
            </p:blipFill>
            <p:spPr>
              <a:xfrm>
                <a:off x="793367" y="3686434"/>
                <a:ext cx="4712" cy="51184"/>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99" name="墨迹 98"/>
              <p14:cNvContentPartPr/>
              <p14:nvPr/>
            </p14:nvContentPartPr>
            <p14:xfrm>
              <a:off x="826329" y="3677021"/>
              <a:ext cx="45907" cy="62951"/>
            </p14:xfrm>
          </p:contentPart>
        </mc:Choice>
        <mc:Fallback xmlns="">
          <p:pic>
            <p:nvPicPr>
              <p:cNvPr id="99" name="墨迹 98"/>
            </p:nvPicPr>
            <p:blipFill>
              <a:blip/>
            </p:blipFill>
            <p:spPr>
              <a:xfrm>
                <a:off x="826329" y="3677021"/>
                <a:ext cx="45907" cy="62951"/>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100" name="墨迹 99"/>
              <p14:cNvContentPartPr/>
              <p14:nvPr/>
            </p14:nvContentPartPr>
            <p14:xfrm>
              <a:off x="898868" y="3676432"/>
              <a:ext cx="34579" cy="54715"/>
            </p14:xfrm>
          </p:contentPart>
        </mc:Choice>
        <mc:Fallback xmlns="">
          <p:pic>
            <p:nvPicPr>
              <p:cNvPr id="100" name="墨迹 99"/>
            </p:nvPicPr>
            <p:blipFill>
              <a:blip/>
            </p:blipFill>
            <p:spPr>
              <a:xfrm>
                <a:off x="898868" y="3676432"/>
                <a:ext cx="34579" cy="5471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01" name="墨迹 100"/>
              <p14:cNvContentPartPr/>
              <p14:nvPr/>
            </p14:nvContentPartPr>
            <p14:xfrm>
              <a:off x="1017020" y="3674079"/>
              <a:ext cx="60034" cy="51773"/>
            </p14:xfrm>
          </p:contentPart>
        </mc:Choice>
        <mc:Fallback xmlns="">
          <p:pic>
            <p:nvPicPr>
              <p:cNvPr id="101" name="墨迹 100"/>
            </p:nvPicPr>
            <p:blipFill>
              <a:blip/>
            </p:blipFill>
            <p:spPr>
              <a:xfrm>
                <a:off x="1017020" y="3674079"/>
                <a:ext cx="60034" cy="51773"/>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102" name="墨迹 101"/>
              <p14:cNvContentPartPr/>
              <p14:nvPr/>
            </p14:nvContentPartPr>
            <p14:xfrm>
              <a:off x="1033500" y="3677609"/>
              <a:ext cx="23542" cy="63540"/>
            </p14:xfrm>
          </p:contentPart>
        </mc:Choice>
        <mc:Fallback xmlns="">
          <p:pic>
            <p:nvPicPr>
              <p:cNvPr id="102" name="墨迹 101"/>
            </p:nvPicPr>
            <p:blipFill>
              <a:blip/>
            </p:blipFill>
            <p:spPr>
              <a:xfrm>
                <a:off x="1033500" y="3677609"/>
                <a:ext cx="23542" cy="6354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03" name="墨迹 102"/>
              <p14:cNvContentPartPr/>
              <p14:nvPr/>
            </p14:nvContentPartPr>
            <p14:xfrm>
              <a:off x="969938" y="3742325"/>
              <a:ext cx="4707" cy="8237"/>
            </p14:xfrm>
          </p:contentPart>
        </mc:Choice>
        <mc:Fallback xmlns="">
          <p:pic>
            <p:nvPicPr>
              <p:cNvPr id="103" name="墨迹 102"/>
            </p:nvPicPr>
            <p:blipFill>
              <a:blip/>
            </p:blipFill>
            <p:spPr>
              <a:xfrm>
                <a:off x="969938" y="3742325"/>
                <a:ext cx="4707" cy="8237"/>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104" name="墨迹 103"/>
              <p14:cNvContentPartPr/>
              <p14:nvPr/>
            </p14:nvContentPartPr>
            <p14:xfrm>
              <a:off x="1119061" y="3679815"/>
              <a:ext cx="24279" cy="66408"/>
            </p14:xfrm>
          </p:contentPart>
        </mc:Choice>
        <mc:Fallback xmlns="">
          <p:pic>
            <p:nvPicPr>
              <p:cNvPr id="104" name="墨迹 103"/>
            </p:nvPicPr>
            <p:blipFill>
              <a:blip/>
            </p:blipFill>
            <p:spPr>
              <a:xfrm>
                <a:off x="1119061" y="3679815"/>
                <a:ext cx="24279" cy="66408"/>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05" name="墨迹 104"/>
              <p14:cNvContentPartPr/>
              <p14:nvPr/>
            </p14:nvContentPartPr>
            <p14:xfrm>
              <a:off x="1146503" y="3683566"/>
              <a:ext cx="60033" cy="66996"/>
            </p14:xfrm>
          </p:contentPart>
        </mc:Choice>
        <mc:Fallback xmlns="">
          <p:pic>
            <p:nvPicPr>
              <p:cNvPr id="105" name="墨迹 104"/>
            </p:nvPicPr>
            <p:blipFill>
              <a:blip/>
            </p:blipFill>
            <p:spPr>
              <a:xfrm>
                <a:off x="1146503" y="3683566"/>
                <a:ext cx="60033" cy="66996"/>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106" name="墨迹 105"/>
              <p14:cNvContentPartPr/>
              <p14:nvPr/>
            </p14:nvContentPartPr>
            <p14:xfrm>
              <a:off x="1264801" y="3674079"/>
              <a:ext cx="46498" cy="76483"/>
            </p14:xfrm>
          </p:contentPart>
        </mc:Choice>
        <mc:Fallback xmlns="">
          <p:pic>
            <p:nvPicPr>
              <p:cNvPr id="106" name="墨迹 105"/>
            </p:nvPicPr>
            <p:blipFill>
              <a:blip/>
            </p:blipFill>
            <p:spPr>
              <a:xfrm>
                <a:off x="1264801" y="3674079"/>
                <a:ext cx="46498" cy="76483"/>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07" name="墨迹 106"/>
              <p14:cNvContentPartPr/>
              <p14:nvPr/>
            </p14:nvContentPartPr>
            <p14:xfrm>
              <a:off x="1316006" y="3703495"/>
              <a:ext cx="30605" cy="8237"/>
            </p14:xfrm>
          </p:contentPart>
        </mc:Choice>
        <mc:Fallback xmlns="">
          <p:pic>
            <p:nvPicPr>
              <p:cNvPr id="107" name="墨迹 106"/>
            </p:nvPicPr>
            <p:blipFill>
              <a:blip/>
            </p:blipFill>
            <p:spPr>
              <a:xfrm>
                <a:off x="1316006" y="3703495"/>
                <a:ext cx="30605" cy="8237"/>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08" name="墨迹 107"/>
              <p14:cNvContentPartPr/>
              <p14:nvPr/>
            </p14:nvContentPartPr>
            <p14:xfrm>
              <a:off x="1334841" y="3694965"/>
              <a:ext cx="18834" cy="60672"/>
            </p14:xfrm>
          </p:contentPart>
        </mc:Choice>
        <mc:Fallback xmlns="">
          <p:pic>
            <p:nvPicPr>
              <p:cNvPr id="108" name="墨迹 107"/>
            </p:nvPicPr>
            <p:blipFill>
              <a:blip/>
            </p:blipFill>
            <p:spPr>
              <a:xfrm>
                <a:off x="1334841" y="3694965"/>
                <a:ext cx="18834" cy="60672"/>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09" name="墨迹 108"/>
              <p14:cNvContentPartPr/>
              <p14:nvPr/>
            </p14:nvContentPartPr>
            <p14:xfrm>
              <a:off x="1365445" y="3675035"/>
              <a:ext cx="153025" cy="76703"/>
            </p14:xfrm>
          </p:contentPart>
        </mc:Choice>
        <mc:Fallback xmlns="">
          <p:pic>
            <p:nvPicPr>
              <p:cNvPr id="109" name="墨迹 108"/>
            </p:nvPicPr>
            <p:blipFill>
              <a:blip/>
            </p:blipFill>
            <p:spPr>
              <a:xfrm>
                <a:off x="1365445" y="3675035"/>
                <a:ext cx="153025" cy="76703"/>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10" name="墨迹 109"/>
              <p14:cNvContentPartPr/>
              <p14:nvPr/>
            </p14:nvContentPartPr>
            <p14:xfrm>
              <a:off x="1523177" y="3710408"/>
              <a:ext cx="30018" cy="43684"/>
            </p14:xfrm>
          </p:contentPart>
        </mc:Choice>
        <mc:Fallback xmlns="">
          <p:pic>
            <p:nvPicPr>
              <p:cNvPr id="110" name="墨迹 109"/>
            </p:nvPicPr>
            <p:blipFill>
              <a:blip/>
            </p:blipFill>
            <p:spPr>
              <a:xfrm>
                <a:off x="1523177" y="3710408"/>
                <a:ext cx="30018" cy="43684"/>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11" name="墨迹 110"/>
              <p14:cNvContentPartPr/>
              <p14:nvPr/>
            </p14:nvContentPartPr>
            <p14:xfrm>
              <a:off x="1575779" y="3697612"/>
              <a:ext cx="25089" cy="50597"/>
            </p14:xfrm>
          </p:contentPart>
        </mc:Choice>
        <mc:Fallback xmlns="">
          <p:pic>
            <p:nvPicPr>
              <p:cNvPr id="111" name="墨迹 110"/>
            </p:nvPicPr>
            <p:blipFill>
              <a:blip/>
            </p:blipFill>
            <p:spPr>
              <a:xfrm>
                <a:off x="1575779" y="3697612"/>
                <a:ext cx="25089" cy="50597"/>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12" name="墨迹 111"/>
              <p14:cNvContentPartPr/>
              <p14:nvPr/>
            </p14:nvContentPartPr>
            <p14:xfrm>
              <a:off x="1348965" y="3561119"/>
              <a:ext cx="244840" cy="11766"/>
            </p14:xfrm>
          </p:contentPart>
        </mc:Choice>
        <mc:Fallback xmlns="">
          <p:pic>
            <p:nvPicPr>
              <p:cNvPr id="112" name="墨迹 111"/>
            </p:nvPicPr>
            <p:blipFill>
              <a:blip/>
            </p:blipFill>
            <p:spPr>
              <a:xfrm>
                <a:off x="1348965" y="3561119"/>
                <a:ext cx="244840" cy="11766"/>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13" name="墨迹 112"/>
              <p14:cNvContentPartPr/>
              <p14:nvPr/>
            </p14:nvContentPartPr>
            <p14:xfrm>
              <a:off x="214234" y="4029432"/>
              <a:ext cx="63562" cy="111783"/>
            </p14:xfrm>
          </p:contentPart>
        </mc:Choice>
        <mc:Fallback xmlns="">
          <p:pic>
            <p:nvPicPr>
              <p:cNvPr id="113" name="墨迹 112"/>
            </p:nvPicPr>
            <p:blipFill>
              <a:blip/>
            </p:blipFill>
            <p:spPr>
              <a:xfrm>
                <a:off x="214234" y="4029432"/>
                <a:ext cx="63562" cy="111783"/>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14" name="墨迹 113"/>
              <p14:cNvContentPartPr/>
              <p14:nvPr/>
            </p14:nvContentPartPr>
            <p14:xfrm>
              <a:off x="258080" y="4027078"/>
              <a:ext cx="137429" cy="101194"/>
            </p14:xfrm>
          </p:contentPart>
        </mc:Choice>
        <mc:Fallback xmlns="">
          <p:pic>
            <p:nvPicPr>
              <p:cNvPr id="114" name="墨迹 113"/>
            </p:nvPicPr>
            <p:blipFill>
              <a:blip/>
            </p:blipFill>
            <p:spPr>
              <a:xfrm>
                <a:off x="258080" y="4027078"/>
                <a:ext cx="137429" cy="101194"/>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15" name="墨迹 114"/>
              <p14:cNvContentPartPr/>
              <p14:nvPr/>
            </p14:nvContentPartPr>
            <p14:xfrm>
              <a:off x="607385" y="4025313"/>
              <a:ext cx="11772" cy="25299"/>
            </p14:xfrm>
          </p:contentPart>
        </mc:Choice>
        <mc:Fallback xmlns="">
          <p:pic>
            <p:nvPicPr>
              <p:cNvPr id="115" name="墨迹 114"/>
            </p:nvPicPr>
            <p:blipFill>
              <a:blip/>
            </p:blipFill>
            <p:spPr>
              <a:xfrm>
                <a:off x="607385" y="4025313"/>
                <a:ext cx="11772" cy="25299"/>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16" name="墨迹 115"/>
              <p14:cNvContentPartPr/>
              <p14:nvPr/>
            </p14:nvContentPartPr>
            <p14:xfrm>
              <a:off x="585318" y="4023548"/>
              <a:ext cx="76217" cy="140318"/>
            </p14:xfrm>
          </p:contentPart>
        </mc:Choice>
        <mc:Fallback xmlns="">
          <p:pic>
            <p:nvPicPr>
              <p:cNvPr id="116" name="墨迹 115"/>
            </p:nvPicPr>
            <p:blipFill>
              <a:blip/>
            </p:blipFill>
            <p:spPr>
              <a:xfrm>
                <a:off x="585318" y="4023548"/>
                <a:ext cx="76217" cy="140318"/>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117" name="墨迹 116"/>
              <p14:cNvContentPartPr/>
              <p14:nvPr/>
            </p14:nvContentPartPr>
            <p14:xfrm>
              <a:off x="679193" y="4097016"/>
              <a:ext cx="47083" cy="64202"/>
            </p14:xfrm>
          </p:contentPart>
        </mc:Choice>
        <mc:Fallback xmlns="">
          <p:pic>
            <p:nvPicPr>
              <p:cNvPr id="117" name="墨迹 116"/>
            </p:nvPicPr>
            <p:blipFill>
              <a:blip/>
            </p:blipFill>
            <p:spPr>
              <a:xfrm>
                <a:off x="679193" y="4097016"/>
                <a:ext cx="47083" cy="64202"/>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18" name="墨迹 117"/>
              <p14:cNvContentPartPr/>
              <p14:nvPr/>
            </p14:nvContentPartPr>
            <p14:xfrm>
              <a:off x="761588" y="4095325"/>
              <a:ext cx="45908" cy="58833"/>
            </p14:xfrm>
          </p:contentPart>
        </mc:Choice>
        <mc:Fallback xmlns="">
          <p:pic>
            <p:nvPicPr>
              <p:cNvPr id="118" name="墨迹 117"/>
            </p:nvPicPr>
            <p:blipFill>
              <a:blip/>
            </p:blipFill>
            <p:spPr>
              <a:xfrm>
                <a:off x="761588" y="4095325"/>
                <a:ext cx="45908" cy="58833"/>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119" name="墨迹 118"/>
              <p14:cNvContentPartPr/>
              <p14:nvPr/>
            </p14:nvContentPartPr>
            <p14:xfrm>
              <a:off x="840455" y="4095325"/>
              <a:ext cx="71803" cy="11766"/>
            </p14:xfrm>
          </p:contentPart>
        </mc:Choice>
        <mc:Fallback xmlns="">
          <p:pic>
            <p:nvPicPr>
              <p:cNvPr id="119" name="墨迹 118"/>
            </p:nvPicPr>
            <p:blipFill>
              <a:blip/>
            </p:blipFill>
            <p:spPr>
              <a:xfrm>
                <a:off x="840455" y="4095325"/>
                <a:ext cx="71803" cy="11766"/>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20" name="墨迹 119"/>
              <p14:cNvContentPartPr/>
              <p14:nvPr/>
            </p14:nvContentPartPr>
            <p14:xfrm>
              <a:off x="878123" y="4068776"/>
              <a:ext cx="115357" cy="87735"/>
            </p14:xfrm>
          </p:contentPart>
        </mc:Choice>
        <mc:Fallback xmlns="">
          <p:pic>
            <p:nvPicPr>
              <p:cNvPr id="120" name="墨迹 119"/>
            </p:nvPicPr>
            <p:blipFill>
              <a:blip/>
            </p:blipFill>
            <p:spPr>
              <a:xfrm>
                <a:off x="878123" y="4068776"/>
                <a:ext cx="115357" cy="8773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121" name="墨迹 120"/>
              <p14:cNvContentPartPr/>
              <p14:nvPr/>
            </p14:nvContentPartPr>
            <p14:xfrm>
              <a:off x="1024966" y="4107092"/>
              <a:ext cx="35608" cy="50670"/>
            </p14:xfrm>
          </p:contentPart>
        </mc:Choice>
        <mc:Fallback xmlns="">
          <p:pic>
            <p:nvPicPr>
              <p:cNvPr id="121" name="墨迹 120"/>
            </p:nvPicPr>
            <p:blipFill>
              <a:blip/>
            </p:blipFill>
            <p:spPr>
              <a:xfrm>
                <a:off x="1024966" y="4107092"/>
                <a:ext cx="35608" cy="50670"/>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22" name="墨迹 121"/>
              <p14:cNvContentPartPr/>
              <p14:nvPr/>
            </p14:nvContentPartPr>
            <p14:xfrm>
              <a:off x="1098538" y="4103267"/>
              <a:ext cx="39724" cy="57951"/>
            </p14:xfrm>
          </p:contentPart>
        </mc:Choice>
        <mc:Fallback xmlns="">
          <p:pic>
            <p:nvPicPr>
              <p:cNvPr id="122" name="墨迹 121"/>
            </p:nvPicPr>
            <p:blipFill>
              <a:blip/>
            </p:blipFill>
            <p:spPr>
              <a:xfrm>
                <a:off x="1098538" y="4103267"/>
                <a:ext cx="39724" cy="57951"/>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123" name="墨迹 122"/>
              <p14:cNvContentPartPr/>
              <p14:nvPr/>
            </p14:nvContentPartPr>
            <p14:xfrm>
              <a:off x="1424300" y="4048258"/>
              <a:ext cx="18835" cy="141494"/>
            </p14:xfrm>
          </p:contentPart>
        </mc:Choice>
        <mc:Fallback xmlns="">
          <p:pic>
            <p:nvPicPr>
              <p:cNvPr id="123" name="墨迹 122"/>
            </p:nvPicPr>
            <p:blipFill>
              <a:blip/>
            </p:blipFill>
            <p:spPr>
              <a:xfrm>
                <a:off x="1424300" y="4048258"/>
                <a:ext cx="18835" cy="141494"/>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24" name="墨迹 123"/>
              <p14:cNvContentPartPr/>
              <p14:nvPr/>
            </p14:nvContentPartPr>
            <p14:xfrm>
              <a:off x="1434819" y="4046494"/>
              <a:ext cx="68347" cy="108841"/>
            </p14:xfrm>
          </p:contentPart>
        </mc:Choice>
        <mc:Fallback xmlns="">
          <p:pic>
            <p:nvPicPr>
              <p:cNvPr id="124" name="墨迹 123"/>
            </p:nvPicPr>
            <p:blipFill>
              <a:blip/>
            </p:blipFill>
            <p:spPr>
              <a:xfrm>
                <a:off x="1434819" y="4046494"/>
                <a:ext cx="68347" cy="108841"/>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125" name="墨迹 124"/>
              <p14:cNvContentPartPr/>
              <p14:nvPr/>
            </p14:nvContentPartPr>
            <p14:xfrm>
              <a:off x="1524282" y="4114151"/>
              <a:ext cx="33254" cy="51774"/>
            </p14:xfrm>
          </p:contentPart>
        </mc:Choice>
        <mc:Fallback xmlns="">
          <p:pic>
            <p:nvPicPr>
              <p:cNvPr id="125" name="墨迹 124"/>
            </p:nvPicPr>
            <p:blipFill>
              <a:blip/>
            </p:blipFill>
            <p:spPr>
              <a:xfrm>
                <a:off x="1524282" y="4114151"/>
                <a:ext cx="33254" cy="51774"/>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26" name="墨迹 125"/>
              <p14:cNvContentPartPr/>
              <p14:nvPr/>
            </p14:nvContentPartPr>
            <p14:xfrm>
              <a:off x="1607192" y="4107092"/>
              <a:ext cx="129334" cy="72953"/>
            </p14:xfrm>
          </p:contentPart>
        </mc:Choice>
        <mc:Fallback xmlns="">
          <p:pic>
            <p:nvPicPr>
              <p:cNvPr id="126" name="墨迹 125"/>
            </p:nvPicPr>
            <p:blipFill>
              <a:blip/>
            </p:blipFill>
            <p:spPr>
              <a:xfrm>
                <a:off x="1607192" y="4107092"/>
                <a:ext cx="129334" cy="72953"/>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127" name="墨迹 126"/>
              <p14:cNvContentPartPr/>
              <p14:nvPr/>
            </p14:nvContentPartPr>
            <p14:xfrm>
              <a:off x="1749182" y="4114151"/>
              <a:ext cx="101233" cy="54127"/>
            </p14:xfrm>
          </p:contentPart>
        </mc:Choice>
        <mc:Fallback xmlns="">
          <p:pic>
            <p:nvPicPr>
              <p:cNvPr id="127" name="墨迹 126"/>
            </p:nvPicPr>
            <p:blipFill>
              <a:blip/>
            </p:blipFill>
            <p:spPr>
              <a:xfrm>
                <a:off x="1749182" y="4114151"/>
                <a:ext cx="101233" cy="54127"/>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28" name="墨迹 127"/>
              <p14:cNvContentPartPr/>
              <p14:nvPr/>
            </p14:nvContentPartPr>
            <p14:xfrm>
              <a:off x="1881974" y="4116505"/>
              <a:ext cx="87327" cy="40301"/>
            </p14:xfrm>
          </p:contentPart>
        </mc:Choice>
        <mc:Fallback xmlns="">
          <p:pic>
            <p:nvPicPr>
              <p:cNvPr id="128" name="墨迹 127"/>
            </p:nvPicPr>
            <p:blipFill>
              <a:blip/>
            </p:blipFill>
            <p:spPr>
              <a:xfrm>
                <a:off x="1881974" y="4116505"/>
                <a:ext cx="87327" cy="40301"/>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129" name="墨迹 128"/>
              <p14:cNvContentPartPr/>
              <p14:nvPr/>
            </p14:nvContentPartPr>
            <p14:xfrm>
              <a:off x="1994021" y="4121212"/>
              <a:ext cx="37666" cy="32137"/>
            </p14:xfrm>
          </p:contentPart>
        </mc:Choice>
        <mc:Fallback xmlns="">
          <p:pic>
            <p:nvPicPr>
              <p:cNvPr id="129" name="墨迹 128"/>
            </p:nvPicPr>
            <p:blipFill>
              <a:blip/>
            </p:blipFill>
            <p:spPr>
              <a:xfrm>
                <a:off x="1994021" y="4121212"/>
                <a:ext cx="37666" cy="32137"/>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30" name="墨迹 129"/>
              <p14:cNvContentPartPr/>
              <p14:nvPr/>
            </p14:nvContentPartPr>
            <p14:xfrm>
              <a:off x="2051406" y="4041787"/>
              <a:ext cx="69155" cy="122078"/>
            </p14:xfrm>
          </p:contentPart>
        </mc:Choice>
        <mc:Fallback xmlns="">
          <p:pic>
            <p:nvPicPr>
              <p:cNvPr id="130" name="墨迹 129"/>
            </p:nvPicPr>
            <p:blipFill>
              <a:blip/>
            </p:blipFill>
            <p:spPr>
              <a:xfrm>
                <a:off x="2051406" y="4041787"/>
                <a:ext cx="69155" cy="122078"/>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131" name="墨迹 130"/>
              <p14:cNvContentPartPr/>
              <p14:nvPr/>
            </p14:nvContentPartPr>
            <p14:xfrm>
              <a:off x="6482100" y="1190488"/>
              <a:ext cx="95954" cy="201038"/>
            </p14:xfrm>
          </p:contentPart>
        </mc:Choice>
        <mc:Fallback xmlns="">
          <p:pic>
            <p:nvPicPr>
              <p:cNvPr id="131" name="墨迹 130"/>
            </p:nvPicPr>
            <p:blipFill>
              <a:blip/>
            </p:blipFill>
            <p:spPr>
              <a:xfrm>
                <a:off x="6482100" y="1190488"/>
                <a:ext cx="95954" cy="201038"/>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32" name="墨迹 131"/>
              <p14:cNvContentPartPr/>
              <p14:nvPr/>
            </p14:nvContentPartPr>
            <p14:xfrm>
              <a:off x="6590124" y="1304807"/>
              <a:ext cx="94751" cy="78726"/>
            </p14:xfrm>
          </p:contentPart>
        </mc:Choice>
        <mc:Fallback xmlns="">
          <p:pic>
            <p:nvPicPr>
              <p:cNvPr id="132" name="墨迹 131"/>
            </p:nvPicPr>
            <p:blipFill>
              <a:blip/>
            </p:blipFill>
            <p:spPr>
              <a:xfrm>
                <a:off x="6590124" y="1304807"/>
                <a:ext cx="94751" cy="78726"/>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133" name="墨迹 132"/>
              <p14:cNvContentPartPr/>
              <p14:nvPr/>
            </p14:nvContentPartPr>
            <p14:xfrm>
              <a:off x="6694829" y="1274945"/>
              <a:ext cx="66687" cy="31370"/>
            </p14:xfrm>
          </p:contentPart>
        </mc:Choice>
        <mc:Fallback xmlns="">
          <p:pic>
            <p:nvPicPr>
              <p:cNvPr id="133" name="墨迹 132"/>
            </p:nvPicPr>
            <p:blipFill>
              <a:blip/>
            </p:blipFill>
            <p:spPr>
              <a:xfrm>
                <a:off x="6694829" y="1274945"/>
                <a:ext cx="66687" cy="31370"/>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34" name="墨迹 133"/>
              <p14:cNvContentPartPr/>
              <p14:nvPr/>
            </p14:nvContentPartPr>
            <p14:xfrm>
              <a:off x="6734961" y="1262880"/>
              <a:ext cx="118889" cy="137544"/>
            </p14:xfrm>
          </p:contentPart>
        </mc:Choice>
        <mc:Fallback xmlns="">
          <p:pic>
            <p:nvPicPr>
              <p:cNvPr id="134" name="墨迹 133"/>
            </p:nvPicPr>
            <p:blipFill>
              <a:blip/>
            </p:blipFill>
            <p:spPr>
              <a:xfrm>
                <a:off x="6734961" y="1262880"/>
                <a:ext cx="118889" cy="137544"/>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135" name="墨迹 134"/>
              <p14:cNvContentPartPr/>
              <p14:nvPr/>
            </p14:nvContentPartPr>
            <p14:xfrm>
              <a:off x="6889455" y="1291837"/>
              <a:ext cx="96559" cy="101348"/>
            </p14:xfrm>
          </p:contentPart>
        </mc:Choice>
        <mc:Fallback xmlns="">
          <p:pic>
            <p:nvPicPr>
              <p:cNvPr id="135" name="墨迹 134"/>
            </p:nvPicPr>
            <p:blipFill>
              <a:blip/>
            </p:blipFill>
            <p:spPr>
              <a:xfrm>
                <a:off x="6889455" y="1291837"/>
                <a:ext cx="96559" cy="101348"/>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36" name="墨迹 135"/>
              <p14:cNvContentPartPr/>
              <p14:nvPr/>
            </p14:nvContentPartPr>
            <p14:xfrm>
              <a:off x="7205385" y="1229097"/>
              <a:ext cx="31683" cy="202697"/>
            </p14:xfrm>
          </p:contentPart>
        </mc:Choice>
        <mc:Fallback xmlns="">
          <p:pic>
            <p:nvPicPr>
              <p:cNvPr id="136" name="墨迹 135"/>
            </p:nvPicPr>
            <p:blipFill>
              <a:blip/>
            </p:blipFill>
            <p:spPr>
              <a:xfrm>
                <a:off x="7205385" y="1229097"/>
                <a:ext cx="31683" cy="202697"/>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137" name="墨迹 136"/>
              <p14:cNvContentPartPr/>
              <p14:nvPr/>
            </p14:nvContentPartPr>
            <p14:xfrm>
              <a:off x="7266036" y="1327279"/>
              <a:ext cx="85238" cy="90037"/>
            </p14:xfrm>
          </p:contentPart>
        </mc:Choice>
        <mc:Fallback xmlns="">
          <p:pic>
            <p:nvPicPr>
              <p:cNvPr id="137" name="墨迹 136"/>
            </p:nvPicPr>
            <p:blipFill>
              <a:blip/>
            </p:blipFill>
            <p:spPr>
              <a:xfrm>
                <a:off x="7266036" y="1327279"/>
                <a:ext cx="85238" cy="90037"/>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38" name="墨迹 137"/>
              <p14:cNvContentPartPr/>
              <p14:nvPr/>
            </p14:nvContentPartPr>
            <p14:xfrm>
              <a:off x="7391561" y="1330446"/>
              <a:ext cx="59445" cy="101348"/>
            </p14:xfrm>
          </p:contentPart>
        </mc:Choice>
        <mc:Fallback xmlns="">
          <p:pic>
            <p:nvPicPr>
              <p:cNvPr id="138" name="墨迹 137"/>
            </p:nvPicPr>
            <p:blipFill>
              <a:blip/>
            </p:blipFill>
            <p:spPr>
              <a:xfrm>
                <a:off x="7391561" y="1330446"/>
                <a:ext cx="59445" cy="101348"/>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139" name="墨迹 138"/>
              <p14:cNvContentPartPr/>
              <p14:nvPr/>
            </p14:nvContentPartPr>
            <p14:xfrm>
              <a:off x="7492948" y="1330446"/>
              <a:ext cx="33794" cy="108587"/>
            </p14:xfrm>
          </p:contentPart>
        </mc:Choice>
        <mc:Fallback xmlns="">
          <p:pic>
            <p:nvPicPr>
              <p:cNvPr id="139" name="墨迹 138"/>
            </p:nvPicPr>
            <p:blipFill>
              <a:blip/>
            </p:blipFill>
            <p:spPr>
              <a:xfrm>
                <a:off x="7492948" y="1330446"/>
                <a:ext cx="33794" cy="108587"/>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40" name="墨迹 139"/>
              <p14:cNvContentPartPr/>
              <p14:nvPr/>
            </p14:nvContentPartPr>
            <p14:xfrm>
              <a:off x="7570195" y="1330446"/>
              <a:ext cx="56123" cy="91696"/>
            </p14:xfrm>
          </p:contentPart>
        </mc:Choice>
        <mc:Fallback xmlns="">
          <p:pic>
            <p:nvPicPr>
              <p:cNvPr id="140" name="墨迹 139"/>
            </p:nvPicPr>
            <p:blipFill>
              <a:blip/>
            </p:blipFill>
            <p:spPr>
              <a:xfrm>
                <a:off x="7570195" y="1330446"/>
                <a:ext cx="56123" cy="91696"/>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141" name="墨迹 140"/>
              <p14:cNvContentPartPr/>
              <p14:nvPr/>
            </p14:nvContentPartPr>
            <p14:xfrm>
              <a:off x="7659210" y="1325620"/>
              <a:ext cx="65479" cy="84457"/>
            </p14:xfrm>
          </p:contentPart>
        </mc:Choice>
        <mc:Fallback xmlns="">
          <p:pic>
            <p:nvPicPr>
              <p:cNvPr id="141" name="墨迹 140"/>
            </p:nvPicPr>
            <p:blipFill>
              <a:blip/>
            </p:blipFill>
            <p:spPr>
              <a:xfrm>
                <a:off x="7659210" y="1325620"/>
                <a:ext cx="65479" cy="84457"/>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142" name="墨迹 141"/>
              <p14:cNvContentPartPr/>
              <p14:nvPr/>
            </p14:nvContentPartPr>
            <p14:xfrm>
              <a:off x="7801936" y="1293043"/>
              <a:ext cx="32134" cy="126686"/>
            </p14:xfrm>
          </p:contentPart>
        </mc:Choice>
        <mc:Fallback xmlns="">
          <p:pic>
            <p:nvPicPr>
              <p:cNvPr id="142" name="墨迹 141"/>
            </p:nvPicPr>
            <p:blipFill>
              <a:blip/>
            </p:blipFill>
            <p:spPr>
              <a:xfrm>
                <a:off x="7801936" y="1293043"/>
                <a:ext cx="32134" cy="126686"/>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43" name="墨迹 142"/>
              <p14:cNvContentPartPr/>
              <p14:nvPr/>
            </p14:nvContentPartPr>
            <p14:xfrm>
              <a:off x="6102503" y="1677323"/>
              <a:ext cx="14484" cy="600398"/>
            </p14:xfrm>
          </p:contentPart>
        </mc:Choice>
        <mc:Fallback xmlns="">
          <p:pic>
            <p:nvPicPr>
              <p:cNvPr id="143" name="墨迹 142"/>
            </p:nvPicPr>
            <p:blipFill>
              <a:blip/>
            </p:blipFill>
            <p:spPr>
              <a:xfrm>
                <a:off x="6102503" y="1677323"/>
                <a:ext cx="14484" cy="600398"/>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144" name="墨迹 143"/>
              <p14:cNvContentPartPr/>
              <p14:nvPr/>
            </p14:nvContentPartPr>
            <p14:xfrm>
              <a:off x="6131471" y="1620013"/>
              <a:ext cx="1397688" cy="617742"/>
            </p14:xfrm>
          </p:contentPart>
        </mc:Choice>
        <mc:Fallback xmlns="">
          <p:pic>
            <p:nvPicPr>
              <p:cNvPr id="144" name="墨迹 143"/>
            </p:nvPicPr>
            <p:blipFill>
              <a:blip/>
            </p:blipFill>
            <p:spPr>
              <a:xfrm>
                <a:off x="6131471" y="1620013"/>
                <a:ext cx="1397688" cy="617742"/>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46" name="墨迹 145"/>
              <p14:cNvContentPartPr/>
              <p14:nvPr/>
            </p14:nvContentPartPr>
            <p14:xfrm>
              <a:off x="6155611" y="2734845"/>
              <a:ext cx="28967" cy="662685"/>
            </p14:xfrm>
          </p:contentPart>
        </mc:Choice>
        <mc:Fallback xmlns="">
          <p:pic>
            <p:nvPicPr>
              <p:cNvPr id="146" name="墨迹 145"/>
            </p:nvPicPr>
            <p:blipFill>
              <a:blip/>
            </p:blipFill>
            <p:spPr>
              <a:xfrm>
                <a:off x="6155611" y="2734845"/>
                <a:ext cx="28967" cy="662685"/>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147" name="墨迹 146"/>
              <p14:cNvContentPartPr/>
              <p14:nvPr/>
            </p14:nvContentPartPr>
            <p14:xfrm>
              <a:off x="6228031" y="2710714"/>
              <a:ext cx="1332508" cy="28957"/>
            </p14:xfrm>
          </p:contentPart>
        </mc:Choice>
        <mc:Fallback xmlns="">
          <p:pic>
            <p:nvPicPr>
              <p:cNvPr id="147" name="墨迹 146"/>
            </p:nvPicPr>
            <p:blipFill>
              <a:blip/>
            </p:blipFill>
            <p:spPr>
              <a:xfrm>
                <a:off x="6228031" y="2710714"/>
                <a:ext cx="1332508" cy="28957"/>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48" name="墨迹 147"/>
              <p14:cNvContentPartPr/>
              <p14:nvPr/>
            </p14:nvContentPartPr>
            <p14:xfrm>
              <a:off x="7529156" y="2734845"/>
              <a:ext cx="30177" cy="726330"/>
            </p14:xfrm>
          </p:contentPart>
        </mc:Choice>
        <mc:Fallback xmlns="">
          <p:pic>
            <p:nvPicPr>
              <p:cNvPr id="148" name="墨迹 147"/>
            </p:nvPicPr>
            <p:blipFill>
              <a:blip/>
            </p:blipFill>
            <p:spPr>
              <a:xfrm>
                <a:off x="7529156" y="2734845"/>
                <a:ext cx="30177" cy="726330"/>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149" name="墨迹 148"/>
              <p14:cNvContentPartPr/>
              <p14:nvPr/>
            </p14:nvContentPartPr>
            <p14:xfrm>
              <a:off x="6253977" y="3386370"/>
              <a:ext cx="1263109" cy="53087"/>
            </p14:xfrm>
          </p:contentPart>
        </mc:Choice>
        <mc:Fallback xmlns="">
          <p:pic>
            <p:nvPicPr>
              <p:cNvPr id="149" name="墨迹 148"/>
            </p:nvPicPr>
            <p:blipFill>
              <a:blip/>
            </p:blipFill>
            <p:spPr>
              <a:xfrm>
                <a:off x="6253977" y="3386370"/>
                <a:ext cx="1263109" cy="53087"/>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50" name="墨迹 149"/>
              <p14:cNvContentPartPr/>
              <p14:nvPr/>
            </p14:nvContentPartPr>
            <p14:xfrm>
              <a:off x="6442270" y="1846840"/>
              <a:ext cx="21124" cy="256387"/>
            </p14:xfrm>
          </p:contentPart>
        </mc:Choice>
        <mc:Fallback xmlns="">
          <p:pic>
            <p:nvPicPr>
              <p:cNvPr id="150" name="墨迹 149"/>
            </p:nvPicPr>
            <p:blipFill>
              <a:blip/>
            </p:blipFill>
            <p:spPr>
              <a:xfrm>
                <a:off x="6442270" y="1846840"/>
                <a:ext cx="21124" cy="256387"/>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151" name="墨迹 150"/>
              <p14:cNvContentPartPr/>
              <p14:nvPr/>
            </p14:nvContentPartPr>
            <p14:xfrm>
              <a:off x="6464599" y="1828742"/>
              <a:ext cx="109232" cy="131511"/>
            </p14:xfrm>
          </p:contentPart>
        </mc:Choice>
        <mc:Fallback xmlns="">
          <p:pic>
            <p:nvPicPr>
              <p:cNvPr id="151" name="墨迹 150"/>
            </p:nvPicPr>
            <p:blipFill>
              <a:blip/>
            </p:blipFill>
            <p:spPr>
              <a:xfrm>
                <a:off x="6464599" y="1828742"/>
                <a:ext cx="109232" cy="131511"/>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59" name="墨迹 158"/>
              <p14:cNvContentPartPr/>
              <p14:nvPr/>
            </p14:nvContentPartPr>
            <p14:xfrm>
              <a:off x="6425974" y="2897575"/>
              <a:ext cx="17656" cy="318674"/>
            </p14:xfrm>
          </p:contentPart>
        </mc:Choice>
        <mc:Fallback xmlns="">
          <p:pic>
            <p:nvPicPr>
              <p:cNvPr id="159" name="墨迹 158"/>
            </p:nvPicPr>
            <p:blipFill>
              <a:blip/>
            </p:blipFill>
            <p:spPr>
              <a:xfrm>
                <a:off x="6425974" y="2897575"/>
                <a:ext cx="17656" cy="318674"/>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160" name="墨迹 159"/>
              <p14:cNvContentPartPr/>
              <p14:nvPr/>
            </p14:nvContentPartPr>
            <p14:xfrm>
              <a:off x="6445287" y="2874802"/>
              <a:ext cx="141366" cy="200284"/>
            </p14:xfrm>
          </p:contentPart>
        </mc:Choice>
        <mc:Fallback xmlns="">
          <p:pic>
            <p:nvPicPr>
              <p:cNvPr id="160" name="墨迹 159"/>
            </p:nvPicPr>
            <p:blipFill>
              <a:blip/>
            </p:blipFill>
            <p:spPr>
              <a:xfrm>
                <a:off x="6445287" y="2874802"/>
                <a:ext cx="141366" cy="200284"/>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61" name="墨迹 160"/>
              <p14:cNvContentPartPr/>
              <p14:nvPr/>
            </p14:nvContentPartPr>
            <p14:xfrm>
              <a:off x="6114597" y="2292885"/>
              <a:ext cx="1384516" cy="12394"/>
            </p14:xfrm>
          </p:contentPart>
        </mc:Choice>
        <mc:Fallback xmlns="">
          <p:pic>
            <p:nvPicPr>
              <p:cNvPr id="161" name="墨迹 160"/>
            </p:nvPicPr>
            <p:blipFill>
              <a:blip/>
            </p:blipFill>
            <p:spPr>
              <a:xfrm>
                <a:off x="6114597" y="2292885"/>
                <a:ext cx="1384516" cy="12394"/>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162" name="墨迹 161"/>
              <p14:cNvContentPartPr/>
              <p14:nvPr/>
            </p14:nvContentPartPr>
            <p14:xfrm>
              <a:off x="7505311" y="2229560"/>
              <a:ext cx="6201" cy="66165"/>
            </p14:xfrm>
          </p:contentPart>
        </mc:Choice>
        <mc:Fallback xmlns="">
          <p:pic>
            <p:nvPicPr>
              <p:cNvPr id="162" name="墨迹 161"/>
            </p:nvPicPr>
            <p:blipFill>
              <a:blip/>
            </p:blipFill>
            <p:spPr>
              <a:xfrm>
                <a:off x="7505311" y="2229560"/>
                <a:ext cx="6201" cy="66165"/>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63" name="墨迹 162"/>
              <p14:cNvContentPartPr/>
              <p14:nvPr/>
            </p14:nvContentPartPr>
            <p14:xfrm>
              <a:off x="6266481" y="3873117"/>
              <a:ext cx="20664" cy="624863"/>
            </p14:xfrm>
          </p:contentPart>
        </mc:Choice>
        <mc:Fallback xmlns="">
          <p:pic>
            <p:nvPicPr>
              <p:cNvPr id="163" name="墨迹 162"/>
            </p:nvPicPr>
            <p:blipFill>
              <a:blip/>
            </p:blipFill>
            <p:spPr>
              <a:xfrm>
                <a:off x="6266481" y="3873117"/>
                <a:ext cx="20664" cy="624863"/>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164" name="墨迹 163"/>
              <p14:cNvContentPartPr/>
              <p14:nvPr/>
            </p14:nvContentPartPr>
            <p14:xfrm>
              <a:off x="6302644" y="3847296"/>
              <a:ext cx="1400013" cy="20657"/>
            </p14:xfrm>
          </p:contentPart>
        </mc:Choice>
        <mc:Fallback xmlns="">
          <p:pic>
            <p:nvPicPr>
              <p:cNvPr id="164" name="墨迹 163"/>
            </p:nvPicPr>
            <p:blipFill>
              <a:blip/>
            </p:blipFill>
            <p:spPr>
              <a:xfrm>
                <a:off x="6302644" y="3847296"/>
                <a:ext cx="1400013" cy="20657"/>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65" name="墨迹 164"/>
              <p14:cNvContentPartPr/>
              <p14:nvPr/>
            </p14:nvContentPartPr>
            <p14:xfrm>
              <a:off x="7671660" y="3857625"/>
              <a:ext cx="25831" cy="645519"/>
            </p14:xfrm>
          </p:contentPart>
        </mc:Choice>
        <mc:Fallback xmlns="">
          <p:pic>
            <p:nvPicPr>
              <p:cNvPr id="165" name="墨迹 164"/>
            </p:nvPicPr>
            <p:blipFill>
              <a:blip/>
            </p:blipFill>
            <p:spPr>
              <a:xfrm>
                <a:off x="7671660" y="3857625"/>
                <a:ext cx="25831" cy="645519"/>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166" name="墨迹 165"/>
              <p14:cNvContentPartPr/>
              <p14:nvPr/>
            </p14:nvContentPartPr>
            <p14:xfrm>
              <a:off x="6293603" y="4472159"/>
              <a:ext cx="1383224" cy="51642"/>
            </p14:xfrm>
          </p:contentPart>
        </mc:Choice>
        <mc:Fallback xmlns="">
          <p:pic>
            <p:nvPicPr>
              <p:cNvPr id="166" name="墨迹 165"/>
            </p:nvPicPr>
            <p:blipFill>
              <a:blip/>
            </p:blipFill>
            <p:spPr>
              <a:xfrm>
                <a:off x="6293603" y="4472159"/>
                <a:ext cx="1383224" cy="51642"/>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67" name="墨迹 166"/>
              <p14:cNvContentPartPr/>
              <p14:nvPr/>
            </p14:nvContentPartPr>
            <p14:xfrm>
              <a:off x="5842860" y="3072673"/>
              <a:ext cx="51661" cy="3759506"/>
            </p14:xfrm>
          </p:contentPart>
        </mc:Choice>
        <mc:Fallback xmlns="">
          <p:pic>
            <p:nvPicPr>
              <p:cNvPr id="167" name="墨迹 166"/>
            </p:nvPicPr>
            <p:blipFill>
              <a:blip/>
            </p:blipFill>
            <p:spPr>
              <a:xfrm>
                <a:off x="5842860" y="3072673"/>
                <a:ext cx="51661" cy="3759506"/>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168" name="墨迹 167"/>
              <p14:cNvContentPartPr/>
              <p14:nvPr/>
            </p14:nvContentPartPr>
            <p14:xfrm>
              <a:off x="6256148" y="5004067"/>
              <a:ext cx="49078" cy="516255"/>
            </p14:xfrm>
          </p:contentPart>
        </mc:Choice>
        <mc:Fallback xmlns="">
          <p:pic>
            <p:nvPicPr>
              <p:cNvPr id="168" name="墨迹 167"/>
            </p:nvPicPr>
            <p:blipFill>
              <a:blip/>
            </p:blipFill>
            <p:spPr>
              <a:xfrm>
                <a:off x="6256148" y="5004067"/>
                <a:ext cx="49078" cy="516255"/>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69" name="墨迹 168"/>
              <p14:cNvContentPartPr/>
              <p14:nvPr/>
            </p14:nvContentPartPr>
            <p14:xfrm>
              <a:off x="6287145" y="4895620"/>
              <a:ext cx="1343186" cy="676505"/>
            </p14:xfrm>
          </p:contentPart>
        </mc:Choice>
        <mc:Fallback xmlns="">
          <p:pic>
            <p:nvPicPr>
              <p:cNvPr id="169" name="墨迹 168"/>
            </p:nvPicPr>
            <p:blipFill>
              <a:blip/>
            </p:blipFill>
            <p:spPr>
              <a:xfrm>
                <a:off x="6287145" y="4895620"/>
                <a:ext cx="1343186" cy="676505"/>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170" name="墨迹 169"/>
              <p14:cNvContentPartPr/>
              <p14:nvPr/>
            </p14:nvContentPartPr>
            <p14:xfrm>
              <a:off x="6443904" y="5541140"/>
              <a:ext cx="941038" cy="129104"/>
            </p14:xfrm>
          </p:contentPart>
        </mc:Choice>
        <mc:Fallback xmlns="">
          <p:pic>
            <p:nvPicPr>
              <p:cNvPr id="170" name="墨迹 169"/>
            </p:nvPicPr>
            <p:blipFill>
              <a:blip/>
            </p:blipFill>
            <p:spPr>
              <a:xfrm>
                <a:off x="6443904" y="5541140"/>
                <a:ext cx="941038" cy="129104"/>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71" name="墨迹 170"/>
              <p14:cNvContentPartPr/>
              <p14:nvPr/>
            </p14:nvContentPartPr>
            <p14:xfrm>
              <a:off x="6299415" y="6000750"/>
              <a:ext cx="65222" cy="736053"/>
            </p14:xfrm>
          </p:contentPart>
        </mc:Choice>
        <mc:Fallback xmlns="">
          <p:pic>
            <p:nvPicPr>
              <p:cNvPr id="171" name="墨迹 170"/>
            </p:nvPicPr>
            <p:blipFill>
              <a:blip/>
            </p:blipFill>
            <p:spPr>
              <a:xfrm>
                <a:off x="6299415" y="6000750"/>
                <a:ext cx="65222" cy="736053"/>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172" name="墨迹 171"/>
              <p14:cNvContentPartPr/>
              <p14:nvPr/>
            </p14:nvContentPartPr>
            <p14:xfrm>
              <a:off x="6374969" y="5986548"/>
              <a:ext cx="1283938" cy="876616"/>
            </p14:xfrm>
          </p:contentPart>
        </mc:Choice>
        <mc:Fallback xmlns="">
          <p:pic>
            <p:nvPicPr>
              <p:cNvPr id="172" name="墨迹 171"/>
            </p:nvPicPr>
            <p:blipFill>
              <a:blip/>
            </p:blipFill>
            <p:spPr>
              <a:xfrm>
                <a:off x="6374969" y="5986548"/>
                <a:ext cx="1283938" cy="876616"/>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73" name="墨迹 172"/>
              <p14:cNvContentPartPr/>
              <p14:nvPr/>
            </p14:nvContentPartPr>
            <p14:xfrm>
              <a:off x="6323308" y="6749552"/>
              <a:ext cx="1412929" cy="71007"/>
            </p14:xfrm>
          </p:contentPart>
        </mc:Choice>
        <mc:Fallback xmlns="">
          <p:pic>
            <p:nvPicPr>
              <p:cNvPr id="173" name="墨迹 172"/>
            </p:nvPicPr>
            <p:blipFill>
              <a:blip/>
            </p:blipFill>
            <p:spPr>
              <a:xfrm>
                <a:off x="6323308" y="6749552"/>
                <a:ext cx="1412929" cy="71007"/>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74" name="墨迹 173"/>
              <p14:cNvContentPartPr/>
              <p14:nvPr/>
            </p14:nvContentPartPr>
            <p14:xfrm>
              <a:off x="6290374" y="5530811"/>
              <a:ext cx="1422615" cy="91180"/>
            </p14:xfrm>
          </p:contentPart>
        </mc:Choice>
        <mc:Fallback xmlns="">
          <p:pic>
            <p:nvPicPr>
              <p:cNvPr id="174" name="墨迹 173"/>
            </p:nvPicPr>
            <p:blipFill>
              <a:blip/>
            </p:blipFill>
            <p:spPr>
              <a:xfrm>
                <a:off x="6290374" y="5530811"/>
                <a:ext cx="1422615" cy="91180"/>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175" name="墨迹 174"/>
              <p14:cNvContentPartPr/>
              <p14:nvPr/>
            </p14:nvContentPartPr>
            <p14:xfrm>
              <a:off x="6478291" y="3935087"/>
              <a:ext cx="18082" cy="430077"/>
            </p14:xfrm>
          </p:contentPart>
        </mc:Choice>
        <mc:Fallback xmlns="">
          <p:pic>
            <p:nvPicPr>
              <p:cNvPr id="175" name="墨迹 174"/>
            </p:nvPicPr>
            <p:blipFill>
              <a:blip/>
            </p:blipFill>
            <p:spPr>
              <a:xfrm>
                <a:off x="6478291" y="3935087"/>
                <a:ext cx="18082" cy="430077"/>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76" name="墨迹 175"/>
              <p14:cNvContentPartPr/>
              <p14:nvPr/>
            </p14:nvContentPartPr>
            <p14:xfrm>
              <a:off x="6478291" y="3976400"/>
              <a:ext cx="132059" cy="183328"/>
            </p14:xfrm>
          </p:contentPart>
        </mc:Choice>
        <mc:Fallback xmlns="">
          <p:pic>
            <p:nvPicPr>
              <p:cNvPr id="176" name="墨迹 175"/>
            </p:nvPicPr>
            <p:blipFill>
              <a:blip/>
            </p:blipFill>
            <p:spPr>
              <a:xfrm>
                <a:off x="6478291" y="3976400"/>
                <a:ext cx="132059" cy="183328"/>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177" name="墨迹 176"/>
              <p14:cNvContentPartPr/>
              <p14:nvPr/>
            </p14:nvContentPartPr>
            <p14:xfrm>
              <a:off x="6504122" y="4998903"/>
              <a:ext cx="25830" cy="429916"/>
            </p14:xfrm>
          </p:contentPart>
        </mc:Choice>
        <mc:Fallback xmlns="">
          <p:pic>
            <p:nvPicPr>
              <p:cNvPr id="177" name="墨迹 176"/>
            </p:nvPicPr>
            <p:blipFill>
              <a:blip/>
            </p:blipFill>
            <p:spPr>
              <a:xfrm>
                <a:off x="6504122" y="4998903"/>
                <a:ext cx="25830" cy="429916"/>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78" name="墨迹 177"/>
              <p14:cNvContentPartPr/>
              <p14:nvPr/>
            </p14:nvContentPartPr>
            <p14:xfrm>
              <a:off x="6514454" y="5045381"/>
              <a:ext cx="115269" cy="247879"/>
            </p14:xfrm>
          </p:contentPart>
        </mc:Choice>
        <mc:Fallback xmlns="">
          <p:pic>
            <p:nvPicPr>
              <p:cNvPr id="178" name="墨迹 177"/>
            </p:nvPicPr>
            <p:blipFill>
              <a:blip/>
            </p:blipFill>
            <p:spPr>
              <a:xfrm>
                <a:off x="6514454" y="5045381"/>
                <a:ext cx="115269" cy="247879"/>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79" name="墨迹 178"/>
              <p14:cNvContentPartPr/>
              <p14:nvPr/>
            </p14:nvContentPartPr>
            <p14:xfrm>
              <a:off x="6586779" y="6191823"/>
              <a:ext cx="36163" cy="402159"/>
            </p14:xfrm>
          </p:contentPart>
        </mc:Choice>
        <mc:Fallback xmlns="">
          <p:pic>
            <p:nvPicPr>
              <p:cNvPr id="179" name="墨迹 178"/>
            </p:nvPicPr>
            <p:blipFill>
              <a:blip/>
            </p:blipFill>
            <p:spPr>
              <a:xfrm>
                <a:off x="6586779" y="6191823"/>
                <a:ext cx="36163" cy="402159"/>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180" name="墨迹 179"/>
              <p14:cNvContentPartPr/>
              <p14:nvPr/>
            </p14:nvContentPartPr>
            <p14:xfrm>
              <a:off x="6607444" y="6193599"/>
              <a:ext cx="163378" cy="194462"/>
            </p14:xfrm>
          </p:contentPart>
        </mc:Choice>
        <mc:Fallback xmlns="">
          <p:pic>
            <p:nvPicPr>
              <p:cNvPr id="180" name="墨迹 179"/>
            </p:nvPicPr>
            <p:blipFill>
              <a:blip/>
            </p:blipFill>
            <p:spPr>
              <a:xfrm>
                <a:off x="6607444" y="6193599"/>
                <a:ext cx="163378" cy="194462"/>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81" name="墨迹 180"/>
              <p14:cNvContentPartPr/>
              <p14:nvPr/>
            </p14:nvContentPartPr>
            <p14:xfrm>
              <a:off x="7627229" y="2111107"/>
              <a:ext cx="11369" cy="129878"/>
            </p14:xfrm>
          </p:contentPart>
        </mc:Choice>
        <mc:Fallback xmlns="">
          <p:pic>
            <p:nvPicPr>
              <p:cNvPr id="181" name="墨迹 180"/>
            </p:nvPicPr>
            <p:blipFill>
              <a:blip/>
            </p:blipFill>
            <p:spPr>
              <a:xfrm>
                <a:off x="7627229" y="2111107"/>
                <a:ext cx="11369" cy="129878"/>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182" name="墨迹 181"/>
              <p14:cNvContentPartPr/>
              <p14:nvPr/>
            </p14:nvContentPartPr>
            <p14:xfrm>
              <a:off x="7660294" y="2096647"/>
              <a:ext cx="276386" cy="214829"/>
            </p14:xfrm>
          </p:contentPart>
        </mc:Choice>
        <mc:Fallback xmlns="">
          <p:pic>
            <p:nvPicPr>
              <p:cNvPr id="182" name="墨迹 181"/>
            </p:nvPicPr>
            <p:blipFill>
              <a:blip/>
            </p:blipFill>
            <p:spPr>
              <a:xfrm>
                <a:off x="7660294" y="2096647"/>
                <a:ext cx="276386" cy="214829"/>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83" name="墨迹 182"/>
              <p14:cNvContentPartPr/>
              <p14:nvPr/>
            </p14:nvContentPartPr>
            <p14:xfrm>
              <a:off x="7639630" y="2189602"/>
              <a:ext cx="4134" cy="122907"/>
            </p14:xfrm>
          </p:contentPart>
        </mc:Choice>
        <mc:Fallback xmlns="">
          <p:pic>
            <p:nvPicPr>
              <p:cNvPr id="183" name="墨迹 182"/>
            </p:nvPicPr>
            <p:blipFill>
              <a:blip/>
            </p:blipFill>
            <p:spPr>
              <a:xfrm>
                <a:off x="7639630" y="2189602"/>
                <a:ext cx="4134" cy="122907"/>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184" name="墨迹 183"/>
              <p14:cNvContentPartPr/>
              <p14:nvPr/>
            </p14:nvContentPartPr>
            <p14:xfrm>
              <a:off x="7632075" y="2294951"/>
              <a:ext cx="300991" cy="6197"/>
            </p14:xfrm>
          </p:contentPart>
        </mc:Choice>
        <mc:Fallback xmlns="">
          <p:pic>
            <p:nvPicPr>
              <p:cNvPr id="184" name="墨迹 183"/>
            </p:nvPicPr>
            <p:blipFill>
              <a:blip/>
            </p:blipFill>
            <p:spPr>
              <a:xfrm>
                <a:off x="7632075" y="2294951"/>
                <a:ext cx="300991" cy="6197"/>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85" name="墨迹 184"/>
              <p14:cNvContentPartPr/>
              <p14:nvPr/>
            </p14:nvContentPartPr>
            <p14:xfrm>
              <a:off x="7749152" y="2171011"/>
              <a:ext cx="3100" cy="73073"/>
            </p14:xfrm>
          </p:contentPart>
        </mc:Choice>
        <mc:Fallback xmlns="">
          <p:pic>
            <p:nvPicPr>
              <p:cNvPr id="185" name="墨迹 184"/>
            </p:nvPicPr>
            <p:blipFill>
              <a:blip/>
            </p:blipFill>
            <p:spPr>
              <a:xfrm>
                <a:off x="7749152" y="2171011"/>
                <a:ext cx="3100" cy="73073"/>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86" name="墨迹 185"/>
              <p14:cNvContentPartPr/>
              <p14:nvPr/>
            </p14:nvContentPartPr>
            <p14:xfrm>
              <a:off x="7751218" y="2162748"/>
              <a:ext cx="72326" cy="69458"/>
            </p14:xfrm>
          </p:contentPart>
        </mc:Choice>
        <mc:Fallback xmlns="">
          <p:pic>
            <p:nvPicPr>
              <p:cNvPr id="186" name="墨迹 185"/>
            </p:nvPicPr>
            <p:blipFill>
              <a:blip/>
            </p:blipFill>
            <p:spPr>
              <a:xfrm>
                <a:off x="7751218" y="2162748"/>
                <a:ext cx="72326" cy="69458"/>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187" name="墨迹 186"/>
              <p14:cNvContentPartPr/>
              <p14:nvPr/>
            </p14:nvContentPartPr>
            <p14:xfrm>
              <a:off x="7754124" y="2186181"/>
              <a:ext cx="35323" cy="24078"/>
            </p14:xfrm>
          </p:contentPart>
        </mc:Choice>
        <mc:Fallback xmlns="">
          <p:pic>
            <p:nvPicPr>
              <p:cNvPr id="187" name="墨迹 186"/>
            </p:nvPicPr>
            <p:blipFill>
              <a:blip/>
            </p:blipFill>
            <p:spPr>
              <a:xfrm>
                <a:off x="7754124" y="2186181"/>
                <a:ext cx="35323" cy="24078"/>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88" name="墨迹 187"/>
              <p14:cNvContentPartPr/>
              <p14:nvPr/>
            </p14:nvContentPartPr>
            <p14:xfrm>
              <a:off x="7757418" y="2173787"/>
              <a:ext cx="37649" cy="17171"/>
            </p14:xfrm>
          </p:contentPart>
        </mc:Choice>
        <mc:Fallback xmlns="">
          <p:pic>
            <p:nvPicPr>
              <p:cNvPr id="188" name="墨迹 187"/>
            </p:nvPicPr>
            <p:blipFill>
              <a:blip/>
            </p:blipFill>
            <p:spPr>
              <a:xfrm>
                <a:off x="7757418" y="2173787"/>
                <a:ext cx="37649" cy="17171"/>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189" name="墨迹 188"/>
              <p14:cNvContentPartPr/>
              <p14:nvPr/>
            </p14:nvContentPartPr>
            <p14:xfrm>
              <a:off x="8032253" y="2206127"/>
              <a:ext cx="16533" cy="70233"/>
            </p14:xfrm>
          </p:contentPart>
        </mc:Choice>
        <mc:Fallback xmlns="">
          <p:pic>
            <p:nvPicPr>
              <p:cNvPr id="189" name="墨迹 188"/>
            </p:nvPicPr>
            <p:blipFill>
              <a:blip/>
            </p:blipFill>
            <p:spPr>
              <a:xfrm>
                <a:off x="8032253" y="2206127"/>
                <a:ext cx="16533" cy="70233"/>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90" name="墨迹 189"/>
              <p14:cNvContentPartPr/>
              <p14:nvPr/>
            </p14:nvContentPartPr>
            <p14:xfrm>
              <a:off x="8083914" y="2216456"/>
              <a:ext cx="40620" cy="53707"/>
            </p14:xfrm>
          </p:contentPart>
        </mc:Choice>
        <mc:Fallback xmlns="">
          <p:pic>
            <p:nvPicPr>
              <p:cNvPr id="190" name="墨迹 189"/>
            </p:nvPicPr>
            <p:blipFill>
              <a:blip/>
            </p:blipFill>
            <p:spPr>
              <a:xfrm>
                <a:off x="8083914" y="2216456"/>
                <a:ext cx="40620" cy="53707"/>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191" name="墨迹 190"/>
              <p14:cNvContentPartPr/>
              <p14:nvPr/>
            </p14:nvContentPartPr>
            <p14:xfrm>
              <a:off x="8162440" y="2216197"/>
              <a:ext cx="12398" cy="67393"/>
            </p14:xfrm>
          </p:contentPart>
        </mc:Choice>
        <mc:Fallback xmlns="">
          <p:pic>
            <p:nvPicPr>
              <p:cNvPr id="191" name="墨迹 190"/>
            </p:nvPicPr>
            <p:blipFill>
              <a:blip/>
            </p:blipFill>
            <p:spPr>
              <a:xfrm>
                <a:off x="8162440" y="2216197"/>
                <a:ext cx="12398" cy="67393"/>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92" name="墨迹 191"/>
              <p14:cNvContentPartPr/>
              <p14:nvPr/>
            </p14:nvContentPartPr>
            <p14:xfrm>
              <a:off x="8210807" y="2185471"/>
              <a:ext cx="41783" cy="105348"/>
            </p14:xfrm>
          </p:contentPart>
        </mc:Choice>
        <mc:Fallback xmlns="">
          <p:pic>
            <p:nvPicPr>
              <p:cNvPr id="192" name="墨迹 191"/>
            </p:nvPicPr>
            <p:blipFill>
              <a:blip/>
            </p:blipFill>
            <p:spPr>
              <a:xfrm>
                <a:off x="8210807" y="2185471"/>
                <a:ext cx="41783" cy="105348"/>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193" name="墨迹 192"/>
              <p14:cNvContentPartPr/>
              <p14:nvPr/>
            </p14:nvContentPartPr>
            <p14:xfrm>
              <a:off x="8300891" y="2213357"/>
              <a:ext cx="9300" cy="10651"/>
            </p14:xfrm>
          </p:contentPart>
        </mc:Choice>
        <mc:Fallback xmlns="">
          <p:pic>
            <p:nvPicPr>
              <p:cNvPr id="193" name="墨迹 192"/>
            </p:nvPicPr>
            <p:blipFill>
              <a:blip/>
            </p:blipFill>
            <p:spPr>
              <a:xfrm>
                <a:off x="8300891" y="2213357"/>
                <a:ext cx="9300" cy="10651"/>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94" name="墨迹 193"/>
              <p14:cNvContentPartPr/>
              <p14:nvPr/>
            </p14:nvContentPartPr>
            <p14:xfrm>
              <a:off x="8288493" y="2212324"/>
              <a:ext cx="60961" cy="8263"/>
            </p14:xfrm>
          </p:contentPart>
        </mc:Choice>
        <mc:Fallback xmlns="">
          <p:pic>
            <p:nvPicPr>
              <p:cNvPr id="194" name="墨迹 193"/>
            </p:nvPicPr>
            <p:blipFill>
              <a:blip/>
            </p:blipFill>
            <p:spPr>
              <a:xfrm>
                <a:off x="8288493" y="2212324"/>
                <a:ext cx="60961" cy="8263"/>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195" name="墨迹 194"/>
              <p14:cNvContentPartPr/>
              <p14:nvPr/>
            </p14:nvContentPartPr>
            <p14:xfrm>
              <a:off x="8305025" y="2195799"/>
              <a:ext cx="44429" cy="82626"/>
            </p14:xfrm>
          </p:contentPart>
        </mc:Choice>
        <mc:Fallback xmlns="">
          <p:pic>
            <p:nvPicPr>
              <p:cNvPr id="195" name="墨迹 194"/>
            </p:nvPicPr>
            <p:blipFill>
              <a:blip/>
            </p:blipFill>
            <p:spPr>
              <a:xfrm>
                <a:off x="8305025" y="2195799"/>
                <a:ext cx="44429" cy="82626"/>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96" name="墨迹 195"/>
              <p14:cNvContentPartPr/>
              <p14:nvPr/>
            </p14:nvContentPartPr>
            <p14:xfrm>
              <a:off x="8360044" y="2180113"/>
              <a:ext cx="32805" cy="86951"/>
            </p14:xfrm>
          </p:contentPart>
        </mc:Choice>
        <mc:Fallback xmlns="">
          <p:pic>
            <p:nvPicPr>
              <p:cNvPr id="196" name="墨迹 195"/>
            </p:nvPicPr>
            <p:blipFill>
              <a:blip/>
            </p:blipFill>
            <p:spPr>
              <a:xfrm>
                <a:off x="8360044" y="2180113"/>
                <a:ext cx="32805" cy="86951"/>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97" name="墨迹 196"/>
              <p14:cNvContentPartPr/>
              <p14:nvPr/>
            </p14:nvContentPartPr>
            <p14:xfrm>
              <a:off x="8404213" y="2226784"/>
              <a:ext cx="30479" cy="28403"/>
            </p14:xfrm>
          </p:contentPart>
        </mc:Choice>
        <mc:Fallback xmlns="">
          <p:pic>
            <p:nvPicPr>
              <p:cNvPr id="197" name="墨迹 196"/>
            </p:nvPicPr>
            <p:blipFill>
              <a:blip/>
            </p:blipFill>
            <p:spPr>
              <a:xfrm>
                <a:off x="8404213" y="2226784"/>
                <a:ext cx="30479" cy="28403"/>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198" name="墨迹 197"/>
              <p14:cNvContentPartPr/>
              <p14:nvPr/>
            </p14:nvContentPartPr>
            <p14:xfrm>
              <a:off x="8447610" y="2223621"/>
              <a:ext cx="28928" cy="38279"/>
            </p14:xfrm>
          </p:contentPart>
        </mc:Choice>
        <mc:Fallback xmlns="">
          <p:pic>
            <p:nvPicPr>
              <p:cNvPr id="198" name="墨迹 197"/>
            </p:nvPicPr>
            <p:blipFill>
              <a:blip/>
            </p:blipFill>
            <p:spPr>
              <a:xfrm>
                <a:off x="8447610" y="2223621"/>
                <a:ext cx="28928" cy="38279"/>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99" name="墨迹 198"/>
              <p14:cNvContentPartPr/>
              <p14:nvPr/>
            </p14:nvContentPartPr>
            <p14:xfrm>
              <a:off x="8488939" y="2217747"/>
              <a:ext cx="17887" cy="47252"/>
            </p14:xfrm>
          </p:contentPart>
        </mc:Choice>
        <mc:Fallback xmlns="">
          <p:pic>
            <p:nvPicPr>
              <p:cNvPr id="199" name="墨迹 198"/>
            </p:nvPicPr>
            <p:blipFill>
              <a:blip/>
            </p:blipFill>
            <p:spPr>
              <a:xfrm>
                <a:off x="8488939" y="2217747"/>
                <a:ext cx="17887" cy="47252"/>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200" name="墨迹 199"/>
              <p14:cNvContentPartPr/>
              <p14:nvPr/>
            </p14:nvContentPartPr>
            <p14:xfrm>
              <a:off x="8526842" y="2221361"/>
              <a:ext cx="30288" cy="33309"/>
            </p14:xfrm>
          </p:contentPart>
        </mc:Choice>
        <mc:Fallback xmlns="">
          <p:pic>
            <p:nvPicPr>
              <p:cNvPr id="200" name="墨迹 199"/>
            </p:nvPicPr>
            <p:blipFill>
              <a:blip/>
            </p:blipFill>
            <p:spPr>
              <a:xfrm>
                <a:off x="8526842" y="2221361"/>
                <a:ext cx="30288" cy="33309"/>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201" name="墨迹 200"/>
              <p14:cNvContentPartPr/>
              <p14:nvPr/>
            </p14:nvContentPartPr>
            <p14:xfrm>
              <a:off x="8567462" y="2219231"/>
              <a:ext cx="32351" cy="39571"/>
            </p14:xfrm>
          </p:contentPart>
        </mc:Choice>
        <mc:Fallback xmlns="">
          <p:pic>
            <p:nvPicPr>
              <p:cNvPr id="201" name="墨迹 200"/>
            </p:nvPicPr>
            <p:blipFill>
              <a:blip/>
            </p:blipFill>
            <p:spPr>
              <a:xfrm>
                <a:off x="8567462" y="2219231"/>
                <a:ext cx="32351" cy="39571"/>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02" name="墨迹 201"/>
              <p14:cNvContentPartPr/>
              <p14:nvPr/>
            </p14:nvContentPartPr>
            <p14:xfrm>
              <a:off x="8617057" y="2165847"/>
              <a:ext cx="43395" cy="93988"/>
            </p14:xfrm>
          </p:contentPart>
        </mc:Choice>
        <mc:Fallback xmlns="">
          <p:pic>
            <p:nvPicPr>
              <p:cNvPr id="202" name="墨迹 201"/>
            </p:nvPicPr>
            <p:blipFill>
              <a:blip/>
            </p:blipFill>
            <p:spPr>
              <a:xfrm>
                <a:off x="8617057" y="2165847"/>
                <a:ext cx="43395" cy="93988"/>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203" name="墨迹 202"/>
              <p14:cNvContentPartPr/>
              <p14:nvPr/>
            </p14:nvContentPartPr>
            <p14:xfrm>
              <a:off x="8679051" y="2196832"/>
              <a:ext cx="24796" cy="60937"/>
            </p14:xfrm>
          </p:contentPart>
        </mc:Choice>
        <mc:Fallback xmlns="">
          <p:pic>
            <p:nvPicPr>
              <p:cNvPr id="203" name="墨迹 202"/>
            </p:nvPicPr>
            <p:blipFill>
              <a:blip/>
            </p:blipFill>
            <p:spPr>
              <a:xfrm>
                <a:off x="8679051" y="2196832"/>
                <a:ext cx="24796" cy="60937"/>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07" name="墨迹 206"/>
              <p14:cNvContentPartPr/>
              <p14:nvPr/>
            </p14:nvContentPartPr>
            <p14:xfrm>
              <a:off x="7745019" y="1726893"/>
              <a:ext cx="1146875" cy="2066"/>
            </p14:xfrm>
          </p:contentPart>
        </mc:Choice>
        <mc:Fallback xmlns="">
          <p:pic>
            <p:nvPicPr>
              <p:cNvPr id="207" name="墨迹 206"/>
            </p:nvPicPr>
            <p:blipFill>
              <a:blip/>
            </p:blipFill>
            <p:spPr>
              <a:xfrm>
                <a:off x="7745019" y="1726893"/>
                <a:ext cx="1146875" cy="2066"/>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208" name="墨迹 207"/>
              <p14:cNvContentPartPr/>
              <p14:nvPr/>
            </p14:nvContentPartPr>
            <p14:xfrm>
              <a:off x="8195503" y="1807454"/>
              <a:ext cx="646796" cy="22723"/>
            </p14:xfrm>
          </p:contentPart>
        </mc:Choice>
        <mc:Fallback xmlns="">
          <p:pic>
            <p:nvPicPr>
              <p:cNvPr id="208" name="墨迹 207"/>
            </p:nvPicPr>
            <p:blipFill>
              <a:blip/>
            </p:blipFill>
            <p:spPr>
              <a:xfrm>
                <a:off x="8195503" y="1807454"/>
                <a:ext cx="646796" cy="22723"/>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09" name="墨迹 208"/>
              <p14:cNvContentPartPr/>
              <p14:nvPr/>
            </p14:nvContentPartPr>
            <p14:xfrm>
              <a:off x="8884337" y="2119369"/>
              <a:ext cx="13756" cy="152149"/>
            </p14:xfrm>
          </p:contentPart>
        </mc:Choice>
        <mc:Fallback xmlns="">
          <p:pic>
            <p:nvPicPr>
              <p:cNvPr id="209" name="墨迹 208"/>
            </p:nvPicPr>
            <p:blipFill>
              <a:blip/>
            </p:blipFill>
            <p:spPr>
              <a:xfrm>
                <a:off x="8884337" y="2119369"/>
                <a:ext cx="13756" cy="152149"/>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210" name="墨迹 209"/>
              <p14:cNvContentPartPr/>
              <p14:nvPr/>
            </p14:nvContentPartPr>
            <p14:xfrm>
              <a:off x="8886212" y="2078056"/>
              <a:ext cx="317717" cy="224124"/>
            </p14:xfrm>
          </p:contentPart>
        </mc:Choice>
        <mc:Fallback xmlns="">
          <p:pic>
            <p:nvPicPr>
              <p:cNvPr id="210" name="墨迹 209"/>
            </p:nvPicPr>
            <p:blipFill>
              <a:blip/>
            </p:blipFill>
            <p:spPr>
              <a:xfrm>
                <a:off x="8886212" y="2078056"/>
                <a:ext cx="317717" cy="224124"/>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11" name="墨迹 210"/>
              <p14:cNvContentPartPr/>
              <p14:nvPr/>
            </p14:nvContentPartPr>
            <p14:xfrm>
              <a:off x="8902936" y="2266031"/>
              <a:ext cx="270511" cy="18591"/>
            </p14:xfrm>
          </p:contentPart>
        </mc:Choice>
        <mc:Fallback xmlns="">
          <p:pic>
            <p:nvPicPr>
              <p:cNvPr id="211" name="墨迹 210"/>
            </p:nvPicPr>
            <p:blipFill>
              <a:blip/>
            </p:blipFill>
            <p:spPr>
              <a:xfrm>
                <a:off x="8902936" y="2266031"/>
                <a:ext cx="270511" cy="18591"/>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212" name="墨迹 211"/>
              <p14:cNvContentPartPr/>
              <p14:nvPr/>
            </p14:nvContentPartPr>
            <p14:xfrm>
              <a:off x="8981462" y="2141510"/>
              <a:ext cx="111651" cy="21238"/>
            </p14:xfrm>
          </p:contentPart>
        </mc:Choice>
        <mc:Fallback xmlns="">
          <p:pic>
            <p:nvPicPr>
              <p:cNvPr id="212" name="墨迹 211"/>
            </p:nvPicPr>
            <p:blipFill>
              <a:blip/>
            </p:blipFill>
            <p:spPr>
              <a:xfrm>
                <a:off x="8981462" y="2141510"/>
                <a:ext cx="111651" cy="21238"/>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13" name="墨迹 212"/>
              <p14:cNvContentPartPr/>
              <p14:nvPr/>
            </p14:nvContentPartPr>
            <p14:xfrm>
              <a:off x="9026213" y="2193733"/>
              <a:ext cx="41329" cy="4132"/>
            </p14:xfrm>
          </p:contentPart>
        </mc:Choice>
        <mc:Fallback xmlns="">
          <p:pic>
            <p:nvPicPr>
              <p:cNvPr id="213" name="墨迹 212"/>
            </p:nvPicPr>
            <p:blipFill>
              <a:blip/>
            </p:blipFill>
            <p:spPr>
              <a:xfrm>
                <a:off x="9026213" y="2193733"/>
                <a:ext cx="41329" cy="4132"/>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214" name="墨迹 213"/>
              <p14:cNvContentPartPr/>
              <p14:nvPr/>
            </p14:nvContentPartPr>
            <p14:xfrm>
              <a:off x="8995217" y="2220587"/>
              <a:ext cx="111585" cy="14459"/>
            </p14:xfrm>
          </p:contentPart>
        </mc:Choice>
        <mc:Fallback xmlns="">
          <p:pic>
            <p:nvPicPr>
              <p:cNvPr id="214" name="墨迹 213"/>
            </p:nvPicPr>
            <p:blipFill>
              <a:blip/>
            </p:blipFill>
            <p:spPr>
              <a:xfrm>
                <a:off x="8995217" y="2220587"/>
                <a:ext cx="111585" cy="14459"/>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15" name="墨迹 214"/>
              <p14:cNvContentPartPr/>
              <p14:nvPr/>
            </p14:nvContentPartPr>
            <p14:xfrm>
              <a:off x="9316806" y="2144157"/>
              <a:ext cx="44169" cy="95279"/>
            </p14:xfrm>
          </p:contentPart>
        </mc:Choice>
        <mc:Fallback xmlns="">
          <p:pic>
            <p:nvPicPr>
              <p:cNvPr id="215" name="墨迹 214"/>
            </p:nvPicPr>
            <p:blipFill>
              <a:blip/>
            </p:blipFill>
            <p:spPr>
              <a:xfrm>
                <a:off x="9316806" y="2144157"/>
                <a:ext cx="44169" cy="95279"/>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216" name="墨迹 215"/>
              <p14:cNvContentPartPr/>
              <p14:nvPr/>
            </p14:nvContentPartPr>
            <p14:xfrm>
              <a:off x="9408505" y="2224718"/>
              <a:ext cx="8264" cy="11361"/>
            </p14:xfrm>
          </p:contentPart>
        </mc:Choice>
        <mc:Fallback xmlns="">
          <p:pic>
            <p:nvPicPr>
              <p:cNvPr id="216" name="墨迹 215"/>
            </p:nvPicPr>
            <p:blipFill>
              <a:blip/>
            </p:blipFill>
            <p:spPr>
              <a:xfrm>
                <a:off x="9408505" y="2224718"/>
                <a:ext cx="8264" cy="11361"/>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17" name="墨迹 216"/>
              <p14:cNvContentPartPr/>
              <p14:nvPr/>
            </p14:nvContentPartPr>
            <p14:xfrm>
              <a:off x="9449834" y="2143512"/>
              <a:ext cx="61218" cy="93600"/>
            </p14:xfrm>
          </p:contentPart>
        </mc:Choice>
        <mc:Fallback xmlns="">
          <p:pic>
            <p:nvPicPr>
              <p:cNvPr id="217" name="墨迹 216"/>
            </p:nvPicPr>
            <p:blipFill>
              <a:blip/>
            </p:blipFill>
            <p:spPr>
              <a:xfrm>
                <a:off x="9449834" y="2143512"/>
                <a:ext cx="61218" cy="93600"/>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218" name="墨迹 217"/>
              <p14:cNvContentPartPr/>
              <p14:nvPr/>
            </p14:nvContentPartPr>
            <p14:xfrm>
              <a:off x="9458098" y="2130731"/>
              <a:ext cx="72325" cy="17558"/>
            </p14:xfrm>
          </p:contentPart>
        </mc:Choice>
        <mc:Fallback xmlns="">
          <p:pic>
            <p:nvPicPr>
              <p:cNvPr id="218" name="墨迹 217"/>
            </p:nvPicPr>
            <p:blipFill>
              <a:blip/>
            </p:blipFill>
            <p:spPr>
              <a:xfrm>
                <a:off x="9458098" y="2130731"/>
                <a:ext cx="72325" cy="17558"/>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19" name="墨迹 218"/>
              <p14:cNvContentPartPr/>
              <p14:nvPr/>
            </p14:nvContentPartPr>
            <p14:xfrm>
              <a:off x="9575886" y="2136928"/>
              <a:ext cx="63025" cy="1032"/>
            </p14:xfrm>
          </p:contentPart>
        </mc:Choice>
        <mc:Fallback xmlns="">
          <p:pic>
            <p:nvPicPr>
              <p:cNvPr id="219" name="墨迹 218"/>
            </p:nvPicPr>
            <p:blipFill>
              <a:blip/>
            </p:blipFill>
            <p:spPr>
              <a:xfrm>
                <a:off x="9575886" y="2136928"/>
                <a:ext cx="63025" cy="1032"/>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220" name="墨迹 219"/>
              <p14:cNvContentPartPr/>
              <p14:nvPr/>
            </p14:nvContentPartPr>
            <p14:xfrm>
              <a:off x="9604817" y="2148289"/>
              <a:ext cx="10332" cy="126005"/>
            </p14:xfrm>
          </p:contentPart>
        </mc:Choice>
        <mc:Fallback xmlns="">
          <p:pic>
            <p:nvPicPr>
              <p:cNvPr id="220" name="墨迹 219"/>
            </p:nvPicPr>
            <p:blipFill>
              <a:blip/>
            </p:blipFill>
            <p:spPr>
              <a:xfrm>
                <a:off x="9604817" y="2148289"/>
                <a:ext cx="10332" cy="126005"/>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21" name="墨迹 220"/>
              <p14:cNvContentPartPr/>
              <p14:nvPr/>
            </p14:nvContentPartPr>
            <p14:xfrm>
              <a:off x="7978274" y="3081276"/>
              <a:ext cx="59456" cy="109578"/>
            </p14:xfrm>
          </p:contentPart>
        </mc:Choice>
        <mc:Fallback xmlns="">
          <p:pic>
            <p:nvPicPr>
              <p:cNvPr id="221" name="墨迹 220"/>
            </p:nvPicPr>
            <p:blipFill>
              <a:blip/>
            </p:blipFill>
            <p:spPr>
              <a:xfrm>
                <a:off x="7978274" y="3081276"/>
                <a:ext cx="59456" cy="109578"/>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222" name="墨迹 221"/>
              <p14:cNvContentPartPr/>
              <p14:nvPr/>
            </p14:nvContentPartPr>
            <p14:xfrm>
              <a:off x="8057261" y="3091982"/>
              <a:ext cx="54573" cy="63290"/>
            </p14:xfrm>
          </p:contentPart>
        </mc:Choice>
        <mc:Fallback xmlns="">
          <p:pic>
            <p:nvPicPr>
              <p:cNvPr id="222" name="墨迹 221"/>
            </p:nvPicPr>
            <p:blipFill>
              <a:blip/>
            </p:blipFill>
            <p:spPr>
              <a:xfrm>
                <a:off x="8057261" y="3091982"/>
                <a:ext cx="54573" cy="63290"/>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23" name="墨迹 222"/>
              <p14:cNvContentPartPr/>
              <p14:nvPr/>
            </p14:nvContentPartPr>
            <p14:xfrm>
              <a:off x="8139554" y="3102373"/>
              <a:ext cx="94500" cy="51325"/>
            </p14:xfrm>
          </p:contentPart>
        </mc:Choice>
        <mc:Fallback xmlns="">
          <p:pic>
            <p:nvPicPr>
              <p:cNvPr id="223" name="墨迹 222"/>
            </p:nvPicPr>
            <p:blipFill>
              <a:blip/>
            </p:blipFill>
            <p:spPr>
              <a:xfrm>
                <a:off x="8139554" y="3102373"/>
                <a:ext cx="94500" cy="51325"/>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224" name="墨迹 223"/>
              <p14:cNvContentPartPr/>
              <p14:nvPr/>
            </p14:nvContentPartPr>
            <p14:xfrm>
              <a:off x="8257993" y="3085055"/>
              <a:ext cx="34021" cy="50380"/>
            </p14:xfrm>
          </p:contentPart>
        </mc:Choice>
        <mc:Fallback xmlns="">
          <p:pic>
            <p:nvPicPr>
              <p:cNvPr id="224" name="墨迹 223"/>
            </p:nvPicPr>
            <p:blipFill>
              <a:blip/>
            </p:blipFill>
            <p:spPr>
              <a:xfrm>
                <a:off x="8257993" y="3085055"/>
                <a:ext cx="34021" cy="50380"/>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25" name="墨迹 224"/>
              <p14:cNvContentPartPr/>
              <p14:nvPr/>
            </p14:nvContentPartPr>
            <p14:xfrm>
              <a:off x="8149634" y="2932653"/>
              <a:ext cx="22680" cy="105799"/>
            </p14:xfrm>
          </p:contentPart>
        </mc:Choice>
        <mc:Fallback xmlns="">
          <p:pic>
            <p:nvPicPr>
              <p:cNvPr id="225" name="墨迹 224"/>
            </p:nvPicPr>
            <p:blipFill>
              <a:blip/>
            </p:blipFill>
            <p:spPr>
              <a:xfrm>
                <a:off x="8149634" y="2932653"/>
                <a:ext cx="22680" cy="105799"/>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226" name="墨迹 225"/>
              <p14:cNvContentPartPr/>
              <p14:nvPr/>
            </p14:nvContentPartPr>
            <p14:xfrm>
              <a:off x="8119394" y="2925095"/>
              <a:ext cx="37799" cy="40305"/>
            </p14:xfrm>
          </p:contentPart>
        </mc:Choice>
        <mc:Fallback xmlns="">
          <p:pic>
            <p:nvPicPr>
              <p:cNvPr id="226" name="墨迹 225"/>
            </p:nvPicPr>
            <p:blipFill>
              <a:blip/>
            </p:blipFill>
            <p:spPr>
              <a:xfrm>
                <a:off x="8119394" y="2925095"/>
                <a:ext cx="37799" cy="40305"/>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27" name="墨迹 226"/>
              <p14:cNvContentPartPr/>
              <p14:nvPr/>
            </p14:nvContentPartPr>
            <p14:xfrm>
              <a:off x="8149634" y="2926670"/>
              <a:ext cx="75599" cy="37470"/>
            </p14:xfrm>
          </p:contentPart>
        </mc:Choice>
        <mc:Fallback xmlns="">
          <p:pic>
            <p:nvPicPr>
              <p:cNvPr id="227" name="墨迹 226"/>
            </p:nvPicPr>
            <p:blipFill>
              <a:blip/>
            </p:blipFill>
            <p:spPr>
              <a:xfrm>
                <a:off x="8149634" y="2926670"/>
                <a:ext cx="75599" cy="37470"/>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228" name="墨迹 227"/>
              <p14:cNvContentPartPr/>
              <p14:nvPr/>
            </p14:nvContentPartPr>
            <p14:xfrm>
              <a:off x="8055685" y="4068738"/>
              <a:ext cx="82690" cy="100762"/>
            </p14:xfrm>
          </p:contentPart>
        </mc:Choice>
        <mc:Fallback xmlns="">
          <p:pic>
            <p:nvPicPr>
              <p:cNvPr id="228" name="墨迹 227"/>
            </p:nvPicPr>
            <p:blipFill>
              <a:blip/>
            </p:blipFill>
            <p:spPr>
              <a:xfrm>
                <a:off x="8055685" y="4068738"/>
                <a:ext cx="82690" cy="100762"/>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29" name="墨迹 228"/>
              <p14:cNvContentPartPr/>
              <p14:nvPr/>
            </p14:nvContentPartPr>
            <p14:xfrm>
              <a:off x="8154673" y="4074642"/>
              <a:ext cx="44101" cy="63370"/>
            </p14:xfrm>
          </p:contentPart>
        </mc:Choice>
        <mc:Fallback xmlns="">
          <p:pic>
            <p:nvPicPr>
              <p:cNvPr id="229" name="墨迹 228"/>
            </p:nvPicPr>
            <p:blipFill>
              <a:blip/>
            </p:blipFill>
            <p:spPr>
              <a:xfrm>
                <a:off x="8154673" y="4074642"/>
                <a:ext cx="44101" cy="63370"/>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230" name="墨迹 229"/>
              <p14:cNvContentPartPr/>
              <p14:nvPr/>
            </p14:nvContentPartPr>
            <p14:xfrm>
              <a:off x="8227753" y="4068423"/>
              <a:ext cx="74341" cy="67464"/>
            </p14:xfrm>
          </p:contentPart>
        </mc:Choice>
        <mc:Fallback xmlns="">
          <p:pic>
            <p:nvPicPr>
              <p:cNvPr id="230" name="墨迹 229"/>
            </p:nvPicPr>
            <p:blipFill>
              <a:blip/>
            </p:blipFill>
            <p:spPr>
              <a:xfrm>
                <a:off x="8227753" y="4068423"/>
                <a:ext cx="74341" cy="67464"/>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31" name="墨迹 230"/>
              <p14:cNvContentPartPr/>
              <p14:nvPr/>
            </p14:nvContentPartPr>
            <p14:xfrm>
              <a:off x="8338632" y="4057403"/>
              <a:ext cx="42840" cy="70848"/>
            </p14:xfrm>
          </p:contentPart>
        </mc:Choice>
        <mc:Fallback xmlns="">
          <p:pic>
            <p:nvPicPr>
              <p:cNvPr id="231" name="墨迹 230"/>
            </p:nvPicPr>
            <p:blipFill>
              <a:blip/>
            </p:blipFill>
            <p:spPr>
              <a:xfrm>
                <a:off x="8338632" y="4057403"/>
                <a:ext cx="42840" cy="70848"/>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232" name="墨迹 231"/>
              <p14:cNvContentPartPr/>
              <p14:nvPr/>
            </p14:nvContentPartPr>
            <p14:xfrm>
              <a:off x="8257993" y="3931136"/>
              <a:ext cx="14491" cy="97298"/>
            </p14:xfrm>
          </p:contentPart>
        </mc:Choice>
        <mc:Fallback xmlns="">
          <p:pic>
            <p:nvPicPr>
              <p:cNvPr id="232" name="墨迹 231"/>
            </p:nvPicPr>
            <p:blipFill>
              <a:blip/>
            </p:blipFill>
            <p:spPr>
              <a:xfrm>
                <a:off x="8257993" y="3931136"/>
                <a:ext cx="14491" cy="97298"/>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33" name="墨迹 232"/>
              <p14:cNvContentPartPr/>
              <p14:nvPr/>
            </p14:nvContentPartPr>
            <p14:xfrm>
              <a:off x="8229014" y="3940268"/>
              <a:ext cx="36539" cy="40304"/>
            </p14:xfrm>
          </p:contentPart>
        </mc:Choice>
        <mc:Fallback xmlns="">
          <p:pic>
            <p:nvPicPr>
              <p:cNvPr id="233" name="墨迹 232"/>
            </p:nvPicPr>
            <p:blipFill>
              <a:blip/>
            </p:blipFill>
            <p:spPr>
              <a:xfrm>
                <a:off x="8229014" y="3940268"/>
                <a:ext cx="36539" cy="40304"/>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234" name="墨迹 233"/>
              <p14:cNvContentPartPr/>
              <p14:nvPr/>
            </p14:nvContentPartPr>
            <p14:xfrm>
              <a:off x="8263033" y="3942786"/>
              <a:ext cx="57960" cy="39045"/>
            </p14:xfrm>
          </p:contentPart>
        </mc:Choice>
        <mc:Fallback xmlns="">
          <p:pic>
            <p:nvPicPr>
              <p:cNvPr id="234" name="墨迹 233"/>
            </p:nvPicPr>
            <p:blipFill>
              <a:blip/>
            </p:blipFill>
            <p:spPr>
              <a:xfrm>
                <a:off x="8263033" y="3942786"/>
                <a:ext cx="57960" cy="39045"/>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35" name="墨迹 234"/>
              <p14:cNvContentPartPr/>
              <p14:nvPr/>
            </p14:nvContentPartPr>
            <p14:xfrm>
              <a:off x="8193578" y="5218364"/>
              <a:ext cx="60717" cy="119969"/>
            </p14:xfrm>
          </p:contentPart>
        </mc:Choice>
        <mc:Fallback xmlns="">
          <p:pic>
            <p:nvPicPr>
              <p:cNvPr id="235" name="墨迹 234"/>
            </p:nvPicPr>
            <p:blipFill>
              <a:blip/>
            </p:blipFill>
            <p:spPr>
              <a:xfrm>
                <a:off x="8193578" y="5218364"/>
                <a:ext cx="60717" cy="119969"/>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236" name="墨迹 235"/>
              <p14:cNvContentPartPr/>
              <p14:nvPr/>
            </p14:nvContentPartPr>
            <p14:xfrm>
              <a:off x="8324380" y="5258590"/>
              <a:ext cx="44492" cy="58331"/>
            </p14:xfrm>
          </p:contentPart>
        </mc:Choice>
        <mc:Fallback xmlns="">
          <p:pic>
            <p:nvPicPr>
              <p:cNvPr id="236" name="墨迹 235"/>
            </p:nvPicPr>
            <p:blipFill>
              <a:blip/>
            </p:blipFill>
            <p:spPr>
              <a:xfrm>
                <a:off x="8324380" y="5258590"/>
                <a:ext cx="44492" cy="58331"/>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37" name="墨迹 236"/>
              <p14:cNvContentPartPr/>
              <p14:nvPr/>
            </p14:nvContentPartPr>
            <p14:xfrm>
              <a:off x="8394072" y="5267800"/>
              <a:ext cx="71821" cy="49358"/>
            </p14:xfrm>
          </p:contentPart>
        </mc:Choice>
        <mc:Fallback xmlns="">
          <p:pic>
            <p:nvPicPr>
              <p:cNvPr id="237" name="墨迹 236"/>
            </p:nvPicPr>
            <p:blipFill>
              <a:blip/>
            </p:blipFill>
            <p:spPr>
              <a:xfrm>
                <a:off x="8394072" y="5267800"/>
                <a:ext cx="71821" cy="49358"/>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38" name="墨迹 237"/>
              <p14:cNvContentPartPr/>
              <p14:nvPr/>
            </p14:nvContentPartPr>
            <p14:xfrm>
              <a:off x="8492352" y="5234344"/>
              <a:ext cx="68040" cy="66203"/>
            </p14:xfrm>
          </p:contentPart>
        </mc:Choice>
        <mc:Fallback xmlns="">
          <p:pic>
            <p:nvPicPr>
              <p:cNvPr id="238" name="墨迹 237"/>
            </p:nvPicPr>
            <p:blipFill>
              <a:blip/>
            </p:blipFill>
            <p:spPr>
              <a:xfrm>
                <a:off x="8492352" y="5234344"/>
                <a:ext cx="68040" cy="66203"/>
              </a:xfrm>
              <a:prstGeom prst="rect"/>
            </p:spPr>
          </p:pic>
        </mc:Fallback>
      </mc:AlternateContent>
      <mc:AlternateContent xmlns:mc="http://schemas.openxmlformats.org/markup-compatibility/2006" xmlns:p14="http://schemas.microsoft.com/office/powerpoint/2010/main">
        <mc:Choice Requires="p14">
          <p:contentPart r:id="rId204" p14:bwMode="auto">
            <p14:nvContentPartPr>
              <p14:cNvPr id="239" name="墨迹 238"/>
              <p14:cNvContentPartPr/>
              <p14:nvPr/>
            </p14:nvContentPartPr>
            <p14:xfrm>
              <a:off x="8368872" y="5062499"/>
              <a:ext cx="24335" cy="134768"/>
            </p14:xfrm>
          </p:contentPart>
        </mc:Choice>
        <mc:Fallback xmlns="">
          <p:pic>
            <p:nvPicPr>
              <p:cNvPr id="239" name="墨迹 238"/>
            </p:nvPicPr>
            <p:blipFill>
              <a:blip/>
            </p:blipFill>
            <p:spPr>
              <a:xfrm>
                <a:off x="8368872" y="5062499"/>
                <a:ext cx="24335" cy="134768"/>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40" name="墨迹 239"/>
              <p14:cNvContentPartPr/>
              <p14:nvPr/>
            </p14:nvContentPartPr>
            <p14:xfrm>
              <a:off x="8329814" y="5048644"/>
              <a:ext cx="54178" cy="70533"/>
            </p14:xfrm>
          </p:contentPart>
        </mc:Choice>
        <mc:Fallback xmlns="">
          <p:pic>
            <p:nvPicPr>
              <p:cNvPr id="240" name="墨迹 239"/>
            </p:nvPicPr>
            <p:blipFill>
              <a:blip/>
            </p:blipFill>
            <p:spPr>
              <a:xfrm>
                <a:off x="8329814" y="5048644"/>
                <a:ext cx="54178" cy="70533"/>
              </a:xfrm>
              <a:prstGeom prst="rect"/>
            </p:spPr>
          </p:pic>
        </mc:Fallback>
      </mc:AlternateContent>
      <mc:AlternateContent xmlns:mc="http://schemas.openxmlformats.org/markup-compatibility/2006" xmlns:p14="http://schemas.microsoft.com/office/powerpoint/2010/main">
        <mc:Choice Requires="p14">
          <p:contentPart r:id="rId206" p14:bwMode="auto">
            <p14:nvContentPartPr>
              <p14:cNvPr id="241" name="墨迹 240"/>
              <p14:cNvContentPartPr/>
              <p14:nvPr/>
            </p14:nvContentPartPr>
            <p14:xfrm>
              <a:off x="8371392" y="5056201"/>
              <a:ext cx="93240" cy="62976"/>
            </p14:xfrm>
          </p:contentPart>
        </mc:Choice>
        <mc:Fallback xmlns="">
          <p:pic>
            <p:nvPicPr>
              <p:cNvPr id="241" name="墨迹 240"/>
            </p:nvPicPr>
            <p:blipFill>
              <a:blip/>
            </p:blipFill>
            <p:spPr>
              <a:xfrm>
                <a:off x="8371392" y="5056201"/>
                <a:ext cx="93240" cy="62976"/>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242" name="墨迹 241"/>
              <p14:cNvContentPartPr/>
              <p14:nvPr/>
            </p14:nvContentPartPr>
            <p14:xfrm>
              <a:off x="8191212" y="6374603"/>
              <a:ext cx="76861" cy="112411"/>
            </p14:xfrm>
          </p:contentPart>
        </mc:Choice>
        <mc:Fallback xmlns="">
          <p:pic>
            <p:nvPicPr>
              <p:cNvPr id="242" name="墨迹 241"/>
            </p:nvPicPr>
            <p:blipFill>
              <a:blip/>
            </p:blipFill>
            <p:spPr>
              <a:xfrm>
                <a:off x="8191212" y="6374603"/>
                <a:ext cx="76861" cy="112411"/>
              </a:xfrm>
              <a:prstGeom prst="rect"/>
            </p:spPr>
          </p:pic>
        </mc:Fallback>
      </mc:AlternateContent>
      <mc:AlternateContent xmlns:mc="http://schemas.openxmlformats.org/markup-compatibility/2006" xmlns:p14="http://schemas.microsoft.com/office/powerpoint/2010/main">
        <mc:Choice Requires="p14">
          <p:contentPart r:id="rId208" p14:bwMode="auto">
            <p14:nvContentPartPr>
              <p14:cNvPr id="243" name="墨迹 242"/>
              <p14:cNvContentPartPr/>
              <p14:nvPr/>
            </p14:nvContentPartPr>
            <p14:xfrm>
              <a:off x="8299180" y="6378695"/>
              <a:ext cx="48273" cy="54160"/>
            </p14:xfrm>
          </p:contentPart>
        </mc:Choice>
        <mc:Fallback xmlns="">
          <p:pic>
            <p:nvPicPr>
              <p:cNvPr id="243" name="墨迹 242"/>
            </p:nvPicPr>
            <p:blipFill>
              <a:blip/>
            </p:blipFill>
            <p:spPr>
              <a:xfrm>
                <a:off x="8299180" y="6378695"/>
                <a:ext cx="48273" cy="54160"/>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244" name="墨迹 243"/>
              <p14:cNvContentPartPr/>
              <p14:nvPr/>
            </p14:nvContentPartPr>
            <p14:xfrm>
              <a:off x="8378952" y="6366100"/>
              <a:ext cx="80640" cy="70848"/>
            </p14:xfrm>
          </p:contentPart>
        </mc:Choice>
        <mc:Fallback xmlns="">
          <p:pic>
            <p:nvPicPr>
              <p:cNvPr id="244" name="墨迹 243"/>
            </p:nvPicPr>
            <p:blipFill>
              <a:blip/>
            </p:blipFill>
            <p:spPr>
              <a:xfrm>
                <a:off x="8378952" y="6366100"/>
                <a:ext cx="80640" cy="70848"/>
              </a:xfrm>
              <a:prstGeom prst="rect"/>
            </p:spPr>
          </p:pic>
        </mc:Fallback>
      </mc:AlternateContent>
      <mc:AlternateContent xmlns:mc="http://schemas.openxmlformats.org/markup-compatibility/2006" xmlns:p14="http://schemas.microsoft.com/office/powerpoint/2010/main">
        <mc:Choice Requires="p14">
          <p:contentPart r:id="rId210" p14:bwMode="auto">
            <p14:nvContentPartPr>
              <p14:cNvPr id="245" name="墨迹 244"/>
              <p14:cNvContentPartPr/>
              <p14:nvPr/>
            </p14:nvContentPartPr>
            <p14:xfrm>
              <a:off x="8474712" y="6344689"/>
              <a:ext cx="64261" cy="74312"/>
            </p14:xfrm>
          </p:contentPart>
        </mc:Choice>
        <mc:Fallback xmlns="">
          <p:pic>
            <p:nvPicPr>
              <p:cNvPr id="245" name="墨迹 244"/>
            </p:nvPicPr>
            <p:blipFill>
              <a:blip/>
            </p:blipFill>
            <p:spPr>
              <a:xfrm>
                <a:off x="8474712" y="6344689"/>
                <a:ext cx="64261" cy="74312"/>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246" name="墨迹 245"/>
              <p14:cNvContentPartPr/>
              <p14:nvPr/>
            </p14:nvContentPartPr>
            <p14:xfrm>
              <a:off x="8371392" y="6149463"/>
              <a:ext cx="68040" cy="164998"/>
            </p14:xfrm>
          </p:contentPart>
        </mc:Choice>
        <mc:Fallback xmlns="">
          <p:pic>
            <p:nvPicPr>
              <p:cNvPr id="246" name="墨迹 245"/>
            </p:nvPicPr>
            <p:blipFill>
              <a:blip/>
            </p:blipFill>
            <p:spPr>
              <a:xfrm>
                <a:off x="8371392" y="6149463"/>
                <a:ext cx="68040" cy="164998"/>
              </a:xfrm>
              <a:prstGeom prst="rect"/>
            </p:spPr>
          </p:pic>
        </mc:Fallback>
      </mc:AlternateContent>
      <mc:AlternateContent xmlns:mc="http://schemas.openxmlformats.org/markup-compatibility/2006" xmlns:p14="http://schemas.microsoft.com/office/powerpoint/2010/main">
        <mc:Choice Requires="p14">
          <p:contentPart r:id="rId212" p14:bwMode="auto">
            <p14:nvContentPartPr>
              <p14:cNvPr id="247" name="墨迹 246"/>
              <p14:cNvContentPartPr/>
              <p14:nvPr/>
            </p14:nvContentPartPr>
            <p14:xfrm>
              <a:off x="8357533" y="6159539"/>
              <a:ext cx="56699" cy="76831"/>
            </p14:xfrm>
          </p:contentPart>
        </mc:Choice>
        <mc:Fallback xmlns="">
          <p:pic>
            <p:nvPicPr>
              <p:cNvPr id="247" name="墨迹 246"/>
            </p:nvPicPr>
            <p:blipFill>
              <a:blip/>
            </p:blipFill>
            <p:spPr>
              <a:xfrm>
                <a:off x="8357533" y="6159539"/>
                <a:ext cx="56699" cy="76831"/>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248" name="墨迹 247"/>
              <p14:cNvContentPartPr/>
              <p14:nvPr/>
            </p14:nvContentPartPr>
            <p14:xfrm>
              <a:off x="8394072" y="6174653"/>
              <a:ext cx="70559" cy="44083"/>
            </p14:xfrm>
          </p:contentPart>
        </mc:Choice>
        <mc:Fallback xmlns="">
          <p:pic>
            <p:nvPicPr>
              <p:cNvPr id="248" name="墨迹 247"/>
            </p:nvPicPr>
            <p:blipFill>
              <a:blip/>
            </p:blipFill>
            <p:spPr>
              <a:xfrm>
                <a:off x="8394072" y="6174653"/>
                <a:ext cx="70559" cy="44083"/>
              </a:xfrm>
              <a:prstGeom prst="rect"/>
            </p:spPr>
          </p:pic>
        </mc:Fallback>
      </mc:AlternateContent>
      <mc:AlternateContent xmlns:mc="http://schemas.openxmlformats.org/markup-compatibility/2006" xmlns:p14="http://schemas.microsoft.com/office/powerpoint/2010/main">
        <mc:Choice Requires="p14">
          <p:contentPart r:id="rId214" p14:bwMode="auto">
            <p14:nvContentPartPr>
              <p14:cNvPr id="249" name="墨迹 248"/>
              <p14:cNvContentPartPr/>
              <p14:nvPr/>
            </p14:nvContentPartPr>
            <p14:xfrm>
              <a:off x="138599" y="4804297"/>
              <a:ext cx="5710288" cy="42824"/>
            </p14:xfrm>
          </p:contentPart>
        </mc:Choice>
        <mc:Fallback xmlns="">
          <p:pic>
            <p:nvPicPr>
              <p:cNvPr id="249" name="墨迹 248"/>
            </p:nvPicPr>
            <p:blipFill>
              <a:blip/>
            </p:blipFill>
            <p:spPr>
              <a:xfrm>
                <a:off x="138599" y="4804297"/>
                <a:ext cx="5710288" cy="42824"/>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250" name="墨迹 249"/>
              <p14:cNvContentPartPr/>
              <p14:nvPr/>
            </p14:nvContentPartPr>
            <p14:xfrm>
              <a:off x="401543" y="4934973"/>
              <a:ext cx="34414" cy="132800"/>
            </p14:xfrm>
          </p:contentPart>
        </mc:Choice>
        <mc:Fallback xmlns="">
          <p:pic>
            <p:nvPicPr>
              <p:cNvPr id="250" name="墨迹 249"/>
            </p:nvPicPr>
            <p:blipFill>
              <a:blip/>
            </p:blipFill>
            <p:spPr>
              <a:xfrm>
                <a:off x="401543" y="4934973"/>
                <a:ext cx="34414" cy="132800"/>
              </a:xfrm>
              <a:prstGeom prst="rect"/>
            </p:spPr>
          </p:pic>
        </mc:Fallback>
      </mc:AlternateContent>
      <mc:AlternateContent xmlns:mc="http://schemas.openxmlformats.org/markup-compatibility/2006" xmlns:p14="http://schemas.microsoft.com/office/powerpoint/2010/main">
        <mc:Choice Requires="p14">
          <p:contentPart r:id="rId216" p14:bwMode="auto">
            <p14:nvContentPartPr>
              <p14:cNvPr id="251" name="墨迹 250"/>
              <p14:cNvContentPartPr/>
              <p14:nvPr/>
            </p14:nvContentPartPr>
            <p14:xfrm>
              <a:off x="437690" y="4979371"/>
              <a:ext cx="75126" cy="13854"/>
            </p14:xfrm>
          </p:contentPart>
        </mc:Choice>
        <mc:Fallback xmlns="">
          <p:pic>
            <p:nvPicPr>
              <p:cNvPr id="251" name="墨迹 250"/>
            </p:nvPicPr>
            <p:blipFill>
              <a:blip/>
            </p:blipFill>
            <p:spPr>
              <a:xfrm>
                <a:off x="437690" y="4979371"/>
                <a:ext cx="75126" cy="13854"/>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252" name="墨迹 251"/>
              <p14:cNvContentPartPr/>
              <p14:nvPr/>
            </p14:nvContentPartPr>
            <p14:xfrm>
              <a:off x="502105" y="4942844"/>
              <a:ext cx="14492" cy="122173"/>
            </p14:xfrm>
          </p:contentPart>
        </mc:Choice>
        <mc:Fallback xmlns="">
          <p:pic>
            <p:nvPicPr>
              <p:cNvPr id="252" name="墨迹 251"/>
            </p:nvPicPr>
            <p:blipFill>
              <a:blip/>
            </p:blipFill>
            <p:spPr>
              <a:xfrm>
                <a:off x="502105" y="4942844"/>
                <a:ext cx="14492" cy="122173"/>
              </a:xfrm>
              <a:prstGeom prst="rect"/>
            </p:spPr>
          </p:pic>
        </mc:Fallback>
      </mc:AlternateContent>
      <mc:AlternateContent xmlns:mc="http://schemas.openxmlformats.org/markup-compatibility/2006" xmlns:p14="http://schemas.microsoft.com/office/powerpoint/2010/main">
        <mc:Choice Requires="p14">
          <p:contentPart r:id="rId218" p14:bwMode="auto">
            <p14:nvContentPartPr>
              <p14:cNvPr id="253" name="墨迹 252"/>
              <p14:cNvContentPartPr/>
              <p14:nvPr/>
            </p14:nvContentPartPr>
            <p14:xfrm>
              <a:off x="539277" y="4994091"/>
              <a:ext cx="34649" cy="45893"/>
            </p14:xfrm>
          </p:contentPart>
        </mc:Choice>
        <mc:Fallback xmlns="">
          <p:pic>
            <p:nvPicPr>
              <p:cNvPr id="253" name="墨迹 252"/>
            </p:nvPicPr>
            <p:blipFill>
              <a:blip/>
            </p:blipFill>
            <p:spPr>
              <a:xfrm>
                <a:off x="539277" y="4994091"/>
                <a:ext cx="34649" cy="45893"/>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254" name="墨迹 253"/>
              <p14:cNvContentPartPr/>
              <p14:nvPr/>
            </p14:nvContentPartPr>
            <p14:xfrm>
              <a:off x="587785" y="4989446"/>
              <a:ext cx="40950" cy="3779"/>
            </p14:xfrm>
          </p:contentPart>
        </mc:Choice>
        <mc:Fallback xmlns="">
          <p:pic>
            <p:nvPicPr>
              <p:cNvPr id="254" name="墨迹 253"/>
            </p:nvPicPr>
            <p:blipFill>
              <a:blip/>
            </p:blipFill>
            <p:spPr>
              <a:xfrm>
                <a:off x="587785" y="4989446"/>
                <a:ext cx="40950" cy="3779"/>
              </a:xfrm>
              <a:prstGeom prst="rect"/>
            </p:spPr>
          </p:pic>
        </mc:Fallback>
      </mc:AlternateContent>
      <mc:AlternateContent xmlns:mc="http://schemas.openxmlformats.org/markup-compatibility/2006" xmlns:p14="http://schemas.microsoft.com/office/powerpoint/2010/main">
        <mc:Choice Requires="p14">
          <p:contentPart r:id="rId220" p14:bwMode="auto">
            <p14:nvContentPartPr>
              <p14:cNvPr id="255" name="墨迹 254"/>
              <p14:cNvContentPartPr/>
              <p14:nvPr/>
            </p14:nvContentPartPr>
            <p14:xfrm>
              <a:off x="612357" y="4965516"/>
              <a:ext cx="30239" cy="90685"/>
            </p14:xfrm>
          </p:contentPart>
        </mc:Choice>
        <mc:Fallback xmlns="">
          <p:pic>
            <p:nvPicPr>
              <p:cNvPr id="255" name="墨迹 254"/>
            </p:nvPicPr>
            <p:blipFill>
              <a:blip/>
            </p:blipFill>
            <p:spPr>
              <a:xfrm>
                <a:off x="612357" y="4965516"/>
                <a:ext cx="30239" cy="90685"/>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256" name="墨迹 255"/>
              <p14:cNvContentPartPr/>
              <p14:nvPr/>
            </p14:nvContentPartPr>
            <p14:xfrm>
              <a:off x="852621" y="4960478"/>
              <a:ext cx="64654" cy="93755"/>
            </p14:xfrm>
          </p:contentPart>
        </mc:Choice>
        <mc:Fallback xmlns="">
          <p:pic>
            <p:nvPicPr>
              <p:cNvPr id="256" name="墨迹 255"/>
            </p:nvPicPr>
            <p:blipFill>
              <a:blip/>
            </p:blipFill>
            <p:spPr>
              <a:xfrm>
                <a:off x="852621" y="4960478"/>
                <a:ext cx="64654" cy="93755"/>
              </a:xfrm>
              <a:prstGeom prst="rect"/>
            </p:spPr>
          </p:pic>
        </mc:Fallback>
      </mc:AlternateContent>
      <mc:AlternateContent xmlns:mc="http://schemas.openxmlformats.org/markup-compatibility/2006" xmlns:p14="http://schemas.microsoft.com/office/powerpoint/2010/main">
        <mc:Choice Requires="p14">
          <p:contentPart r:id="rId222" p14:bwMode="auto">
            <p14:nvContentPartPr>
              <p14:cNvPr id="257" name="墨迹 256"/>
              <p14:cNvContentPartPr/>
              <p14:nvPr/>
            </p14:nvContentPartPr>
            <p14:xfrm>
              <a:off x="924835" y="4969137"/>
              <a:ext cx="42840" cy="83285"/>
            </p14:xfrm>
          </p:contentPart>
        </mc:Choice>
        <mc:Fallback xmlns="">
          <p:pic>
            <p:nvPicPr>
              <p:cNvPr id="257" name="墨迹 256"/>
            </p:nvPicPr>
            <p:blipFill>
              <a:blip/>
            </p:blipFill>
            <p:spPr>
              <a:xfrm>
                <a:off x="924835" y="4969137"/>
                <a:ext cx="42840" cy="83285"/>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258" name="墨迹 257"/>
              <p14:cNvContentPartPr/>
              <p14:nvPr/>
            </p14:nvContentPartPr>
            <p14:xfrm>
              <a:off x="1001300" y="4980630"/>
              <a:ext cx="93636" cy="64550"/>
            </p14:xfrm>
          </p:contentPart>
        </mc:Choice>
        <mc:Fallback xmlns="">
          <p:pic>
            <p:nvPicPr>
              <p:cNvPr id="258" name="墨迹 257"/>
            </p:nvPicPr>
            <p:blipFill>
              <a:blip/>
            </p:blipFill>
            <p:spPr>
              <a:xfrm>
                <a:off x="1001300" y="4980630"/>
                <a:ext cx="93636" cy="64550"/>
              </a:xfrm>
              <a:prstGeom prst="rect"/>
            </p:spPr>
          </p:pic>
        </mc:Fallback>
      </mc:AlternateContent>
      <mc:AlternateContent xmlns:mc="http://schemas.openxmlformats.org/markup-compatibility/2006" xmlns:p14="http://schemas.microsoft.com/office/powerpoint/2010/main">
        <mc:Choice Requires="p14">
          <p:contentPart r:id="rId224" p14:bwMode="auto">
            <p14:nvContentPartPr>
              <p14:cNvPr id="259" name="墨迹 258"/>
              <p14:cNvContentPartPr/>
              <p14:nvPr/>
            </p14:nvContentPartPr>
            <p14:xfrm>
              <a:off x="1116354" y="4983149"/>
              <a:ext cx="67172" cy="56678"/>
            </p14:xfrm>
          </p:contentPart>
        </mc:Choice>
        <mc:Fallback xmlns="">
          <p:pic>
            <p:nvPicPr>
              <p:cNvPr id="259" name="墨迹 258"/>
            </p:nvPicPr>
            <p:blipFill>
              <a:blip/>
            </p:blipFill>
            <p:spPr>
              <a:xfrm>
                <a:off x="1116354" y="4983149"/>
                <a:ext cx="67172" cy="56678"/>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260" name="墨迹 259"/>
              <p14:cNvContentPartPr/>
              <p14:nvPr/>
            </p14:nvContentPartPr>
            <p14:xfrm>
              <a:off x="1214634" y="4976537"/>
              <a:ext cx="65519" cy="55418"/>
            </p14:xfrm>
          </p:contentPart>
        </mc:Choice>
        <mc:Fallback xmlns="">
          <p:pic>
            <p:nvPicPr>
              <p:cNvPr id="260" name="墨迹 259"/>
            </p:nvPicPr>
            <p:blipFill>
              <a:blip/>
            </p:blipFill>
            <p:spPr>
              <a:xfrm>
                <a:off x="1214634" y="4976537"/>
                <a:ext cx="65519" cy="55418"/>
              </a:xfrm>
              <a:prstGeom prst="rect"/>
            </p:spPr>
          </p:pic>
        </mc:Fallback>
      </mc:AlternateContent>
      <mc:AlternateContent xmlns:mc="http://schemas.openxmlformats.org/markup-compatibility/2006" xmlns:p14="http://schemas.microsoft.com/office/powerpoint/2010/main">
        <mc:Choice Requires="p14">
          <p:contentPart r:id="rId226" p14:bwMode="auto">
            <p14:nvContentPartPr>
              <p14:cNvPr id="261" name="墨迹 260"/>
              <p14:cNvContentPartPr/>
              <p14:nvPr/>
            </p14:nvContentPartPr>
            <p14:xfrm>
              <a:off x="1321104" y="4980630"/>
              <a:ext cx="24569" cy="40304"/>
            </p14:xfrm>
          </p:contentPart>
        </mc:Choice>
        <mc:Fallback xmlns="">
          <p:pic>
            <p:nvPicPr>
              <p:cNvPr id="261" name="墨迹 260"/>
            </p:nvPicPr>
            <p:blipFill>
              <a:blip/>
            </p:blipFill>
            <p:spPr>
              <a:xfrm>
                <a:off x="1321104" y="4980630"/>
                <a:ext cx="24569" cy="40304"/>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262" name="墨迹 261"/>
              <p14:cNvContentPartPr/>
              <p14:nvPr/>
            </p14:nvContentPartPr>
            <p14:xfrm>
              <a:off x="1365833" y="4988187"/>
              <a:ext cx="22680" cy="62582"/>
            </p14:xfrm>
          </p:contentPart>
        </mc:Choice>
        <mc:Fallback xmlns="">
          <p:pic>
            <p:nvPicPr>
              <p:cNvPr id="262" name="墨迹 261"/>
            </p:nvPicPr>
            <p:blipFill>
              <a:blip/>
            </p:blipFill>
            <p:spPr>
              <a:xfrm>
                <a:off x="1365833" y="4988187"/>
                <a:ext cx="22680" cy="62582"/>
              </a:xfrm>
              <a:prstGeom prst="rect"/>
            </p:spPr>
          </p:pic>
        </mc:Fallback>
      </mc:AlternateContent>
      <mc:AlternateContent xmlns:mc="http://schemas.openxmlformats.org/markup-compatibility/2006" xmlns:p14="http://schemas.microsoft.com/office/powerpoint/2010/main">
        <mc:Choice Requires="p14">
          <p:contentPart r:id="rId228" p14:bwMode="auto">
            <p14:nvContentPartPr>
              <p14:cNvPr id="263" name="墨迹 262"/>
              <p14:cNvContentPartPr/>
              <p14:nvPr/>
            </p14:nvContentPartPr>
            <p14:xfrm>
              <a:off x="1421273" y="4935287"/>
              <a:ext cx="55439" cy="119025"/>
            </p14:xfrm>
          </p:contentPart>
        </mc:Choice>
        <mc:Fallback xmlns="">
          <p:pic>
            <p:nvPicPr>
              <p:cNvPr id="263" name="墨迹 262"/>
            </p:nvPicPr>
            <p:blipFill>
              <a:blip/>
            </p:blipFill>
            <p:spPr>
              <a:xfrm>
                <a:off x="1421273" y="4935287"/>
                <a:ext cx="55439" cy="119025"/>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264" name="墨迹 263"/>
              <p14:cNvContentPartPr/>
              <p14:nvPr/>
            </p14:nvContentPartPr>
            <p14:xfrm>
              <a:off x="1693429" y="4937806"/>
              <a:ext cx="100800" cy="137917"/>
            </p14:xfrm>
          </p:contentPart>
        </mc:Choice>
        <mc:Fallback xmlns="">
          <p:pic>
            <p:nvPicPr>
              <p:cNvPr id="264" name="墨迹 263"/>
            </p:nvPicPr>
            <p:blipFill>
              <a:blip/>
            </p:blipFill>
            <p:spPr>
              <a:xfrm>
                <a:off x="1693429" y="4937806"/>
                <a:ext cx="100800" cy="137917"/>
              </a:xfrm>
              <a:prstGeom prst="rect"/>
            </p:spPr>
          </p:pic>
        </mc:Fallback>
      </mc:AlternateContent>
      <mc:AlternateContent xmlns:mc="http://schemas.openxmlformats.org/markup-compatibility/2006" xmlns:p14="http://schemas.microsoft.com/office/powerpoint/2010/main">
        <mc:Choice Requires="p14">
          <p:contentPart r:id="rId230" p14:bwMode="auto">
            <p14:nvContentPartPr>
              <p14:cNvPr id="265" name="墨迹 264"/>
              <p14:cNvContentPartPr/>
              <p14:nvPr/>
            </p14:nvContentPartPr>
            <p14:xfrm>
              <a:off x="1749893" y="4912616"/>
              <a:ext cx="1110290" cy="201523"/>
            </p14:xfrm>
          </p:contentPart>
        </mc:Choice>
        <mc:Fallback xmlns="">
          <p:pic>
            <p:nvPicPr>
              <p:cNvPr id="265" name="墨迹 264"/>
            </p:nvPicPr>
            <p:blipFill>
              <a:blip/>
            </p:blipFill>
            <p:spPr>
              <a:xfrm>
                <a:off x="1749893" y="4912616"/>
                <a:ext cx="1110290" cy="201523"/>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266" name="墨迹 265"/>
              <p14:cNvContentPartPr/>
              <p14:nvPr/>
            </p14:nvContentPartPr>
            <p14:xfrm>
              <a:off x="2645039" y="4951031"/>
              <a:ext cx="139545" cy="122803"/>
            </p14:xfrm>
          </p:contentPart>
        </mc:Choice>
        <mc:Fallback xmlns="">
          <p:pic>
            <p:nvPicPr>
              <p:cNvPr id="266" name="墨迹 265"/>
            </p:nvPicPr>
            <p:blipFill>
              <a:blip/>
            </p:blipFill>
            <p:spPr>
              <a:xfrm>
                <a:off x="2645039" y="4951031"/>
                <a:ext cx="139545" cy="122803"/>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267" name="墨迹 266"/>
              <p14:cNvContentPartPr/>
              <p14:nvPr/>
            </p14:nvContentPartPr>
            <p14:xfrm>
              <a:off x="2700166" y="4989446"/>
              <a:ext cx="3778" cy="1260"/>
            </p14:xfrm>
          </p:contentPart>
        </mc:Choice>
        <mc:Fallback xmlns="">
          <p:pic>
            <p:nvPicPr>
              <p:cNvPr id="267" name="墨迹 266"/>
            </p:nvPicPr>
            <p:blipFill>
              <a:blip/>
            </p:blipFill>
            <p:spPr>
              <a:xfrm>
                <a:off x="2700166" y="4989446"/>
                <a:ext cx="3778" cy="1260"/>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268" name="墨迹 267"/>
              <p14:cNvContentPartPr/>
              <p14:nvPr/>
            </p14:nvContentPartPr>
            <p14:xfrm>
              <a:off x="2731664" y="4999523"/>
              <a:ext cx="70010" cy="39990"/>
            </p14:xfrm>
          </p:contentPart>
        </mc:Choice>
        <mc:Fallback xmlns="">
          <p:pic>
            <p:nvPicPr>
              <p:cNvPr id="268" name="墨迹 267"/>
            </p:nvPicPr>
            <p:blipFill>
              <a:blip/>
            </p:blipFill>
            <p:spPr>
              <a:xfrm>
                <a:off x="2731664" y="4999523"/>
                <a:ext cx="70010" cy="39990"/>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269" name="墨迹 268"/>
              <p14:cNvContentPartPr/>
              <p14:nvPr/>
            </p14:nvContentPartPr>
            <p14:xfrm>
              <a:off x="2693864" y="5027232"/>
              <a:ext cx="45360" cy="12831"/>
            </p14:xfrm>
          </p:contentPart>
        </mc:Choice>
        <mc:Fallback xmlns="">
          <p:pic>
            <p:nvPicPr>
              <p:cNvPr id="269" name="墨迹 268"/>
            </p:nvPicPr>
            <p:blipFill>
              <a:blip/>
            </p:blipFill>
            <p:spPr>
              <a:xfrm>
                <a:off x="2693864" y="5027232"/>
                <a:ext cx="45360" cy="12831"/>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270" name="墨迹 269"/>
              <p14:cNvContentPartPr/>
              <p14:nvPr/>
            </p14:nvContentPartPr>
            <p14:xfrm>
              <a:off x="4135297" y="4926077"/>
              <a:ext cx="55440" cy="54553"/>
            </p14:xfrm>
          </p:contentPart>
        </mc:Choice>
        <mc:Fallback xmlns="">
          <p:pic>
            <p:nvPicPr>
              <p:cNvPr id="270" name="墨迹 269"/>
            </p:nvPicPr>
            <p:blipFill>
              <a:blip/>
            </p:blipFill>
            <p:spPr>
              <a:xfrm>
                <a:off x="4135297" y="4926077"/>
                <a:ext cx="55440" cy="54553"/>
              </a:xfrm>
              <a:prstGeom prst="rect"/>
            </p:spPr>
          </p:pic>
        </mc:Fallback>
      </mc:AlternateContent>
      <mc:AlternateContent xmlns:mc="http://schemas.openxmlformats.org/markup-compatibility/2006" xmlns:p14="http://schemas.microsoft.com/office/powerpoint/2010/main">
        <mc:Choice Requires="p14">
          <p:contentPart r:id="rId236" p14:bwMode="auto">
            <p14:nvContentPartPr>
              <p14:cNvPr id="271" name="墨迹 270"/>
              <p14:cNvContentPartPr/>
              <p14:nvPr/>
            </p14:nvContentPartPr>
            <p14:xfrm>
              <a:off x="4175617" y="4935287"/>
              <a:ext cx="20160" cy="161218"/>
            </p14:xfrm>
          </p:contentPart>
        </mc:Choice>
        <mc:Fallback xmlns="">
          <p:pic>
            <p:nvPicPr>
              <p:cNvPr id="271" name="墨迹 270"/>
            </p:nvPicPr>
            <p:blipFill>
              <a:blip/>
            </p:blipFill>
            <p:spPr>
              <a:xfrm>
                <a:off x="4175617" y="4935287"/>
                <a:ext cx="20160" cy="161218"/>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272" name="墨迹 271"/>
              <p14:cNvContentPartPr/>
              <p14:nvPr/>
            </p14:nvContentPartPr>
            <p14:xfrm>
              <a:off x="4231057" y="4950402"/>
              <a:ext cx="28979" cy="142719"/>
            </p14:xfrm>
          </p:contentPart>
        </mc:Choice>
        <mc:Fallback xmlns="">
          <p:pic>
            <p:nvPicPr>
              <p:cNvPr id="272" name="墨迹 271"/>
            </p:nvPicPr>
            <p:blipFill>
              <a:blip/>
            </p:blipFill>
            <p:spPr>
              <a:xfrm>
                <a:off x="4231057" y="4950402"/>
                <a:ext cx="28979" cy="142719"/>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273" name="墨迹 272"/>
              <p14:cNvContentPartPr/>
              <p14:nvPr/>
            </p14:nvContentPartPr>
            <p14:xfrm>
              <a:off x="5586808" y="4989446"/>
              <a:ext cx="66307" cy="75965"/>
            </p14:xfrm>
          </p:contentPart>
        </mc:Choice>
        <mc:Fallback xmlns="">
          <p:pic>
            <p:nvPicPr>
              <p:cNvPr id="273" name="墨迹 272"/>
            </p:nvPicPr>
            <p:blipFill>
              <a:blip/>
            </p:blipFill>
            <p:spPr>
              <a:xfrm>
                <a:off x="5586808" y="4989446"/>
                <a:ext cx="66307" cy="75965"/>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274" name="墨迹 273"/>
              <p14:cNvContentPartPr/>
              <p14:nvPr/>
            </p14:nvContentPartPr>
            <p14:xfrm>
              <a:off x="4783562" y="4993225"/>
              <a:ext cx="47250" cy="70533"/>
            </p14:xfrm>
          </p:contentPart>
        </mc:Choice>
        <mc:Fallback xmlns="">
          <p:pic>
            <p:nvPicPr>
              <p:cNvPr id="274" name="墨迹 273"/>
            </p:nvPicPr>
            <p:blipFill>
              <a:blip/>
            </p:blipFill>
            <p:spPr>
              <a:xfrm>
                <a:off x="4783562" y="4993225"/>
                <a:ext cx="47250" cy="70533"/>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275" name="墨迹 274"/>
              <p14:cNvContentPartPr/>
              <p14:nvPr/>
            </p14:nvContentPartPr>
            <p14:xfrm>
              <a:off x="4853491" y="4960478"/>
              <a:ext cx="40320" cy="107059"/>
            </p14:xfrm>
          </p:contentPart>
        </mc:Choice>
        <mc:Fallback xmlns="">
          <p:pic>
            <p:nvPicPr>
              <p:cNvPr id="275" name="墨迹 274"/>
            </p:nvPicPr>
            <p:blipFill>
              <a:blip/>
            </p:blipFill>
            <p:spPr>
              <a:xfrm>
                <a:off x="4853491" y="4960478"/>
                <a:ext cx="40320" cy="107059"/>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276" name="墨迹 275"/>
              <p14:cNvContentPartPr/>
              <p14:nvPr/>
            </p14:nvContentPartPr>
            <p14:xfrm>
              <a:off x="4904522" y="5014007"/>
              <a:ext cx="37169" cy="52270"/>
            </p14:xfrm>
          </p:contentPart>
        </mc:Choice>
        <mc:Fallback xmlns="">
          <p:pic>
            <p:nvPicPr>
              <p:cNvPr id="276" name="墨迹 275"/>
            </p:nvPicPr>
            <p:blipFill>
              <a:blip/>
            </p:blipFill>
            <p:spPr>
              <a:xfrm>
                <a:off x="4904522" y="5014007"/>
                <a:ext cx="37169" cy="52270"/>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277" name="墨迹 276"/>
              <p14:cNvContentPartPr/>
              <p14:nvPr/>
            </p14:nvContentPartPr>
            <p14:xfrm>
              <a:off x="4960512" y="5007394"/>
              <a:ext cx="31579" cy="58883"/>
            </p14:xfrm>
          </p:contentPart>
        </mc:Choice>
        <mc:Fallback xmlns="">
          <p:pic>
            <p:nvPicPr>
              <p:cNvPr id="277" name="墨迹 276"/>
            </p:nvPicPr>
            <p:blipFill>
              <a:blip/>
            </p:blipFill>
            <p:spPr>
              <a:xfrm>
                <a:off x="4960512" y="5007394"/>
                <a:ext cx="31579" cy="58883"/>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278" name="墨迹 277"/>
              <p14:cNvContentPartPr/>
              <p14:nvPr/>
            </p14:nvContentPartPr>
            <p14:xfrm>
              <a:off x="5017291" y="4955755"/>
              <a:ext cx="64261" cy="123511"/>
            </p14:xfrm>
          </p:contentPart>
        </mc:Choice>
        <mc:Fallback xmlns="">
          <p:pic>
            <p:nvPicPr>
              <p:cNvPr id="278" name="墨迹 277"/>
            </p:nvPicPr>
            <p:blipFill>
              <a:blip/>
            </p:blipFill>
            <p:spPr>
              <a:xfrm>
                <a:off x="5017291" y="4955755"/>
                <a:ext cx="64261" cy="123511"/>
              </a:xfrm>
              <a:prstGeom prst="rect"/>
            </p:spPr>
          </p:pic>
        </mc:Fallback>
      </mc:AlternateContent>
      <mc:AlternateContent xmlns:mc="http://schemas.openxmlformats.org/markup-compatibility/2006" xmlns:p14="http://schemas.microsoft.com/office/powerpoint/2010/main">
        <mc:Choice Requires="p14">
          <p:contentPart r:id="rId244" p14:bwMode="auto">
            <p14:nvContentPartPr>
              <p14:cNvPr id="279" name="墨迹 278"/>
              <p14:cNvContentPartPr/>
              <p14:nvPr/>
            </p14:nvContentPartPr>
            <p14:xfrm>
              <a:off x="5213850" y="4995744"/>
              <a:ext cx="45360" cy="89504"/>
            </p14:xfrm>
          </p:contentPart>
        </mc:Choice>
        <mc:Fallback xmlns="">
          <p:pic>
            <p:nvPicPr>
              <p:cNvPr id="279" name="墨迹 278"/>
            </p:nvPicPr>
            <p:blipFill>
              <a:blip/>
            </p:blipFill>
            <p:spPr>
              <a:xfrm>
                <a:off x="5213850" y="4995744"/>
                <a:ext cx="45360" cy="89504"/>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280" name="墨迹 279"/>
              <p14:cNvContentPartPr/>
              <p14:nvPr/>
            </p14:nvContentPartPr>
            <p14:xfrm>
              <a:off x="5255194" y="5031876"/>
              <a:ext cx="41816" cy="53294"/>
            </p14:xfrm>
          </p:contentPart>
        </mc:Choice>
        <mc:Fallback xmlns="">
          <p:pic>
            <p:nvPicPr>
              <p:cNvPr id="280" name="墨迹 279"/>
            </p:nvPicPr>
            <p:blipFill>
              <a:blip/>
            </p:blipFill>
            <p:spPr>
              <a:xfrm>
                <a:off x="5255194" y="5031876"/>
                <a:ext cx="41816" cy="53294"/>
              </a:xfrm>
              <a:prstGeom prst="rect"/>
            </p:spPr>
          </p:pic>
        </mc:Fallback>
      </mc:AlternateContent>
      <mc:AlternateContent xmlns:mc="http://schemas.openxmlformats.org/markup-compatibility/2006" xmlns:p14="http://schemas.microsoft.com/office/powerpoint/2010/main">
        <mc:Choice Requires="p14">
          <p:contentPart r:id="rId246" p14:bwMode="auto">
            <p14:nvContentPartPr>
              <p14:cNvPr id="281" name="墨迹 280"/>
              <p14:cNvContentPartPr/>
              <p14:nvPr/>
            </p14:nvContentPartPr>
            <p14:xfrm>
              <a:off x="5322209" y="5024398"/>
              <a:ext cx="64889" cy="49436"/>
            </p14:xfrm>
          </p:contentPart>
        </mc:Choice>
        <mc:Fallback xmlns="">
          <p:pic>
            <p:nvPicPr>
              <p:cNvPr id="281" name="墨迹 280"/>
            </p:nvPicPr>
            <p:blipFill>
              <a:blip/>
            </p:blipFill>
            <p:spPr>
              <a:xfrm>
                <a:off x="5322209" y="5024398"/>
                <a:ext cx="64889" cy="49436"/>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282" name="墨迹 281"/>
              <p14:cNvContentPartPr/>
              <p14:nvPr/>
            </p14:nvContentPartPr>
            <p14:xfrm>
              <a:off x="5406236" y="5025972"/>
              <a:ext cx="43234" cy="50381"/>
            </p14:xfrm>
          </p:contentPart>
        </mc:Choice>
        <mc:Fallback xmlns="">
          <p:pic>
            <p:nvPicPr>
              <p:cNvPr id="282" name="墨迹 281"/>
            </p:nvPicPr>
            <p:blipFill>
              <a:blip/>
            </p:blipFill>
            <p:spPr>
              <a:xfrm>
                <a:off x="5406236" y="5025972"/>
                <a:ext cx="43234" cy="50381"/>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283" name="墨迹 282"/>
              <p14:cNvContentPartPr/>
              <p14:nvPr/>
            </p14:nvContentPartPr>
            <p14:xfrm>
              <a:off x="5459157" y="5034395"/>
              <a:ext cx="36932" cy="37235"/>
            </p14:xfrm>
          </p:contentPart>
        </mc:Choice>
        <mc:Fallback xmlns="">
          <p:pic>
            <p:nvPicPr>
              <p:cNvPr id="283" name="墨迹 282"/>
            </p:nvPicPr>
            <p:blipFill>
              <a:blip/>
            </p:blipFill>
            <p:spPr>
              <a:xfrm>
                <a:off x="5459157" y="5034395"/>
                <a:ext cx="36932" cy="37235"/>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284" name="墨迹 283"/>
              <p14:cNvContentPartPr/>
              <p14:nvPr/>
            </p14:nvContentPartPr>
            <p14:xfrm>
              <a:off x="5511206" y="5031011"/>
              <a:ext cx="17642" cy="34400"/>
            </p14:xfrm>
          </p:contentPart>
        </mc:Choice>
        <mc:Fallback xmlns="">
          <p:pic>
            <p:nvPicPr>
              <p:cNvPr id="284" name="墨迹 283"/>
            </p:nvPicPr>
            <p:blipFill>
              <a:blip/>
            </p:blipFill>
            <p:spPr>
              <a:xfrm>
                <a:off x="5511206" y="5031011"/>
                <a:ext cx="17642" cy="34400"/>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285" name="墨迹 284"/>
              <p14:cNvContentPartPr/>
              <p14:nvPr/>
            </p14:nvContentPartPr>
            <p14:xfrm>
              <a:off x="5538928" y="4941900"/>
              <a:ext cx="39690" cy="126896"/>
            </p14:xfrm>
          </p:contentPart>
        </mc:Choice>
        <mc:Fallback xmlns="">
          <p:pic>
            <p:nvPicPr>
              <p:cNvPr id="285" name="墨迹 284"/>
            </p:nvPicPr>
            <p:blipFill>
              <a:blip/>
            </p:blipFill>
            <p:spPr>
              <a:xfrm>
                <a:off x="5538928" y="4941900"/>
                <a:ext cx="39690" cy="126896"/>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286" name="墨迹 285"/>
              <p14:cNvContentPartPr/>
              <p14:nvPr/>
            </p14:nvContentPartPr>
            <p14:xfrm>
              <a:off x="212544" y="5257409"/>
              <a:ext cx="218373" cy="246236"/>
            </p14:xfrm>
          </p:contentPart>
        </mc:Choice>
        <mc:Fallback xmlns="">
          <p:pic>
            <p:nvPicPr>
              <p:cNvPr id="286" name="墨迹 285"/>
            </p:nvPicPr>
            <p:blipFill>
              <a:blip/>
            </p:blipFill>
            <p:spPr>
              <a:xfrm>
                <a:off x="212544" y="5257409"/>
                <a:ext cx="218373" cy="246236"/>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287" name="墨迹 286"/>
              <p14:cNvContentPartPr/>
              <p14:nvPr/>
            </p14:nvContentPartPr>
            <p14:xfrm>
              <a:off x="516597" y="5375331"/>
              <a:ext cx="75600" cy="67070"/>
            </p14:xfrm>
          </p:contentPart>
        </mc:Choice>
        <mc:Fallback xmlns="">
          <p:pic>
            <p:nvPicPr>
              <p:cNvPr id="287" name="墨迹 286"/>
            </p:nvPicPr>
            <p:blipFill>
              <a:blip/>
            </p:blipFill>
            <p:spPr>
              <a:xfrm>
                <a:off x="516597" y="5375331"/>
                <a:ext cx="75600" cy="67070"/>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288" name="墨迹 287"/>
              <p14:cNvContentPartPr/>
              <p14:nvPr/>
            </p14:nvContentPartPr>
            <p14:xfrm>
              <a:off x="612357" y="5371081"/>
              <a:ext cx="30239" cy="70533"/>
            </p14:xfrm>
          </p:contentPart>
        </mc:Choice>
        <mc:Fallback xmlns="">
          <p:pic>
            <p:nvPicPr>
              <p:cNvPr id="288" name="墨迹 287"/>
            </p:nvPicPr>
            <p:blipFill>
              <a:blip/>
            </p:blipFill>
            <p:spPr>
              <a:xfrm>
                <a:off x="612357" y="5371081"/>
                <a:ext cx="30239" cy="70533"/>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289" name="墨迹 288"/>
              <p14:cNvContentPartPr/>
              <p14:nvPr/>
            </p14:nvContentPartPr>
            <p14:xfrm>
              <a:off x="676222" y="5371081"/>
              <a:ext cx="31894" cy="60457"/>
            </p14:xfrm>
          </p:contentPart>
        </mc:Choice>
        <mc:Fallback xmlns="">
          <p:pic>
            <p:nvPicPr>
              <p:cNvPr id="289" name="墨迹 288"/>
            </p:nvPicPr>
            <p:blipFill>
              <a:blip/>
            </p:blipFill>
            <p:spPr>
              <a:xfrm>
                <a:off x="676222" y="5371081"/>
                <a:ext cx="31894" cy="60457"/>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290" name="墨迹 289"/>
              <p14:cNvContentPartPr/>
              <p14:nvPr/>
            </p14:nvContentPartPr>
            <p14:xfrm>
              <a:off x="725441" y="5378637"/>
              <a:ext cx="35595" cy="54317"/>
            </p14:xfrm>
          </p:contentPart>
        </mc:Choice>
        <mc:Fallback xmlns="">
          <p:pic>
            <p:nvPicPr>
              <p:cNvPr id="290" name="墨迹 289"/>
            </p:nvPicPr>
            <p:blipFill>
              <a:blip/>
            </p:blipFill>
            <p:spPr>
              <a:xfrm>
                <a:off x="725441" y="5378637"/>
                <a:ext cx="35595" cy="54317"/>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291" name="墨迹 290"/>
              <p14:cNvContentPartPr/>
              <p14:nvPr/>
            </p14:nvContentPartPr>
            <p14:xfrm>
              <a:off x="856795" y="5343371"/>
              <a:ext cx="12600" cy="93204"/>
            </p14:xfrm>
          </p:contentPart>
        </mc:Choice>
        <mc:Fallback xmlns="">
          <p:pic>
            <p:nvPicPr>
              <p:cNvPr id="291" name="墨迹 290"/>
            </p:nvPicPr>
            <p:blipFill>
              <a:blip/>
            </p:blipFill>
            <p:spPr>
              <a:xfrm>
                <a:off x="856795" y="5343371"/>
                <a:ext cx="12600" cy="93204"/>
              </a:xfrm>
              <a:prstGeom prst="rect"/>
            </p:spPr>
          </p:pic>
        </mc:Fallback>
      </mc:AlternateContent>
      <mc:AlternateContent xmlns:mc="http://schemas.openxmlformats.org/markup-compatibility/2006" xmlns:p14="http://schemas.microsoft.com/office/powerpoint/2010/main">
        <mc:Choice Requires="p14">
          <p:contentPart r:id="rId257" p14:bwMode="auto">
            <p14:nvContentPartPr>
              <p14:cNvPr id="292" name="墨迹 291"/>
              <p14:cNvContentPartPr/>
              <p14:nvPr/>
            </p14:nvContentPartPr>
            <p14:xfrm>
              <a:off x="579597" y="5611491"/>
              <a:ext cx="67172" cy="127369"/>
            </p14:xfrm>
          </p:contentPart>
        </mc:Choice>
        <mc:Fallback xmlns="">
          <p:pic>
            <p:nvPicPr>
              <p:cNvPr id="292" name="墨迹 291"/>
            </p:nvPicPr>
            <p:blipFill>
              <a:blip/>
            </p:blipFill>
            <p:spPr>
              <a:xfrm>
                <a:off x="579597" y="5611491"/>
                <a:ext cx="67172" cy="127369"/>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293" name="墨迹 292"/>
              <p14:cNvContentPartPr/>
              <p14:nvPr/>
            </p14:nvContentPartPr>
            <p14:xfrm>
              <a:off x="618340" y="5683441"/>
              <a:ext cx="69616" cy="10076"/>
            </p14:xfrm>
          </p:contentPart>
        </mc:Choice>
        <mc:Fallback xmlns="">
          <p:pic>
            <p:nvPicPr>
              <p:cNvPr id="293" name="墨迹 292"/>
            </p:nvPicPr>
            <p:blipFill>
              <a:blip/>
            </p:blipFill>
            <p:spPr>
              <a:xfrm>
                <a:off x="618340" y="5683441"/>
                <a:ext cx="69616" cy="10076"/>
              </a:xfrm>
              <a:prstGeom prst="rect"/>
            </p:spPr>
          </p:pic>
        </mc:Fallback>
      </mc:AlternateContent>
      <mc:AlternateContent xmlns:mc="http://schemas.openxmlformats.org/markup-compatibility/2006" xmlns:p14="http://schemas.microsoft.com/office/powerpoint/2010/main">
        <mc:Choice Requires="p14">
          <p:contentPart r:id="rId259" p14:bwMode="auto">
            <p14:nvContentPartPr>
              <p14:cNvPr id="294" name="墨迹 293"/>
              <p14:cNvContentPartPr/>
              <p14:nvPr/>
            </p14:nvContentPartPr>
            <p14:xfrm>
              <a:off x="706461" y="5679270"/>
              <a:ext cx="52055" cy="48255"/>
            </p14:xfrm>
          </p:contentPart>
        </mc:Choice>
        <mc:Fallback xmlns="">
          <p:pic>
            <p:nvPicPr>
              <p:cNvPr id="294" name="墨迹 293"/>
            </p:nvPicPr>
            <p:blipFill>
              <a:blip/>
            </p:blipFill>
            <p:spPr>
              <a:xfrm>
                <a:off x="706461" y="5679270"/>
                <a:ext cx="52055" cy="48255"/>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295" name="墨迹 294"/>
              <p14:cNvContentPartPr/>
              <p14:nvPr/>
            </p14:nvContentPartPr>
            <p14:xfrm>
              <a:off x="793796" y="5674389"/>
              <a:ext cx="30240" cy="42744"/>
            </p14:xfrm>
          </p:contentPart>
        </mc:Choice>
        <mc:Fallback xmlns="">
          <p:pic>
            <p:nvPicPr>
              <p:cNvPr id="295" name="墨迹 294"/>
            </p:nvPicPr>
            <p:blipFill>
              <a:blip/>
            </p:blipFill>
            <p:spPr>
              <a:xfrm>
                <a:off x="793796" y="5674389"/>
                <a:ext cx="30240" cy="42744"/>
              </a:xfrm>
              <a:prstGeom prst="rect"/>
            </p:spPr>
          </p:pic>
        </mc:Fallback>
      </mc:AlternateContent>
      <mc:AlternateContent xmlns:mc="http://schemas.openxmlformats.org/markup-compatibility/2006" xmlns:p14="http://schemas.microsoft.com/office/powerpoint/2010/main">
        <mc:Choice Requires="p14">
          <p:contentPart r:id="rId261" p14:bwMode="auto">
            <p14:nvContentPartPr>
              <p14:cNvPr id="296" name="墨迹 295"/>
              <p14:cNvContentPartPr/>
              <p14:nvPr/>
            </p14:nvContentPartPr>
            <p14:xfrm>
              <a:off x="846715" y="5599526"/>
              <a:ext cx="80640" cy="140909"/>
            </p14:xfrm>
          </p:contentPart>
        </mc:Choice>
        <mc:Fallback xmlns="">
          <p:pic>
            <p:nvPicPr>
              <p:cNvPr id="296" name="墨迹 295"/>
            </p:nvPicPr>
            <p:blipFill>
              <a:blip/>
            </p:blipFill>
            <p:spPr>
              <a:xfrm>
                <a:off x="846715" y="5599526"/>
                <a:ext cx="80640" cy="140909"/>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297" name="墨迹 296"/>
              <p14:cNvContentPartPr/>
              <p14:nvPr/>
            </p14:nvContentPartPr>
            <p14:xfrm>
              <a:off x="1030675" y="5605351"/>
              <a:ext cx="5040" cy="57938"/>
            </p14:xfrm>
          </p:contentPart>
        </mc:Choice>
        <mc:Fallback xmlns="">
          <p:pic>
            <p:nvPicPr>
              <p:cNvPr id="297" name="墨迹 296"/>
            </p:nvPicPr>
            <p:blipFill>
              <a:blip/>
            </p:blipFill>
            <p:spPr>
              <a:xfrm>
                <a:off x="1030675" y="5605351"/>
                <a:ext cx="5040" cy="57938"/>
              </a:xfrm>
              <a:prstGeom prst="rect"/>
            </p:spPr>
          </p:pic>
        </mc:Fallback>
      </mc:AlternateContent>
      <mc:AlternateContent xmlns:mc="http://schemas.openxmlformats.org/markup-compatibility/2006" xmlns:p14="http://schemas.microsoft.com/office/powerpoint/2010/main">
        <mc:Choice Requires="p14">
          <p:contentPart r:id="rId263" p14:bwMode="auto">
            <p14:nvContentPartPr>
              <p14:cNvPr id="298" name="墨迹 297"/>
              <p14:cNvContentPartPr/>
              <p14:nvPr/>
            </p14:nvContentPartPr>
            <p14:xfrm>
              <a:off x="1040752" y="5723746"/>
              <a:ext cx="5043" cy="20153"/>
            </p14:xfrm>
          </p:contentPart>
        </mc:Choice>
        <mc:Fallback xmlns="">
          <p:pic>
            <p:nvPicPr>
              <p:cNvPr id="298" name="墨迹 297"/>
            </p:nvPicPr>
            <p:blipFill>
              <a:blip/>
            </p:blipFill>
            <p:spPr>
              <a:xfrm>
                <a:off x="1040752" y="5723746"/>
                <a:ext cx="5043" cy="20153"/>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299" name="墨迹 298"/>
              <p14:cNvContentPartPr/>
              <p14:nvPr/>
            </p14:nvContentPartPr>
            <p14:xfrm>
              <a:off x="866875" y="5821988"/>
              <a:ext cx="78120" cy="69274"/>
            </p14:xfrm>
          </p:contentPart>
        </mc:Choice>
        <mc:Fallback xmlns="">
          <p:pic>
            <p:nvPicPr>
              <p:cNvPr id="299" name="墨迹 298"/>
            </p:nvPicPr>
            <p:blipFill>
              <a:blip/>
            </p:blipFill>
            <p:spPr>
              <a:xfrm>
                <a:off x="866875" y="5821988"/>
                <a:ext cx="78120" cy="69274"/>
              </a:xfrm>
              <a:prstGeom prst="rect"/>
            </p:spPr>
          </p:pic>
        </mc:Fallback>
      </mc:AlternateContent>
      <mc:AlternateContent xmlns:mc="http://schemas.openxmlformats.org/markup-compatibility/2006" xmlns:p14="http://schemas.microsoft.com/office/powerpoint/2010/main">
        <mc:Choice Requires="p14">
          <p:contentPart r:id="rId265" p14:bwMode="auto">
            <p14:nvContentPartPr>
              <p14:cNvPr id="300" name="墨迹 299"/>
              <p14:cNvContentPartPr/>
              <p14:nvPr/>
            </p14:nvContentPartPr>
            <p14:xfrm>
              <a:off x="943340" y="5819469"/>
              <a:ext cx="64655" cy="47862"/>
            </p14:xfrm>
          </p:contentPart>
        </mc:Choice>
        <mc:Fallback xmlns="">
          <p:pic>
            <p:nvPicPr>
              <p:cNvPr id="300" name="墨迹 299"/>
            </p:nvPicPr>
            <p:blipFill>
              <a:blip/>
            </p:blipFill>
            <p:spPr>
              <a:xfrm>
                <a:off x="943340" y="5819469"/>
                <a:ext cx="64655" cy="47862"/>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301" name="墨迹 300"/>
              <p14:cNvContentPartPr/>
              <p14:nvPr/>
            </p14:nvContentPartPr>
            <p14:xfrm>
              <a:off x="931449" y="5874888"/>
              <a:ext cx="42525" cy="31488"/>
            </p14:xfrm>
          </p:contentPart>
        </mc:Choice>
        <mc:Fallback xmlns="">
          <p:pic>
            <p:nvPicPr>
              <p:cNvPr id="301" name="墨迹 300"/>
            </p:nvPicPr>
            <p:blipFill>
              <a:blip/>
            </p:blipFill>
            <p:spPr>
              <a:xfrm>
                <a:off x="931449" y="5874888"/>
                <a:ext cx="42525" cy="31488"/>
              </a:xfrm>
              <a:prstGeom prst="rect"/>
            </p:spPr>
          </p:pic>
        </mc:Fallback>
      </mc:AlternateContent>
      <mc:AlternateContent xmlns:mc="http://schemas.openxmlformats.org/markup-compatibility/2006" xmlns:p14="http://schemas.microsoft.com/office/powerpoint/2010/main">
        <mc:Choice Requires="p14">
          <p:contentPart r:id="rId267" p14:bwMode="auto">
            <p14:nvContentPartPr>
              <p14:cNvPr id="302" name="墨迹 301"/>
              <p14:cNvContentPartPr/>
              <p14:nvPr/>
            </p14:nvContentPartPr>
            <p14:xfrm>
              <a:off x="975235" y="5849698"/>
              <a:ext cx="10080" cy="47862"/>
            </p14:xfrm>
          </p:contentPart>
        </mc:Choice>
        <mc:Fallback xmlns="">
          <p:pic>
            <p:nvPicPr>
              <p:cNvPr id="302" name="墨迹 301"/>
            </p:nvPicPr>
            <p:blipFill>
              <a:blip/>
            </p:blipFill>
            <p:spPr>
              <a:xfrm>
                <a:off x="975235" y="5849698"/>
                <a:ext cx="10080" cy="47862"/>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303" name="墨迹 302"/>
              <p14:cNvContentPartPr/>
              <p14:nvPr/>
            </p14:nvContentPartPr>
            <p14:xfrm>
              <a:off x="637556" y="5968092"/>
              <a:ext cx="23939" cy="155315"/>
            </p14:xfrm>
          </p:contentPart>
        </mc:Choice>
        <mc:Fallback xmlns="">
          <p:pic>
            <p:nvPicPr>
              <p:cNvPr id="303" name="墨迹 302"/>
            </p:nvPicPr>
            <p:blipFill>
              <a:blip/>
            </p:blipFill>
            <p:spPr>
              <a:xfrm>
                <a:off x="637556" y="5968092"/>
                <a:ext cx="23939" cy="155315"/>
              </a:xfrm>
              <a:prstGeom prst="rect"/>
            </p:spPr>
          </p:pic>
        </mc:Fallback>
      </mc:AlternateContent>
      <mc:AlternateContent xmlns:mc="http://schemas.openxmlformats.org/markup-compatibility/2006" xmlns:p14="http://schemas.microsoft.com/office/powerpoint/2010/main">
        <mc:Choice Requires="p14">
          <p:contentPart r:id="rId269" p14:bwMode="auto">
            <p14:nvContentPartPr>
              <p14:cNvPr id="304" name="墨迹 303"/>
              <p14:cNvContentPartPr/>
              <p14:nvPr/>
            </p14:nvContentPartPr>
            <p14:xfrm>
              <a:off x="670316" y="5932826"/>
              <a:ext cx="1053353" cy="301025"/>
            </p14:xfrm>
          </p:contentPart>
        </mc:Choice>
        <mc:Fallback xmlns="">
          <p:pic>
            <p:nvPicPr>
              <p:cNvPr id="304" name="墨迹 303"/>
            </p:nvPicPr>
            <p:blipFill>
              <a:blip/>
            </p:blipFill>
            <p:spPr>
              <a:xfrm>
                <a:off x="670316" y="5932826"/>
                <a:ext cx="1053353" cy="301025"/>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305" name="墨迹 304"/>
              <p14:cNvContentPartPr/>
              <p14:nvPr/>
            </p14:nvContentPartPr>
            <p14:xfrm>
              <a:off x="675354" y="6056259"/>
              <a:ext cx="8821" cy="153661"/>
            </p14:xfrm>
          </p:contentPart>
        </mc:Choice>
        <mc:Fallback xmlns="">
          <p:pic>
            <p:nvPicPr>
              <p:cNvPr id="305" name="墨迹 304"/>
            </p:nvPicPr>
            <p:blipFill>
              <a:blip/>
            </p:blipFill>
            <p:spPr>
              <a:xfrm>
                <a:off x="675354" y="6056259"/>
                <a:ext cx="8821" cy="153661"/>
              </a:xfrm>
              <a:prstGeom prst="rect"/>
            </p:spPr>
          </p:pic>
        </mc:Fallback>
      </mc:AlternateContent>
      <mc:AlternateContent xmlns:mc="http://schemas.openxmlformats.org/markup-compatibility/2006" xmlns:p14="http://schemas.microsoft.com/office/powerpoint/2010/main">
        <mc:Choice Requires="p14">
          <p:contentPart r:id="rId271" p14:bwMode="auto">
            <p14:nvContentPartPr>
              <p14:cNvPr id="306" name="墨迹 305"/>
              <p14:cNvContentPartPr/>
              <p14:nvPr/>
            </p14:nvContentPartPr>
            <p14:xfrm>
              <a:off x="682916" y="6159539"/>
              <a:ext cx="1007993" cy="37786"/>
            </p14:xfrm>
          </p:contentPart>
        </mc:Choice>
        <mc:Fallback xmlns="">
          <p:pic>
            <p:nvPicPr>
              <p:cNvPr id="306" name="墨迹 305"/>
            </p:nvPicPr>
            <p:blipFill>
              <a:blip/>
            </p:blipFill>
            <p:spPr>
              <a:xfrm>
                <a:off x="682916" y="6159539"/>
                <a:ext cx="1007993" cy="37786"/>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307" name="墨迹 306"/>
              <p14:cNvContentPartPr/>
              <p14:nvPr/>
            </p14:nvContentPartPr>
            <p14:xfrm>
              <a:off x="723864" y="5981317"/>
              <a:ext cx="104187" cy="131856"/>
            </p14:xfrm>
          </p:contentPart>
        </mc:Choice>
        <mc:Fallback xmlns="">
          <p:pic>
            <p:nvPicPr>
              <p:cNvPr id="307" name="墨迹 306"/>
            </p:nvPicPr>
            <p:blipFill>
              <a:blip/>
            </p:blipFill>
            <p:spPr>
              <a:xfrm>
                <a:off x="723864" y="5981317"/>
                <a:ext cx="104187" cy="131856"/>
              </a:xfrm>
              <a:prstGeom prst="rect"/>
            </p:spPr>
          </p:pic>
        </mc:Fallback>
      </mc:AlternateContent>
      <mc:AlternateContent xmlns:mc="http://schemas.openxmlformats.org/markup-compatibility/2006" xmlns:p14="http://schemas.microsoft.com/office/powerpoint/2010/main">
        <mc:Choice Requires="p14">
          <p:contentPart r:id="rId273" p14:bwMode="auto">
            <p14:nvContentPartPr>
              <p14:cNvPr id="308" name="墨迹 307"/>
              <p14:cNvContentPartPr/>
              <p14:nvPr/>
            </p14:nvContentPartPr>
            <p14:xfrm>
              <a:off x="864355" y="6018473"/>
              <a:ext cx="54179" cy="50381"/>
            </p14:xfrm>
          </p:contentPart>
        </mc:Choice>
        <mc:Fallback xmlns="">
          <p:pic>
            <p:nvPicPr>
              <p:cNvPr id="308" name="墨迹 307"/>
            </p:nvPicPr>
            <p:blipFill>
              <a:blip/>
            </p:blipFill>
            <p:spPr>
              <a:xfrm>
                <a:off x="864355" y="6018473"/>
                <a:ext cx="54179" cy="50381"/>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309" name="墨迹 308"/>
              <p14:cNvContentPartPr/>
              <p14:nvPr/>
            </p14:nvContentPartPr>
            <p14:xfrm>
              <a:off x="939953" y="6001706"/>
              <a:ext cx="22682" cy="58331"/>
            </p14:xfrm>
          </p:contentPart>
        </mc:Choice>
        <mc:Fallback xmlns="">
          <p:pic>
            <p:nvPicPr>
              <p:cNvPr id="309" name="墨迹 308"/>
            </p:nvPicPr>
            <p:blipFill>
              <a:blip/>
            </p:blipFill>
            <p:spPr>
              <a:xfrm>
                <a:off x="939953" y="6001706"/>
                <a:ext cx="22682" cy="58331"/>
              </a:xfrm>
              <a:prstGeom prst="rect"/>
            </p:spPr>
          </p:pic>
        </mc:Fallback>
      </mc:AlternateContent>
      <mc:AlternateContent xmlns:mc="http://schemas.openxmlformats.org/markup-compatibility/2006" xmlns:p14="http://schemas.microsoft.com/office/powerpoint/2010/main">
        <mc:Choice Requires="p14">
          <p:contentPart r:id="rId275" p14:bwMode="auto">
            <p14:nvContentPartPr>
              <p14:cNvPr id="310" name="墨迹 309"/>
              <p14:cNvContentPartPr/>
              <p14:nvPr/>
            </p14:nvContentPartPr>
            <p14:xfrm>
              <a:off x="985315" y="6003359"/>
              <a:ext cx="32760" cy="45343"/>
            </p14:xfrm>
          </p:contentPart>
        </mc:Choice>
        <mc:Fallback xmlns="">
          <p:pic>
            <p:nvPicPr>
              <p:cNvPr id="310" name="墨迹 309"/>
            </p:nvPicPr>
            <p:blipFill>
              <a:blip/>
            </p:blipFill>
            <p:spPr>
              <a:xfrm>
                <a:off x="985315" y="6003359"/>
                <a:ext cx="32760" cy="45343"/>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311" name="墨迹 310"/>
              <p14:cNvContentPartPr/>
              <p14:nvPr/>
            </p14:nvContentPartPr>
            <p14:xfrm>
              <a:off x="1040439" y="5995802"/>
              <a:ext cx="33075" cy="45972"/>
            </p14:xfrm>
          </p:contentPart>
        </mc:Choice>
        <mc:Fallback xmlns="">
          <p:pic>
            <p:nvPicPr>
              <p:cNvPr id="311" name="墨迹 310"/>
            </p:nvPicPr>
            <p:blipFill>
              <a:blip/>
            </p:blipFill>
            <p:spPr>
              <a:xfrm>
                <a:off x="1040439" y="5995802"/>
                <a:ext cx="33075" cy="45972"/>
              </a:xfrm>
              <a:prstGeom prst="rect"/>
            </p:spPr>
          </p:pic>
        </mc:Fallback>
      </mc:AlternateContent>
      <mc:AlternateContent xmlns:mc="http://schemas.openxmlformats.org/markup-compatibility/2006" xmlns:p14="http://schemas.microsoft.com/office/powerpoint/2010/main">
        <mc:Choice Requires="p14">
          <p:contentPart r:id="rId277" p14:bwMode="auto">
            <p14:nvContentPartPr>
              <p14:cNvPr id="312" name="墨迹 311"/>
              <p14:cNvContentPartPr/>
              <p14:nvPr/>
            </p14:nvContentPartPr>
            <p14:xfrm>
              <a:off x="1118874" y="5983206"/>
              <a:ext cx="34019" cy="62976"/>
            </p14:xfrm>
          </p:contentPart>
        </mc:Choice>
        <mc:Fallback xmlns="">
          <p:pic>
            <p:nvPicPr>
              <p:cNvPr id="312" name="墨迹 311"/>
            </p:nvPicPr>
            <p:blipFill>
              <a:blip/>
            </p:blipFill>
            <p:spPr>
              <a:xfrm>
                <a:off x="1118874" y="5983206"/>
                <a:ext cx="34019" cy="62976"/>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313" name="墨迹 312"/>
              <p14:cNvContentPartPr/>
              <p14:nvPr/>
            </p14:nvContentPartPr>
            <p14:xfrm>
              <a:off x="979556" y="6079955"/>
              <a:ext cx="32291" cy="62292"/>
            </p14:xfrm>
          </p:contentPart>
        </mc:Choice>
        <mc:Fallback xmlns="">
          <p:pic>
            <p:nvPicPr>
              <p:cNvPr id="313" name="墨迹 312"/>
            </p:nvPicPr>
            <p:blipFill>
              <a:blip/>
            </p:blipFill>
            <p:spPr>
              <a:xfrm>
                <a:off x="979556" y="6079955"/>
                <a:ext cx="32291" cy="62292"/>
              </a:xfrm>
              <a:prstGeom prst="rect"/>
            </p:spPr>
          </p:pic>
        </mc:Fallback>
      </mc:AlternateContent>
      <mc:AlternateContent xmlns:mc="http://schemas.openxmlformats.org/markup-compatibility/2006" xmlns:p14="http://schemas.microsoft.com/office/powerpoint/2010/main">
        <mc:Choice Requires="p14">
          <p:contentPart r:id="rId279" p14:bwMode="auto">
            <p14:nvContentPartPr>
              <p14:cNvPr id="314" name="墨迹 313"/>
              <p14:cNvContentPartPr/>
              <p14:nvPr/>
            </p14:nvContentPartPr>
            <p14:xfrm>
              <a:off x="980202" y="6132952"/>
              <a:ext cx="37519" cy="11877"/>
            </p14:xfrm>
          </p:contentPart>
        </mc:Choice>
        <mc:Fallback xmlns="">
          <p:pic>
            <p:nvPicPr>
              <p:cNvPr id="314" name="墨迹 313"/>
            </p:nvPicPr>
            <p:blipFill>
              <a:blip/>
            </p:blipFill>
            <p:spPr>
              <a:xfrm>
                <a:off x="980202" y="6132952"/>
                <a:ext cx="37519" cy="11877"/>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315" name="墨迹 314"/>
              <p14:cNvContentPartPr/>
              <p14:nvPr/>
            </p14:nvContentPartPr>
            <p14:xfrm>
              <a:off x="1098248" y="6097836"/>
              <a:ext cx="51726" cy="4131"/>
            </p14:xfrm>
          </p:contentPart>
        </mc:Choice>
        <mc:Fallback xmlns="">
          <p:pic>
            <p:nvPicPr>
              <p:cNvPr id="315" name="墨迹 314"/>
            </p:nvPicPr>
            <p:blipFill>
              <a:blip/>
            </p:blipFill>
            <p:spPr>
              <a:xfrm>
                <a:off x="1098248" y="6097836"/>
                <a:ext cx="51726" cy="4131"/>
              </a:xfrm>
              <a:prstGeom prst="rect"/>
            </p:spPr>
          </p:pic>
        </mc:Fallback>
      </mc:AlternateContent>
      <mc:AlternateContent xmlns:mc="http://schemas.openxmlformats.org/markup-compatibility/2006" xmlns:p14="http://schemas.microsoft.com/office/powerpoint/2010/main">
        <mc:Choice Requires="p14">
          <p:contentPart r:id="rId281" p14:bwMode="auto">
            <p14:nvContentPartPr>
              <p14:cNvPr id="316" name="墨迹 315"/>
              <p14:cNvContentPartPr/>
              <p14:nvPr/>
            </p14:nvContentPartPr>
            <p14:xfrm>
              <a:off x="1113812" y="6081310"/>
              <a:ext cx="36162" cy="72557"/>
            </p14:xfrm>
          </p:contentPart>
        </mc:Choice>
        <mc:Fallback xmlns="">
          <p:pic>
            <p:nvPicPr>
              <p:cNvPr id="316" name="墨迹 315"/>
            </p:nvPicPr>
            <p:blipFill>
              <a:blip/>
            </p:blipFill>
            <p:spPr>
              <a:xfrm>
                <a:off x="1113812" y="6081310"/>
                <a:ext cx="36162" cy="72557"/>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317" name="墨迹 316"/>
              <p14:cNvContentPartPr/>
              <p14:nvPr/>
            </p14:nvContentPartPr>
            <p14:xfrm>
              <a:off x="1161338" y="6075113"/>
              <a:ext cx="36163" cy="78495"/>
            </p14:xfrm>
          </p:contentPart>
        </mc:Choice>
        <mc:Fallback xmlns="">
          <p:pic>
            <p:nvPicPr>
              <p:cNvPr id="317" name="墨迹 316"/>
            </p:nvPicPr>
            <p:blipFill>
              <a:blip/>
            </p:blipFill>
            <p:spPr>
              <a:xfrm>
                <a:off x="1161338" y="6075113"/>
                <a:ext cx="36163" cy="78495"/>
              </a:xfrm>
              <a:prstGeom prst="rect"/>
            </p:spPr>
          </p:pic>
        </mc:Fallback>
      </mc:AlternateContent>
      <mc:AlternateContent xmlns:mc="http://schemas.openxmlformats.org/markup-compatibility/2006" xmlns:p14="http://schemas.microsoft.com/office/powerpoint/2010/main">
        <mc:Choice Requires="p14">
          <p:contentPart r:id="rId283" p14:bwMode="auto">
            <p14:nvContentPartPr>
              <p14:cNvPr id="318" name="墨迹 317"/>
              <p14:cNvContentPartPr/>
              <p14:nvPr/>
            </p14:nvContentPartPr>
            <p14:xfrm>
              <a:off x="1221265" y="6079245"/>
              <a:ext cx="18599" cy="7230"/>
            </p14:xfrm>
          </p:contentPart>
        </mc:Choice>
        <mc:Fallback xmlns="">
          <p:pic>
            <p:nvPicPr>
              <p:cNvPr id="318" name="墨迹 317"/>
            </p:nvPicPr>
            <p:blipFill>
              <a:blip/>
            </p:blipFill>
            <p:spPr>
              <a:xfrm>
                <a:off x="1221265" y="6079245"/>
                <a:ext cx="18599" cy="7230"/>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319" name="墨迹 318"/>
              <p14:cNvContentPartPr/>
              <p14:nvPr/>
            </p14:nvContentPartPr>
            <p14:xfrm>
              <a:off x="1235732" y="6099901"/>
              <a:ext cx="4132" cy="35117"/>
            </p14:xfrm>
          </p:contentPart>
        </mc:Choice>
        <mc:Fallback xmlns="">
          <p:pic>
            <p:nvPicPr>
              <p:cNvPr id="319" name="墨迹 318"/>
            </p:nvPicPr>
            <p:blipFill>
              <a:blip/>
            </p:blipFill>
            <p:spPr>
              <a:xfrm>
                <a:off x="1235732" y="6099901"/>
                <a:ext cx="4132" cy="35117"/>
              </a:xfrm>
              <a:prstGeom prst="rect"/>
            </p:spPr>
          </p:pic>
        </mc:Fallback>
      </mc:AlternateContent>
      <mc:AlternateContent xmlns:mc="http://schemas.openxmlformats.org/markup-compatibility/2006" xmlns:p14="http://schemas.microsoft.com/office/powerpoint/2010/main">
        <mc:Choice Requires="p14">
          <p:contentPart r:id="rId285" p14:bwMode="auto">
            <p14:nvContentPartPr>
              <p14:cNvPr id="320" name="墨迹 319"/>
              <p14:cNvContentPartPr/>
              <p14:nvPr/>
            </p14:nvContentPartPr>
            <p14:xfrm>
              <a:off x="1264660" y="6101967"/>
              <a:ext cx="29965" cy="52675"/>
            </p14:xfrm>
          </p:contentPart>
        </mc:Choice>
        <mc:Fallback xmlns="">
          <p:pic>
            <p:nvPicPr>
              <p:cNvPr id="320" name="墨迹 319"/>
            </p:nvPicPr>
            <p:blipFill>
              <a:blip/>
            </p:blipFill>
            <p:spPr>
              <a:xfrm>
                <a:off x="1264660" y="6101967"/>
                <a:ext cx="29965" cy="52675"/>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321" name="墨迹 320"/>
              <p14:cNvContentPartPr/>
              <p14:nvPr/>
            </p14:nvContentPartPr>
            <p14:xfrm>
              <a:off x="1341120" y="6051359"/>
              <a:ext cx="47527" cy="100571"/>
            </p14:xfrm>
          </p:contentPart>
        </mc:Choice>
        <mc:Fallback xmlns="">
          <p:pic>
            <p:nvPicPr>
              <p:cNvPr id="321" name="墨迹 320"/>
            </p:nvPicPr>
            <p:blipFill>
              <a:blip/>
            </p:blipFill>
            <p:spPr>
              <a:xfrm>
                <a:off x="1341120" y="6051359"/>
                <a:ext cx="47527" cy="100571"/>
              </a:xfrm>
              <a:prstGeom prst="rect"/>
            </p:spPr>
          </p:pic>
        </mc:Fallback>
      </mc:AlternateContent>
      <mc:AlternateContent xmlns:mc="http://schemas.openxmlformats.org/markup-compatibility/2006" xmlns:p14="http://schemas.microsoft.com/office/powerpoint/2010/main">
        <mc:Choice Requires="p14">
          <p:contentPart r:id="rId287" p14:bwMode="auto">
            <p14:nvContentPartPr>
              <p14:cNvPr id="322" name="墨迹 321"/>
              <p14:cNvContentPartPr/>
              <p14:nvPr/>
            </p14:nvContentPartPr>
            <p14:xfrm>
              <a:off x="1465107" y="6075113"/>
              <a:ext cx="45460" cy="68167"/>
            </p14:xfrm>
          </p:contentPart>
        </mc:Choice>
        <mc:Fallback xmlns="">
          <p:pic>
            <p:nvPicPr>
              <p:cNvPr id="322" name="墨迹 321"/>
            </p:nvPicPr>
            <p:blipFill>
              <a:blip/>
            </p:blipFill>
            <p:spPr>
              <a:xfrm>
                <a:off x="1465107" y="6075113"/>
                <a:ext cx="45460" cy="68167"/>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323" name="墨迹 322"/>
              <p14:cNvContentPartPr/>
              <p14:nvPr/>
            </p14:nvContentPartPr>
            <p14:xfrm>
              <a:off x="1527100" y="6090606"/>
              <a:ext cx="30222" cy="27176"/>
            </p14:xfrm>
          </p:contentPart>
        </mc:Choice>
        <mc:Fallback xmlns="">
          <p:pic>
            <p:nvPicPr>
              <p:cNvPr id="323" name="墨迹 322"/>
            </p:nvPicPr>
            <p:blipFill>
              <a:blip/>
            </p:blipFill>
            <p:spPr>
              <a:xfrm>
                <a:off x="1527100" y="6090606"/>
                <a:ext cx="30222" cy="27176"/>
              </a:xfrm>
              <a:prstGeom prst="rect"/>
            </p:spPr>
          </p:pic>
        </mc:Fallback>
      </mc:AlternateContent>
      <mc:AlternateContent xmlns:mc="http://schemas.openxmlformats.org/markup-compatibility/2006" xmlns:p14="http://schemas.microsoft.com/office/powerpoint/2010/main">
        <mc:Choice Requires="p14">
          <p:contentPart r:id="rId289" p14:bwMode="auto">
            <p14:nvContentPartPr>
              <p14:cNvPr id="324" name="墨迹 323"/>
              <p14:cNvContentPartPr/>
              <p14:nvPr/>
            </p14:nvContentPartPr>
            <p14:xfrm>
              <a:off x="1613887" y="6045097"/>
              <a:ext cx="6202" cy="49640"/>
            </p14:xfrm>
          </p:contentPart>
        </mc:Choice>
        <mc:Fallback xmlns="">
          <p:pic>
            <p:nvPicPr>
              <p:cNvPr id="324" name="墨迹 323"/>
            </p:nvPicPr>
            <p:blipFill>
              <a:blip/>
            </p:blipFill>
            <p:spPr>
              <a:xfrm>
                <a:off x="1613887" y="6045097"/>
                <a:ext cx="6202" cy="49640"/>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325" name="墨迹 324"/>
              <p14:cNvContentPartPr/>
              <p14:nvPr/>
            </p14:nvContentPartPr>
            <p14:xfrm>
              <a:off x="1619055" y="6108164"/>
              <a:ext cx="3100" cy="5165"/>
            </p14:xfrm>
          </p:contentPart>
        </mc:Choice>
        <mc:Fallback xmlns="">
          <p:pic>
            <p:nvPicPr>
              <p:cNvPr id="325" name="墨迹 324"/>
            </p:nvPicPr>
            <p:blipFill>
              <a:blip/>
            </p:blipFill>
            <p:spPr>
              <a:xfrm>
                <a:off x="1619055" y="6108164"/>
                <a:ext cx="3100" cy="5165"/>
              </a:xfrm>
              <a:prstGeom prst="rect"/>
            </p:spPr>
          </p:pic>
        </mc:Fallback>
      </mc:AlternateContent>
      <mc:AlternateContent xmlns:mc="http://schemas.openxmlformats.org/markup-compatibility/2006" xmlns:p14="http://schemas.microsoft.com/office/powerpoint/2010/main">
        <mc:Choice Requires="p14">
          <p:contentPart r:id="rId291" p14:bwMode="auto">
            <p14:nvContentPartPr>
              <p14:cNvPr id="326" name="墨迹 325"/>
              <p14:cNvContentPartPr/>
              <p14:nvPr/>
            </p14:nvContentPartPr>
            <p14:xfrm>
              <a:off x="171515" y="6174265"/>
              <a:ext cx="4644326" cy="103283"/>
            </p14:xfrm>
          </p:contentPart>
        </mc:Choice>
        <mc:Fallback xmlns="">
          <p:pic>
            <p:nvPicPr>
              <p:cNvPr id="326" name="墨迹 325"/>
            </p:nvPicPr>
            <p:blipFill>
              <a:blip/>
            </p:blipFill>
            <p:spPr>
              <a:xfrm>
                <a:off x="171515" y="6174265"/>
                <a:ext cx="4644326" cy="103283"/>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327" name="墨迹 326"/>
              <p14:cNvContentPartPr/>
              <p14:nvPr/>
            </p14:nvContentPartPr>
            <p14:xfrm>
              <a:off x="296468" y="6347781"/>
              <a:ext cx="228991" cy="222834"/>
            </p14:xfrm>
          </p:contentPart>
        </mc:Choice>
        <mc:Fallback xmlns="">
          <p:pic>
            <p:nvPicPr>
              <p:cNvPr id="327" name="墨迹 326"/>
            </p:nvPicPr>
            <p:blipFill>
              <a:blip/>
            </p:blipFill>
            <p:spPr>
              <a:xfrm>
                <a:off x="296468" y="6347781"/>
                <a:ext cx="228991" cy="222834"/>
              </a:xfrm>
              <a:prstGeom prst="rect"/>
            </p:spPr>
          </p:pic>
        </mc:Fallback>
      </mc:AlternateContent>
      <mc:AlternateContent xmlns:mc="http://schemas.openxmlformats.org/markup-compatibility/2006" xmlns:p14="http://schemas.microsoft.com/office/powerpoint/2010/main">
        <mc:Choice Requires="p14">
          <p:contentPart r:id="rId293" p14:bwMode="auto">
            <p14:nvContentPartPr>
              <p14:cNvPr id="328" name="墨迹 327"/>
              <p14:cNvContentPartPr/>
              <p14:nvPr/>
            </p14:nvContentPartPr>
            <p14:xfrm>
              <a:off x="618575" y="6448999"/>
              <a:ext cx="62316" cy="95020"/>
            </p14:xfrm>
          </p:contentPart>
        </mc:Choice>
        <mc:Fallback xmlns="">
          <p:pic>
            <p:nvPicPr>
              <p:cNvPr id="328" name="墨迹 327"/>
            </p:nvPicPr>
            <p:blipFill>
              <a:blip/>
            </p:blipFill>
            <p:spPr>
              <a:xfrm>
                <a:off x="618575" y="6448999"/>
                <a:ext cx="62316" cy="95020"/>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329" name="墨迹 328"/>
              <p14:cNvContentPartPr/>
              <p14:nvPr/>
            </p14:nvContentPartPr>
            <p14:xfrm>
              <a:off x="723254" y="6444867"/>
              <a:ext cx="22021" cy="85725"/>
            </p14:xfrm>
          </p:contentPart>
        </mc:Choice>
        <mc:Fallback xmlns="">
          <p:pic>
            <p:nvPicPr>
              <p:cNvPr id="329" name="墨迹 328"/>
            </p:nvPicPr>
            <p:blipFill>
              <a:blip/>
            </p:blipFill>
            <p:spPr>
              <a:xfrm>
                <a:off x="723254" y="6444867"/>
                <a:ext cx="22021" cy="85725"/>
              </a:xfrm>
              <a:prstGeom prst="rect"/>
            </p:spPr>
          </p:pic>
        </mc:Fallback>
      </mc:AlternateContent>
      <mc:AlternateContent xmlns:mc="http://schemas.openxmlformats.org/markup-compatibility/2006" xmlns:p14="http://schemas.microsoft.com/office/powerpoint/2010/main">
        <mc:Choice Requires="p14">
          <p:contentPart r:id="rId295" p14:bwMode="auto">
            <p14:nvContentPartPr>
              <p14:cNvPr id="330" name="墨迹 329"/>
              <p14:cNvContentPartPr/>
              <p14:nvPr/>
            </p14:nvContentPartPr>
            <p14:xfrm>
              <a:off x="754250" y="6447901"/>
              <a:ext cx="57862" cy="72685"/>
            </p14:xfrm>
          </p:contentPart>
        </mc:Choice>
        <mc:Fallback xmlns="">
          <p:pic>
            <p:nvPicPr>
              <p:cNvPr id="330" name="墨迹 329"/>
            </p:nvPicPr>
            <p:blipFill>
              <a:blip/>
            </p:blipFill>
            <p:spPr>
              <a:xfrm>
                <a:off x="754250" y="6447901"/>
                <a:ext cx="57862" cy="72685"/>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331" name="墨迹 330"/>
              <p14:cNvContentPartPr/>
              <p14:nvPr/>
            </p14:nvContentPartPr>
            <p14:xfrm>
              <a:off x="835616" y="6448999"/>
              <a:ext cx="52953" cy="64035"/>
            </p14:xfrm>
          </p:contentPart>
        </mc:Choice>
        <mc:Fallback xmlns="">
          <p:pic>
            <p:nvPicPr>
              <p:cNvPr id="331" name="墨迹 330"/>
            </p:nvPicPr>
            <p:blipFill>
              <a:blip/>
            </p:blipFill>
            <p:spPr>
              <a:xfrm>
                <a:off x="835616" y="6448999"/>
                <a:ext cx="52953" cy="64035"/>
              </a:xfrm>
              <a:prstGeom prst="rect"/>
            </p:spPr>
          </p:pic>
        </mc:Fallback>
      </mc:AlternateContent>
      <mc:AlternateContent xmlns:mc="http://schemas.openxmlformats.org/markup-compatibility/2006" xmlns:p14="http://schemas.microsoft.com/office/powerpoint/2010/main">
        <mc:Choice Requires="p14">
          <p:contentPart r:id="rId297" p14:bwMode="auto">
            <p14:nvContentPartPr>
              <p14:cNvPr id="332" name="墨迹 331"/>
              <p14:cNvContentPartPr/>
              <p14:nvPr/>
            </p14:nvContentPartPr>
            <p14:xfrm>
              <a:off x="1029925" y="6403553"/>
              <a:ext cx="91119" cy="128072"/>
            </p14:xfrm>
          </p:contentPart>
        </mc:Choice>
        <mc:Fallback xmlns="">
          <p:pic>
            <p:nvPicPr>
              <p:cNvPr id="332" name="墨迹 331"/>
            </p:nvPicPr>
            <p:blipFill>
              <a:blip/>
            </p:blipFill>
            <p:spPr>
              <a:xfrm>
                <a:off x="1029925" y="6403553"/>
                <a:ext cx="91119" cy="128072"/>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333" name="墨迹 332"/>
              <p14:cNvContentPartPr/>
              <p14:nvPr/>
            </p14:nvContentPartPr>
            <p14:xfrm>
              <a:off x="805911" y="6681386"/>
              <a:ext cx="106423" cy="139173"/>
            </p14:xfrm>
          </p:contentPart>
        </mc:Choice>
        <mc:Fallback xmlns="">
          <p:pic>
            <p:nvPicPr>
              <p:cNvPr id="333" name="墨迹 332"/>
            </p:nvPicPr>
            <p:blipFill>
              <a:blip/>
            </p:blipFill>
            <p:spPr>
              <a:xfrm>
                <a:off x="805911" y="6681386"/>
                <a:ext cx="106423" cy="139173"/>
              </a:xfrm>
              <a:prstGeom prst="rect"/>
            </p:spPr>
          </p:pic>
        </mc:Fallback>
      </mc:AlternateContent>
      <mc:AlternateContent xmlns:mc="http://schemas.openxmlformats.org/markup-compatibility/2006" xmlns:p14="http://schemas.microsoft.com/office/powerpoint/2010/main">
        <mc:Choice Requires="p14">
          <p:contentPart r:id="rId299" p14:bwMode="auto">
            <p14:nvContentPartPr>
              <p14:cNvPr id="334" name="墨迹 333"/>
              <p14:cNvContentPartPr/>
              <p14:nvPr/>
            </p14:nvContentPartPr>
            <p14:xfrm>
              <a:off x="923697" y="6730962"/>
              <a:ext cx="50824" cy="74880"/>
            </p14:xfrm>
          </p:contentPart>
        </mc:Choice>
        <mc:Fallback xmlns="">
          <p:pic>
            <p:nvPicPr>
              <p:cNvPr id="334" name="墨迹 333"/>
            </p:nvPicPr>
            <p:blipFill>
              <a:blip/>
            </p:blipFill>
            <p:spPr>
              <a:xfrm>
                <a:off x="923697" y="6730962"/>
                <a:ext cx="50824" cy="74880"/>
              </a:xfrm>
              <a:prstGeom prst="rect"/>
            </p:spPr>
          </p:pic>
        </mc:Fallback>
      </mc:AlternateContent>
      <mc:AlternateContent xmlns:mc="http://schemas.openxmlformats.org/markup-compatibility/2006" xmlns:p14="http://schemas.microsoft.com/office/powerpoint/2010/main">
        <mc:Choice Requires="p14">
          <p:contentPart r:id="rId300" p14:bwMode="auto">
            <p14:nvContentPartPr>
              <p14:cNvPr id="335" name="墨迹 334"/>
              <p14:cNvContentPartPr/>
              <p14:nvPr/>
            </p14:nvContentPartPr>
            <p14:xfrm>
              <a:off x="1009715" y="6731994"/>
              <a:ext cx="51401" cy="53450"/>
            </p14:xfrm>
          </p:contentPart>
        </mc:Choice>
        <mc:Fallback xmlns="">
          <p:pic>
            <p:nvPicPr>
              <p:cNvPr id="335" name="墨迹 334"/>
            </p:nvPicPr>
            <p:blipFill>
              <a:blip/>
            </p:blipFill>
            <p:spPr>
              <a:xfrm>
                <a:off x="1009715" y="6731994"/>
                <a:ext cx="51401" cy="53450"/>
              </a:xfrm>
              <a:prstGeom prst="rect"/>
            </p:spPr>
          </p:pic>
        </mc:Fallback>
      </mc:AlternateContent>
      <mc:AlternateContent xmlns:mc="http://schemas.openxmlformats.org/markup-compatibility/2006" xmlns:p14="http://schemas.microsoft.com/office/powerpoint/2010/main">
        <mc:Choice Requires="p14">
          <p:contentPart r:id="rId301" p14:bwMode="auto">
            <p14:nvContentPartPr>
              <p14:cNvPr id="336" name="墨迹 335"/>
              <p14:cNvContentPartPr/>
              <p14:nvPr/>
            </p14:nvContentPartPr>
            <p14:xfrm>
              <a:off x="1073514" y="6716502"/>
              <a:ext cx="44429" cy="140465"/>
            </p14:xfrm>
          </p:contentPart>
        </mc:Choice>
        <mc:Fallback xmlns="">
          <p:pic>
            <p:nvPicPr>
              <p:cNvPr id="336" name="墨迹 335"/>
            </p:nvPicPr>
            <p:blipFill>
              <a:blip/>
            </p:blipFill>
            <p:spPr>
              <a:xfrm>
                <a:off x="1073514" y="6716502"/>
                <a:ext cx="44429" cy="140465"/>
              </a:xfrm>
              <a:prstGeom prst="rect"/>
            </p:spPr>
          </p:pic>
        </mc:Fallback>
      </mc:AlternateContent>
      <mc:AlternateContent xmlns:mc="http://schemas.openxmlformats.org/markup-compatibility/2006" xmlns:p14="http://schemas.microsoft.com/office/powerpoint/2010/main">
        <mc:Choice Requires="p14">
          <p:contentPart r:id="rId302" p14:bwMode="auto">
            <p14:nvContentPartPr>
              <p14:cNvPr id="337" name="墨迹 336"/>
              <p14:cNvContentPartPr/>
              <p14:nvPr/>
            </p14:nvContentPartPr>
            <p14:xfrm>
              <a:off x="1412217" y="6718374"/>
              <a:ext cx="64576" cy="140723"/>
            </p14:xfrm>
          </p:contentPart>
        </mc:Choice>
        <mc:Fallback xmlns="">
          <p:pic>
            <p:nvPicPr>
              <p:cNvPr id="337" name="墨迹 336"/>
            </p:nvPicPr>
            <p:blipFill>
              <a:blip/>
            </p:blipFill>
            <p:spPr>
              <a:xfrm>
                <a:off x="1412217" y="6718374"/>
                <a:ext cx="64576" cy="140723"/>
              </a:xfrm>
              <a:prstGeom prst="rect"/>
            </p:spPr>
          </p:pic>
        </mc:Fallback>
      </mc:AlternateContent>
      <mc:AlternateContent xmlns:mc="http://schemas.openxmlformats.org/markup-compatibility/2006" xmlns:p14="http://schemas.microsoft.com/office/powerpoint/2010/main">
        <mc:Choice Requires="p14">
          <p:contentPart r:id="rId303" p14:bwMode="auto">
            <p14:nvContentPartPr>
              <p14:cNvPr id="338" name="墨迹 337"/>
              <p14:cNvContentPartPr/>
              <p14:nvPr/>
            </p14:nvContentPartPr>
            <p14:xfrm>
              <a:off x="1442376" y="6789833"/>
              <a:ext cx="75423" cy="4131"/>
            </p14:xfrm>
          </p:contentPart>
        </mc:Choice>
        <mc:Fallback xmlns="">
          <p:pic>
            <p:nvPicPr>
              <p:cNvPr id="338" name="墨迹 337"/>
            </p:nvPicPr>
            <p:blipFill>
              <a:blip/>
            </p:blipFill>
            <p:spPr>
              <a:xfrm>
                <a:off x="1442376" y="6789833"/>
                <a:ext cx="75423" cy="4131"/>
              </a:xfrm>
              <a:prstGeom prst="rect"/>
            </p:spPr>
          </p:pic>
        </mc:Fallback>
      </mc:AlternateContent>
      <mc:AlternateContent xmlns:mc="http://schemas.openxmlformats.org/markup-compatibility/2006" xmlns:p14="http://schemas.microsoft.com/office/powerpoint/2010/main">
        <mc:Choice Requires="p14">
          <p:contentPart r:id="rId304" p14:bwMode="auto">
            <p14:nvContentPartPr>
              <p14:cNvPr id="339" name="墨迹 338"/>
              <p14:cNvContentPartPr/>
              <p14:nvPr/>
            </p14:nvContentPartPr>
            <p14:xfrm>
              <a:off x="1540015" y="6753941"/>
              <a:ext cx="129670" cy="64811"/>
            </p14:xfrm>
          </p:contentPart>
        </mc:Choice>
        <mc:Fallback xmlns="">
          <p:pic>
            <p:nvPicPr>
              <p:cNvPr id="339" name="墨迹 338"/>
            </p:nvPicPr>
            <p:blipFill>
              <a:blip/>
            </p:blipFill>
            <p:spPr>
              <a:xfrm>
                <a:off x="1540015" y="6753941"/>
                <a:ext cx="129670" cy="64811"/>
              </a:xfrm>
              <a:prstGeom prst="rect"/>
            </p:spPr>
          </p:pic>
        </mc:Fallback>
      </mc:AlternateContent>
      <mc:AlternateContent xmlns:mc="http://schemas.openxmlformats.org/markup-compatibility/2006" xmlns:p14="http://schemas.microsoft.com/office/powerpoint/2010/main">
        <mc:Choice Requires="p14">
          <p:contentPart r:id="rId305" p14:bwMode="auto">
            <p14:nvContentPartPr>
              <p14:cNvPr id="340" name="墨迹 339"/>
              <p14:cNvContentPartPr/>
              <p14:nvPr/>
            </p14:nvContentPartPr>
            <p14:xfrm>
              <a:off x="1729609" y="6663311"/>
              <a:ext cx="80075" cy="165769"/>
            </p14:xfrm>
          </p:contentPart>
        </mc:Choice>
        <mc:Fallback xmlns="">
          <p:pic>
            <p:nvPicPr>
              <p:cNvPr id="340" name="墨迹 339"/>
            </p:nvPicPr>
            <p:blipFill>
              <a:blip/>
            </p:blipFill>
            <p:spPr>
              <a:xfrm>
                <a:off x="1729609" y="6663311"/>
                <a:ext cx="80075" cy="165769"/>
              </a:xfrm>
              <a:prstGeom prst="rect"/>
            </p:spPr>
          </p:pic>
        </mc:Fallback>
      </mc:AlternateContent>
      <mc:AlternateContent xmlns:mc="http://schemas.openxmlformats.org/markup-compatibility/2006" xmlns:p14="http://schemas.microsoft.com/office/powerpoint/2010/main">
        <mc:Choice Requires="p14">
          <p:contentPart r:id="rId306" p14:bwMode="auto">
            <p14:nvContentPartPr>
              <p14:cNvPr id="341" name="墨迹 340"/>
              <p14:cNvContentPartPr/>
              <p14:nvPr/>
            </p14:nvContentPartPr>
            <p14:xfrm>
              <a:off x="1898025" y="6657630"/>
              <a:ext cx="17564" cy="160089"/>
            </p14:xfrm>
          </p:contentPart>
        </mc:Choice>
        <mc:Fallback xmlns="">
          <p:pic>
            <p:nvPicPr>
              <p:cNvPr id="341" name="墨迹 340"/>
            </p:nvPicPr>
            <p:blipFill>
              <a:blip/>
            </p:blipFill>
            <p:spPr>
              <a:xfrm>
                <a:off x="1898025" y="6657630"/>
                <a:ext cx="17564" cy="160089"/>
              </a:xfrm>
              <a:prstGeom prst="rect"/>
            </p:spPr>
          </p:pic>
        </mc:Fallback>
      </mc:AlternateContent>
      <mc:AlternateContent xmlns:mc="http://schemas.openxmlformats.org/markup-compatibility/2006" xmlns:p14="http://schemas.microsoft.com/office/powerpoint/2010/main">
        <mc:Choice Requires="p14">
          <p:contentPart r:id="rId307" p14:bwMode="auto">
            <p14:nvContentPartPr>
              <p14:cNvPr id="342" name="墨迹 341"/>
              <p14:cNvContentPartPr/>
              <p14:nvPr/>
            </p14:nvContentPartPr>
            <p14:xfrm>
              <a:off x="1919723" y="6804292"/>
              <a:ext cx="3" cy="14460"/>
            </p14:xfrm>
          </p:contentPart>
        </mc:Choice>
        <mc:Fallback xmlns="">
          <p:pic>
            <p:nvPicPr>
              <p:cNvPr id="342" name="墨迹 341"/>
            </p:nvPicPr>
            <p:blipFill>
              <a:blip/>
            </p:blipFill>
            <p:spPr>
              <a:xfrm>
                <a:off x="1919723" y="6804292"/>
                <a:ext cx="3" cy="14460"/>
              </a:xfrm>
              <a:prstGeom prst="rect"/>
            </p:spPr>
          </p:pic>
        </mc:Fallback>
      </mc:AlternateContent>
      <mc:AlternateContent xmlns:mc="http://schemas.openxmlformats.org/markup-compatibility/2006" xmlns:p14="http://schemas.microsoft.com/office/powerpoint/2010/main">
        <mc:Choice Requires="p14">
          <p:contentPart r:id="rId308" p14:bwMode="auto">
            <p14:nvContentPartPr>
              <p14:cNvPr id="2" name="墨迹 1"/>
              <p14:cNvContentPartPr/>
              <p14:nvPr/>
            </p14:nvContentPartPr>
            <p14:xfrm>
              <a:off x="706519" y="5064495"/>
              <a:ext cx="4102" cy="360"/>
            </p14:xfrm>
          </p:contentPart>
        </mc:Choice>
        <mc:Fallback xmlns="">
          <p:pic>
            <p:nvPicPr>
              <p:cNvPr id="2" name="墨迹 1"/>
            </p:nvPicPr>
            <p:blipFill>
              <a:blip/>
            </p:blipFill>
            <p:spPr>
              <a:xfrm>
                <a:off x="706519" y="5064495"/>
                <a:ext cx="4102" cy="360"/>
              </a:xfrm>
              <a:prstGeom prst="rect"/>
            </p:spPr>
          </p:pic>
        </mc:Fallback>
      </mc:AlternateContent>
      <mc:AlternateContent xmlns:mc="http://schemas.openxmlformats.org/markup-compatibility/2006" xmlns:p14="http://schemas.microsoft.com/office/powerpoint/2010/main">
        <mc:Choice Requires="p14">
          <p:contentPart r:id="rId309" p14:bwMode="auto">
            <p14:nvContentPartPr>
              <p14:cNvPr id="3" name="墨迹 2"/>
              <p14:cNvContentPartPr/>
              <p14:nvPr/>
            </p14:nvContentPartPr>
            <p14:xfrm>
              <a:off x="568498" y="5029888"/>
              <a:ext cx="54663" cy="30964"/>
            </p14:xfrm>
          </p:contentPart>
        </mc:Choice>
        <mc:Fallback xmlns="">
          <p:pic>
            <p:nvPicPr>
              <p:cNvPr id="3" name="墨迹 2"/>
            </p:nvPicPr>
            <p:blipFill>
              <a:blip/>
            </p:blipFill>
            <p:spPr>
              <a:xfrm>
                <a:off x="568498" y="5029888"/>
                <a:ext cx="54663" cy="30964"/>
              </a:xfrm>
              <a:prstGeom prst="rect"/>
            </p:spPr>
          </p:pic>
        </mc:Fallback>
      </mc:AlternateContent>
      <mc:AlternateContent xmlns:mc="http://schemas.openxmlformats.org/markup-compatibility/2006" xmlns:p14="http://schemas.microsoft.com/office/powerpoint/2010/main">
        <mc:Choice Requires="p14">
          <p:contentPart r:id="rId310" p14:bwMode="auto">
            <p14:nvContentPartPr>
              <p14:cNvPr id="4" name="墨迹 3"/>
              <p14:cNvContentPartPr/>
              <p14:nvPr/>
            </p14:nvContentPartPr>
            <p14:xfrm>
              <a:off x="524767" y="5017139"/>
              <a:ext cx="21866" cy="1821"/>
            </p14:xfrm>
          </p:contentPart>
        </mc:Choice>
        <mc:Fallback xmlns="">
          <p:pic>
            <p:nvPicPr>
              <p:cNvPr id="4" name="墨迹 3"/>
            </p:nvPicPr>
            <p:blipFill>
              <a:blip/>
            </p:blipFill>
            <p:spPr>
              <a:xfrm>
                <a:off x="524767" y="5017139"/>
                <a:ext cx="21866" cy="1821"/>
              </a:xfrm>
              <a:prstGeom prst="rect"/>
            </p:spPr>
          </p:pic>
        </mc:Fallback>
      </mc:AlternateContent>
      <mc:AlternateContent xmlns:mc="http://schemas.openxmlformats.org/markup-compatibility/2006" xmlns:p14="http://schemas.microsoft.com/office/powerpoint/2010/main">
        <mc:Choice Requires="p14">
          <p:contentPart r:id="rId311" p14:bwMode="auto">
            <p14:nvContentPartPr>
              <p14:cNvPr id="6" name="墨迹 5"/>
              <p14:cNvContentPartPr/>
              <p14:nvPr/>
            </p14:nvContentPartPr>
            <p14:xfrm>
              <a:off x="287324" y="4911286"/>
              <a:ext cx="31233" cy="257169"/>
            </p14:xfrm>
          </p:contentPart>
        </mc:Choice>
        <mc:Fallback xmlns="">
          <p:pic>
            <p:nvPicPr>
              <p:cNvPr id="6" name="墨迹 5"/>
            </p:nvPicPr>
            <p:blipFill>
              <a:blip/>
            </p:blipFill>
            <p:spPr>
              <a:xfrm>
                <a:off x="287324" y="4911286"/>
                <a:ext cx="31233" cy="257169"/>
              </a:xfrm>
              <a:prstGeom prst="rect"/>
            </p:spPr>
          </p:pic>
        </mc:Fallback>
      </mc:AlternateContent>
      <mc:AlternateContent xmlns:mc="http://schemas.openxmlformats.org/markup-compatibility/2006" xmlns:p14="http://schemas.microsoft.com/office/powerpoint/2010/main">
        <mc:Choice Requires="p14">
          <p:contentPart r:id="rId312" p14:bwMode="auto">
            <p14:nvContentPartPr>
              <p14:cNvPr id="7" name="墨迹 6"/>
              <p14:cNvContentPartPr/>
              <p14:nvPr/>
            </p14:nvContentPartPr>
            <p14:xfrm>
              <a:off x="318557" y="4874214"/>
              <a:ext cx="1402173" cy="337168"/>
            </p14:xfrm>
          </p:contentPart>
        </mc:Choice>
        <mc:Fallback xmlns="">
          <p:pic>
            <p:nvPicPr>
              <p:cNvPr id="7" name="墨迹 6"/>
            </p:nvPicPr>
            <p:blipFill>
              <a:blip/>
            </p:blipFill>
            <p:spPr>
              <a:xfrm>
                <a:off x="318557" y="4874214"/>
                <a:ext cx="1402173" cy="337168"/>
              </a:xfrm>
              <a:prstGeom prst="rect"/>
            </p:spPr>
          </p:pic>
        </mc:Fallback>
      </mc:AlternateContent>
      <mc:AlternateContent xmlns:mc="http://schemas.openxmlformats.org/markup-compatibility/2006" xmlns:p14="http://schemas.microsoft.com/office/powerpoint/2010/main">
        <mc:Choice Requires="p14">
          <p:contentPart r:id="rId313" p14:bwMode="auto">
            <p14:nvContentPartPr>
              <p14:cNvPr id="8" name="墨迹 7"/>
              <p14:cNvContentPartPr/>
              <p14:nvPr/>
            </p14:nvContentPartPr>
            <p14:xfrm>
              <a:off x="351935" y="5136455"/>
              <a:ext cx="1233039" cy="12488"/>
            </p14:xfrm>
          </p:contentPart>
        </mc:Choice>
        <mc:Fallback xmlns="">
          <p:pic>
            <p:nvPicPr>
              <p:cNvPr id="8" name="墨迹 7"/>
            </p:nvPicPr>
            <p:blipFill>
              <a:blip/>
            </p:blipFill>
            <p:spPr>
              <a:xfrm>
                <a:off x="351935" y="5136455"/>
                <a:ext cx="1233039" cy="12488"/>
              </a:xfrm>
              <a:prstGeom prst="rect"/>
            </p:spPr>
          </p:pic>
        </mc:Fallback>
      </mc:AlternateContent>
    </p:spTree>
    <p:custDataLst>
      <p:tags r:id="rId31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18" name="墨迹 17"/>
              <p14:cNvContentPartPr/>
              <p14:nvPr/>
            </p14:nvContentPartPr>
            <p14:xfrm>
              <a:off x="5111211" y="120066"/>
              <a:ext cx="289948" cy="365364"/>
            </p14:xfrm>
          </p:contentPart>
        </mc:Choice>
        <mc:Fallback xmlns="">
          <p:pic>
            <p:nvPicPr>
              <p:cNvPr id="18" name="墨迹 17"/>
            </p:nvPicPr>
            <p:blipFill>
              <a:blip/>
            </p:blipFill>
            <p:spPr>
              <a:xfrm>
                <a:off x="5111211" y="120066"/>
                <a:ext cx="289948" cy="365364"/>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19" name="墨迹 18"/>
              <p14:cNvContentPartPr/>
              <p14:nvPr/>
            </p14:nvContentPartPr>
            <p14:xfrm>
              <a:off x="5408908" y="357617"/>
              <a:ext cx="106389" cy="129104"/>
            </p14:xfrm>
          </p:contentPart>
        </mc:Choice>
        <mc:Fallback xmlns="">
          <p:pic>
            <p:nvPicPr>
              <p:cNvPr id="19" name="墨迹 18"/>
            </p:nvPicPr>
            <p:blipFill>
              <a:blip/>
            </p:blipFill>
            <p:spPr>
              <a:xfrm>
                <a:off x="5408908" y="357617"/>
                <a:ext cx="106389" cy="129104"/>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0" name="墨迹 19"/>
              <p14:cNvContentPartPr/>
              <p14:nvPr/>
            </p14:nvContentPartPr>
            <p14:xfrm>
              <a:off x="5582941" y="347935"/>
              <a:ext cx="177262" cy="129103"/>
            </p14:xfrm>
          </p:contentPart>
        </mc:Choice>
        <mc:Fallback xmlns="">
          <p:pic>
            <p:nvPicPr>
              <p:cNvPr id="20" name="墨迹 19"/>
            </p:nvPicPr>
            <p:blipFill>
              <a:blip/>
            </p:blipFill>
            <p:spPr>
              <a:xfrm>
                <a:off x="5582941" y="347935"/>
                <a:ext cx="177262" cy="129103"/>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1" name="墨迹 20"/>
              <p14:cNvContentPartPr/>
              <p14:nvPr/>
            </p14:nvContentPartPr>
            <p14:xfrm>
              <a:off x="5837695" y="363266"/>
              <a:ext cx="123986" cy="71652"/>
            </p14:xfrm>
          </p:contentPart>
        </mc:Choice>
        <mc:Fallback xmlns="">
          <p:pic>
            <p:nvPicPr>
              <p:cNvPr id="21" name="墨迹 20"/>
            </p:nvPicPr>
            <p:blipFill>
              <a:blip/>
            </p:blipFill>
            <p:spPr>
              <a:xfrm>
                <a:off x="5837695" y="363266"/>
                <a:ext cx="123986" cy="71652"/>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2" name="墨迹 21"/>
              <p14:cNvContentPartPr/>
              <p14:nvPr/>
            </p14:nvContentPartPr>
            <p14:xfrm>
              <a:off x="6044339" y="365041"/>
              <a:ext cx="65867" cy="58419"/>
            </p14:xfrm>
          </p:contentPart>
        </mc:Choice>
        <mc:Fallback xmlns="">
          <p:pic>
            <p:nvPicPr>
              <p:cNvPr id="22" name="墨迹 21"/>
            </p:nvPicPr>
            <p:blipFill>
              <a:blip/>
            </p:blipFill>
            <p:spPr>
              <a:xfrm>
                <a:off x="6044339" y="365041"/>
                <a:ext cx="65867" cy="58419"/>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23" name="墨迹 22"/>
              <p14:cNvContentPartPr/>
              <p14:nvPr/>
            </p14:nvContentPartPr>
            <p14:xfrm>
              <a:off x="6178657" y="356326"/>
              <a:ext cx="92990" cy="80852"/>
            </p14:xfrm>
          </p:contentPart>
        </mc:Choice>
        <mc:Fallback xmlns="">
          <p:pic>
            <p:nvPicPr>
              <p:cNvPr id="23" name="墨迹 22"/>
            </p:nvPicPr>
            <p:blipFill>
              <a:blip/>
            </p:blipFill>
            <p:spPr>
              <a:xfrm>
                <a:off x="6178657" y="356326"/>
                <a:ext cx="92990" cy="80852"/>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4" name="墨迹 23"/>
              <p14:cNvContentPartPr/>
              <p14:nvPr/>
            </p14:nvContentPartPr>
            <p14:xfrm>
              <a:off x="6316204" y="304685"/>
              <a:ext cx="25185" cy="23238"/>
            </p14:xfrm>
          </p:contentPart>
        </mc:Choice>
        <mc:Fallback xmlns="">
          <p:pic>
            <p:nvPicPr>
              <p:cNvPr id="24" name="墨迹 23"/>
            </p:nvPicPr>
            <p:blipFill>
              <a:blip/>
            </p:blipFill>
            <p:spPr>
              <a:xfrm>
                <a:off x="6316204" y="304685"/>
                <a:ext cx="25185" cy="23238"/>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25" name="墨迹 24"/>
              <p14:cNvContentPartPr/>
              <p14:nvPr/>
            </p14:nvContentPartPr>
            <p14:xfrm>
              <a:off x="6338806" y="361490"/>
              <a:ext cx="5167" cy="72299"/>
            </p14:xfrm>
          </p:contentPart>
        </mc:Choice>
        <mc:Fallback xmlns="">
          <p:pic>
            <p:nvPicPr>
              <p:cNvPr id="25" name="墨迹 24"/>
            </p:nvPicPr>
            <p:blipFill>
              <a:blip/>
            </p:blipFill>
            <p:spPr>
              <a:xfrm>
                <a:off x="6338806" y="361490"/>
                <a:ext cx="5167" cy="72299"/>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6" name="墨迹 25"/>
              <p14:cNvContentPartPr/>
              <p14:nvPr/>
            </p14:nvContentPartPr>
            <p14:xfrm>
              <a:off x="6369803" y="343416"/>
              <a:ext cx="126570" cy="18074"/>
            </p14:xfrm>
          </p:contentPart>
        </mc:Choice>
        <mc:Fallback xmlns="">
          <p:pic>
            <p:nvPicPr>
              <p:cNvPr id="26" name="墨迹 25"/>
            </p:nvPicPr>
            <p:blipFill>
              <a:blip/>
            </p:blipFill>
            <p:spPr>
              <a:xfrm>
                <a:off x="6369803" y="343416"/>
                <a:ext cx="126570" cy="18074"/>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27" name="墨迹 26"/>
              <p14:cNvContentPartPr/>
              <p14:nvPr/>
            </p14:nvContentPartPr>
            <p14:xfrm>
              <a:off x="6442128" y="294356"/>
              <a:ext cx="139485" cy="286611"/>
            </p14:xfrm>
          </p:contentPart>
        </mc:Choice>
        <mc:Fallback xmlns="">
          <p:pic>
            <p:nvPicPr>
              <p:cNvPr id="27" name="墨迹 26"/>
            </p:nvPicPr>
            <p:blipFill>
              <a:blip/>
            </p:blipFill>
            <p:spPr>
              <a:xfrm>
                <a:off x="6442128" y="294356"/>
                <a:ext cx="139485" cy="286611"/>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8" name="墨迹 27"/>
              <p14:cNvContentPartPr/>
              <p14:nvPr/>
            </p14:nvContentPartPr>
            <p14:xfrm>
              <a:off x="180813" y="733310"/>
              <a:ext cx="10507851" cy="20656"/>
            </p14:xfrm>
          </p:contentPart>
        </mc:Choice>
        <mc:Fallback xmlns="">
          <p:pic>
            <p:nvPicPr>
              <p:cNvPr id="28" name="墨迹 27"/>
            </p:nvPicPr>
            <p:blipFill>
              <a:blip/>
            </p:blipFill>
            <p:spPr>
              <a:xfrm>
                <a:off x="180813" y="733310"/>
                <a:ext cx="10507851" cy="20656"/>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30" name="墨迹 29"/>
              <p14:cNvContentPartPr/>
              <p14:nvPr/>
            </p14:nvContentPartPr>
            <p14:xfrm>
              <a:off x="656094" y="144596"/>
              <a:ext cx="454617" cy="490595"/>
            </p14:xfrm>
          </p:contentPart>
        </mc:Choice>
        <mc:Fallback xmlns="">
          <p:pic>
            <p:nvPicPr>
              <p:cNvPr id="30" name="墨迹 29"/>
            </p:nvPicPr>
            <p:blipFill>
              <a:blip/>
            </p:blipFill>
            <p:spPr>
              <a:xfrm>
                <a:off x="656094" y="144596"/>
                <a:ext cx="454617" cy="49059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1" name="墨迹 30"/>
              <p14:cNvContentPartPr/>
              <p14:nvPr/>
            </p14:nvContentPartPr>
            <p14:xfrm>
              <a:off x="10373532" y="867578"/>
              <a:ext cx="402956" cy="402804"/>
            </p14:xfrm>
          </p:contentPart>
        </mc:Choice>
        <mc:Fallback xmlns="">
          <p:pic>
            <p:nvPicPr>
              <p:cNvPr id="31" name="墨迹 30"/>
            </p:nvPicPr>
            <p:blipFill>
              <a:blip/>
            </p:blipFill>
            <p:spPr>
              <a:xfrm>
                <a:off x="10373532" y="867578"/>
                <a:ext cx="402956" cy="402804"/>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32" name="墨迹 31"/>
              <p14:cNvContentPartPr/>
              <p14:nvPr/>
            </p14:nvContentPartPr>
            <p14:xfrm>
              <a:off x="479801" y="1004428"/>
              <a:ext cx="370022" cy="23239"/>
            </p14:xfrm>
          </p:contentPart>
        </mc:Choice>
        <mc:Fallback xmlns="">
          <p:pic>
            <p:nvPicPr>
              <p:cNvPr id="32" name="墨迹 31"/>
            </p:nvPicPr>
            <p:blipFill>
              <a:blip/>
            </p:blipFill>
            <p:spPr>
              <a:xfrm>
                <a:off x="479801" y="1004428"/>
                <a:ext cx="370022" cy="23239"/>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3" name="墨迹 32"/>
              <p14:cNvContentPartPr/>
              <p14:nvPr/>
            </p14:nvContentPartPr>
            <p14:xfrm>
              <a:off x="1832836" y="994100"/>
              <a:ext cx="344675" cy="28403"/>
            </p14:xfrm>
          </p:contentPart>
        </mc:Choice>
        <mc:Fallback xmlns="">
          <p:pic>
            <p:nvPicPr>
              <p:cNvPr id="33" name="墨迹 32"/>
            </p:nvPicPr>
            <p:blipFill>
              <a:blip/>
            </p:blipFill>
            <p:spPr>
              <a:xfrm>
                <a:off x="1832836" y="994100"/>
                <a:ext cx="344675" cy="28403"/>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34" name="墨迹 33"/>
              <p14:cNvContentPartPr/>
              <p14:nvPr/>
            </p14:nvContentPartPr>
            <p14:xfrm>
              <a:off x="3099661" y="1027667"/>
              <a:ext cx="294467" cy="360"/>
            </p14:xfrm>
          </p:contentPart>
        </mc:Choice>
        <mc:Fallback xmlns="">
          <p:pic>
            <p:nvPicPr>
              <p:cNvPr id="34" name="墨迹 33"/>
            </p:nvPicPr>
            <p:blipFill>
              <a:blip/>
            </p:blipFill>
            <p:spPr>
              <a:xfrm>
                <a:off x="3099661" y="1027667"/>
                <a:ext cx="294467"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5" name="墨迹 34"/>
              <p14:cNvContentPartPr/>
              <p14:nvPr/>
            </p14:nvContentPartPr>
            <p14:xfrm>
              <a:off x="4096718" y="1001846"/>
              <a:ext cx="374543" cy="10328"/>
            </p14:xfrm>
          </p:contentPart>
        </mc:Choice>
        <mc:Fallback xmlns="">
          <p:pic>
            <p:nvPicPr>
              <p:cNvPr id="35" name="墨迹 34"/>
            </p:nvPicPr>
            <p:blipFill>
              <a:blip/>
            </p:blipFill>
            <p:spPr>
              <a:xfrm>
                <a:off x="4096718" y="1001846"/>
                <a:ext cx="374543" cy="10328"/>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38" name="墨迹 37"/>
              <p14:cNvContentPartPr/>
              <p14:nvPr/>
            </p14:nvContentPartPr>
            <p14:xfrm>
              <a:off x="377125" y="1456292"/>
              <a:ext cx="2030278" cy="10328"/>
            </p14:xfrm>
          </p:contentPart>
        </mc:Choice>
        <mc:Fallback xmlns="">
          <p:pic>
            <p:nvPicPr>
              <p:cNvPr id="38" name="墨迹 37"/>
            </p:nvPicPr>
            <p:blipFill>
              <a:blip/>
            </p:blipFill>
            <p:spPr>
              <a:xfrm>
                <a:off x="377125" y="1456292"/>
                <a:ext cx="2030278" cy="10328"/>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9" name="墨迹 38"/>
              <p14:cNvContentPartPr/>
              <p14:nvPr/>
            </p14:nvContentPartPr>
            <p14:xfrm>
              <a:off x="2443566" y="1461456"/>
              <a:ext cx="46495" cy="5344902"/>
            </p14:xfrm>
          </p:contentPart>
        </mc:Choice>
        <mc:Fallback xmlns="">
          <p:pic>
            <p:nvPicPr>
              <p:cNvPr id="39" name="墨迹 38"/>
            </p:nvPicPr>
            <p:blipFill>
              <a:blip/>
            </p:blipFill>
            <p:spPr>
              <a:xfrm>
                <a:off x="2443566" y="1461456"/>
                <a:ext cx="46495" cy="534490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40" name="墨迹 39"/>
              <p14:cNvContentPartPr/>
              <p14:nvPr/>
            </p14:nvContentPartPr>
            <p14:xfrm>
              <a:off x="449450" y="1699007"/>
              <a:ext cx="5166" cy="38731"/>
            </p14:xfrm>
          </p:contentPart>
        </mc:Choice>
        <mc:Fallback xmlns="">
          <p:pic>
            <p:nvPicPr>
              <p:cNvPr id="40" name="墨迹 39"/>
            </p:nvPicPr>
            <p:blipFill>
              <a:blip/>
            </p:blipFill>
            <p:spPr>
              <a:xfrm>
                <a:off x="449450" y="1699007"/>
                <a:ext cx="5166" cy="3873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41" name="墨迹 40"/>
              <p14:cNvContentPartPr/>
              <p14:nvPr/>
            </p14:nvContentPartPr>
            <p14:xfrm>
              <a:off x="419100" y="1714500"/>
              <a:ext cx="76845" cy="360"/>
            </p14:xfrm>
          </p:contentPart>
        </mc:Choice>
        <mc:Fallback xmlns="">
          <p:pic>
            <p:nvPicPr>
              <p:cNvPr id="41" name="墨迹 40"/>
            </p:nvPicPr>
            <p:blipFill>
              <a:blip/>
            </p:blipFill>
            <p:spPr>
              <a:xfrm>
                <a:off x="419100" y="1714500"/>
                <a:ext cx="76845" cy="36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42" name="墨迹 41"/>
              <p14:cNvContentPartPr/>
              <p14:nvPr/>
            </p14:nvContentPartPr>
            <p14:xfrm>
              <a:off x="415871" y="1729992"/>
              <a:ext cx="49078" cy="227223"/>
            </p14:xfrm>
          </p:contentPart>
        </mc:Choice>
        <mc:Fallback xmlns="">
          <p:pic>
            <p:nvPicPr>
              <p:cNvPr id="42" name="墨迹 41"/>
            </p:nvPicPr>
            <p:blipFill>
              <a:blip/>
            </p:blipFill>
            <p:spPr>
              <a:xfrm>
                <a:off x="415871" y="1729992"/>
                <a:ext cx="49078" cy="227223"/>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43" name="墨迹 42"/>
              <p14:cNvContentPartPr/>
              <p14:nvPr/>
            </p14:nvContentPartPr>
            <p14:xfrm>
              <a:off x="448159" y="1704171"/>
              <a:ext cx="120112" cy="230612"/>
            </p14:xfrm>
          </p:contentPart>
        </mc:Choice>
        <mc:Fallback xmlns="">
          <p:pic>
            <p:nvPicPr>
              <p:cNvPr id="43" name="墨迹 42"/>
            </p:nvPicPr>
            <p:blipFill>
              <a:blip/>
            </p:blipFill>
            <p:spPr>
              <a:xfrm>
                <a:off x="448159" y="1704171"/>
                <a:ext cx="120112" cy="230612"/>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44" name="墨迹 43"/>
              <p14:cNvContentPartPr/>
              <p14:nvPr/>
            </p14:nvContentPartPr>
            <p14:xfrm>
              <a:off x="590711" y="1812618"/>
              <a:ext cx="75716" cy="123940"/>
            </p14:xfrm>
          </p:contentPart>
        </mc:Choice>
        <mc:Fallback xmlns="">
          <p:pic>
            <p:nvPicPr>
              <p:cNvPr id="44" name="墨迹 43"/>
            </p:nvPicPr>
            <p:blipFill>
              <a:blip/>
            </p:blipFill>
            <p:spPr>
              <a:xfrm>
                <a:off x="590711" y="1812618"/>
                <a:ext cx="75716" cy="12394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45" name="墨迹 44"/>
              <p14:cNvContentPartPr/>
              <p14:nvPr/>
            </p14:nvContentPartPr>
            <p14:xfrm>
              <a:off x="674176" y="1819558"/>
              <a:ext cx="85240" cy="236421"/>
            </p14:xfrm>
          </p:contentPart>
        </mc:Choice>
        <mc:Fallback xmlns="">
          <p:pic>
            <p:nvPicPr>
              <p:cNvPr id="45" name="墨迹 44"/>
            </p:nvPicPr>
            <p:blipFill>
              <a:blip/>
            </p:blipFill>
            <p:spPr>
              <a:xfrm>
                <a:off x="674176" y="1819558"/>
                <a:ext cx="85240" cy="236421"/>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46" name="墨迹 45"/>
              <p14:cNvContentPartPr/>
              <p14:nvPr/>
            </p14:nvContentPartPr>
            <p14:xfrm>
              <a:off x="785247" y="1781634"/>
              <a:ext cx="49078" cy="36149"/>
            </p14:xfrm>
          </p:contentPart>
        </mc:Choice>
        <mc:Fallback xmlns="">
          <p:pic>
            <p:nvPicPr>
              <p:cNvPr id="46" name="墨迹 45"/>
            </p:nvPicPr>
            <p:blipFill>
              <a:blip/>
            </p:blipFill>
            <p:spPr>
              <a:xfrm>
                <a:off x="785247" y="1781634"/>
                <a:ext cx="49078" cy="36149"/>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7" name="墨迹 46"/>
              <p14:cNvContentPartPr/>
              <p14:nvPr/>
            </p14:nvContentPartPr>
            <p14:xfrm>
              <a:off x="816244" y="1838439"/>
              <a:ext cx="5166" cy="98119"/>
            </p14:xfrm>
          </p:contentPart>
        </mc:Choice>
        <mc:Fallback xmlns="">
          <p:pic>
            <p:nvPicPr>
              <p:cNvPr id="47" name="墨迹 46"/>
            </p:nvPicPr>
            <p:blipFill>
              <a:blip/>
            </p:blipFill>
            <p:spPr>
              <a:xfrm>
                <a:off x="816244" y="1838439"/>
                <a:ext cx="5166" cy="98119"/>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48" name="墨迹 47"/>
              <p14:cNvContentPartPr/>
              <p14:nvPr/>
            </p14:nvContentPartPr>
            <p14:xfrm>
              <a:off x="873071" y="1851350"/>
              <a:ext cx="61993" cy="77462"/>
            </p14:xfrm>
          </p:contentPart>
        </mc:Choice>
        <mc:Fallback xmlns="">
          <p:pic>
            <p:nvPicPr>
              <p:cNvPr id="48" name="墨迹 47"/>
            </p:nvPicPr>
            <p:blipFill>
              <a:blip/>
            </p:blipFill>
            <p:spPr>
              <a:xfrm>
                <a:off x="873071" y="1851350"/>
                <a:ext cx="61993" cy="77462"/>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9" name="墨迹 48"/>
              <p14:cNvContentPartPr/>
              <p14:nvPr/>
            </p14:nvContentPartPr>
            <p14:xfrm>
              <a:off x="982850" y="1855707"/>
              <a:ext cx="81366" cy="68586"/>
            </p14:xfrm>
          </p:contentPart>
        </mc:Choice>
        <mc:Fallback xmlns="">
          <p:pic>
            <p:nvPicPr>
              <p:cNvPr id="49" name="墨迹 48"/>
            </p:nvPicPr>
            <p:blipFill>
              <a:blip/>
            </p:blipFill>
            <p:spPr>
              <a:xfrm>
                <a:off x="982850" y="1855707"/>
                <a:ext cx="81366" cy="68586"/>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50" name="墨迹 49"/>
              <p14:cNvContentPartPr/>
              <p14:nvPr/>
            </p14:nvContentPartPr>
            <p14:xfrm>
              <a:off x="1096505" y="1828111"/>
              <a:ext cx="78783" cy="90857"/>
            </p14:xfrm>
          </p:contentPart>
        </mc:Choice>
        <mc:Fallback xmlns="">
          <p:pic>
            <p:nvPicPr>
              <p:cNvPr id="50" name="墨迹 49"/>
            </p:nvPicPr>
            <p:blipFill>
              <a:blip/>
            </p:blipFill>
            <p:spPr>
              <a:xfrm>
                <a:off x="1096505" y="1828111"/>
                <a:ext cx="78783" cy="90857"/>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51" name="墨迹 50"/>
              <p14:cNvContentPartPr/>
              <p14:nvPr/>
            </p14:nvContentPartPr>
            <p14:xfrm>
              <a:off x="1191755" y="1838439"/>
              <a:ext cx="58441" cy="78592"/>
            </p14:xfrm>
          </p:contentPart>
        </mc:Choice>
        <mc:Fallback xmlns="">
          <p:pic>
            <p:nvPicPr>
              <p:cNvPr id="51" name="墨迹 50"/>
            </p:nvPicPr>
            <p:blipFill>
              <a:blip/>
            </p:blipFill>
            <p:spPr>
              <a:xfrm>
                <a:off x="1191755" y="1838439"/>
                <a:ext cx="58441" cy="78592"/>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52" name="墨迹 51"/>
              <p14:cNvContentPartPr/>
              <p14:nvPr/>
            </p14:nvContentPartPr>
            <p14:xfrm>
              <a:off x="1482671" y="1797126"/>
              <a:ext cx="10332" cy="148469"/>
            </p14:xfrm>
          </p:contentPart>
        </mc:Choice>
        <mc:Fallback xmlns="">
          <p:pic>
            <p:nvPicPr>
              <p:cNvPr id="52" name="墨迹 51"/>
            </p:nvPicPr>
            <p:blipFill>
              <a:blip/>
            </p:blipFill>
            <p:spPr>
              <a:xfrm>
                <a:off x="1482671" y="1797126"/>
                <a:ext cx="10332" cy="148469"/>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53" name="墨迹 52"/>
              <p14:cNvContentPartPr/>
              <p14:nvPr/>
            </p14:nvContentPartPr>
            <p14:xfrm>
              <a:off x="1425844" y="1709335"/>
              <a:ext cx="178392" cy="209794"/>
            </p14:xfrm>
          </p:contentPart>
        </mc:Choice>
        <mc:Fallback xmlns="">
          <p:pic>
            <p:nvPicPr>
              <p:cNvPr id="53" name="墨迹 52"/>
            </p:nvPicPr>
            <p:blipFill>
              <a:blip/>
            </p:blipFill>
            <p:spPr>
              <a:xfrm>
                <a:off x="1425844" y="1709335"/>
                <a:ext cx="178392" cy="209794"/>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54" name="墨迹 53"/>
              <p14:cNvContentPartPr/>
              <p14:nvPr/>
            </p14:nvContentPartPr>
            <p14:xfrm>
              <a:off x="1622155" y="1786798"/>
              <a:ext cx="43912" cy="25820"/>
            </p14:xfrm>
          </p:contentPart>
        </mc:Choice>
        <mc:Fallback xmlns="">
          <p:pic>
            <p:nvPicPr>
              <p:cNvPr id="54" name="墨迹 53"/>
            </p:nvPicPr>
            <p:blipFill>
              <a:blip/>
            </p:blipFill>
            <p:spPr>
              <a:xfrm>
                <a:off x="1622155" y="1786798"/>
                <a:ext cx="43912" cy="2582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55" name="墨迹 54"/>
              <p14:cNvContentPartPr/>
              <p14:nvPr/>
            </p14:nvContentPartPr>
            <p14:xfrm>
              <a:off x="1637654" y="1843603"/>
              <a:ext cx="15498" cy="108448"/>
            </p14:xfrm>
          </p:contentPart>
        </mc:Choice>
        <mc:Fallback xmlns="">
          <p:pic>
            <p:nvPicPr>
              <p:cNvPr id="55" name="墨迹 54"/>
            </p:nvPicPr>
            <p:blipFill>
              <a:blip/>
            </p:blipFill>
            <p:spPr>
              <a:xfrm>
                <a:off x="1637654" y="1843603"/>
                <a:ext cx="15498" cy="108448"/>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56" name="墨迹 55"/>
              <p14:cNvContentPartPr/>
              <p14:nvPr/>
            </p14:nvContentPartPr>
            <p14:xfrm>
              <a:off x="1694481" y="1839730"/>
              <a:ext cx="67159" cy="112321"/>
            </p14:xfrm>
          </p:contentPart>
        </mc:Choice>
        <mc:Fallback xmlns="">
          <p:pic>
            <p:nvPicPr>
              <p:cNvPr id="56" name="墨迹 55"/>
            </p:nvPicPr>
            <p:blipFill>
              <a:blip/>
            </p:blipFill>
            <p:spPr>
              <a:xfrm>
                <a:off x="1694481" y="1839730"/>
                <a:ext cx="67159" cy="112321"/>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57" name="墨迹 56"/>
              <p14:cNvContentPartPr/>
              <p14:nvPr/>
            </p14:nvContentPartPr>
            <p14:xfrm>
              <a:off x="1793928" y="1871361"/>
              <a:ext cx="50370" cy="89243"/>
            </p14:xfrm>
          </p:contentPart>
        </mc:Choice>
        <mc:Fallback xmlns="">
          <p:pic>
            <p:nvPicPr>
              <p:cNvPr id="57" name="墨迹 56"/>
            </p:nvPicPr>
            <p:blipFill>
              <a:blip/>
            </p:blipFill>
            <p:spPr>
              <a:xfrm>
                <a:off x="1793928" y="1871361"/>
                <a:ext cx="50370" cy="89243"/>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58" name="墨迹 57"/>
              <p14:cNvContentPartPr/>
              <p14:nvPr/>
            </p14:nvContentPartPr>
            <p14:xfrm>
              <a:off x="1880461" y="1879753"/>
              <a:ext cx="75715" cy="87790"/>
            </p14:xfrm>
          </p:contentPart>
        </mc:Choice>
        <mc:Fallback xmlns="">
          <p:pic>
            <p:nvPicPr>
              <p:cNvPr id="58" name="墨迹 57"/>
            </p:nvPicPr>
            <p:blipFill>
              <a:blip/>
            </p:blipFill>
            <p:spPr>
              <a:xfrm>
                <a:off x="1880461" y="1879753"/>
                <a:ext cx="75715" cy="8779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59" name="墨迹 58"/>
              <p14:cNvContentPartPr/>
              <p14:nvPr/>
            </p14:nvContentPartPr>
            <p14:xfrm>
              <a:off x="2009613" y="1859096"/>
              <a:ext cx="49078" cy="100701"/>
            </p14:xfrm>
          </p:contentPart>
        </mc:Choice>
        <mc:Fallback xmlns="">
          <p:pic>
            <p:nvPicPr>
              <p:cNvPr id="59" name="墨迹 58"/>
            </p:nvPicPr>
            <p:blipFill>
              <a:blip/>
            </p:blipFill>
            <p:spPr>
              <a:xfrm>
                <a:off x="2009613" y="1859096"/>
                <a:ext cx="49078" cy="100701"/>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60" name="墨迹 59"/>
              <p14:cNvContentPartPr/>
              <p14:nvPr/>
            </p14:nvContentPartPr>
            <p14:xfrm>
              <a:off x="2076772" y="1881044"/>
              <a:ext cx="46495" cy="81335"/>
            </p14:xfrm>
          </p:contentPart>
        </mc:Choice>
        <mc:Fallback xmlns="">
          <p:pic>
            <p:nvPicPr>
              <p:cNvPr id="60" name="墨迹 59"/>
            </p:nvPicPr>
            <p:blipFill>
              <a:blip/>
            </p:blipFill>
            <p:spPr>
              <a:xfrm>
                <a:off x="2076772" y="1881044"/>
                <a:ext cx="46495" cy="8133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61" name="墨迹 60"/>
              <p14:cNvContentPartPr/>
              <p14:nvPr/>
            </p14:nvContentPartPr>
            <p14:xfrm>
              <a:off x="2164596" y="1828111"/>
              <a:ext cx="38746" cy="7746"/>
            </p14:xfrm>
          </p:contentPart>
        </mc:Choice>
        <mc:Fallback xmlns="">
          <p:pic>
            <p:nvPicPr>
              <p:cNvPr id="61" name="墨迹 60"/>
            </p:nvPicPr>
            <p:blipFill>
              <a:blip/>
            </p:blipFill>
            <p:spPr>
              <a:xfrm>
                <a:off x="2164596" y="1828111"/>
                <a:ext cx="38746" cy="7746"/>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62" name="墨迹 61"/>
              <p14:cNvContentPartPr/>
              <p14:nvPr/>
            </p14:nvContentPartPr>
            <p14:xfrm>
              <a:off x="2190427" y="1879753"/>
              <a:ext cx="15498" cy="90372"/>
            </p14:xfrm>
          </p:contentPart>
        </mc:Choice>
        <mc:Fallback xmlns="">
          <p:pic>
            <p:nvPicPr>
              <p:cNvPr id="62" name="墨迹 61"/>
            </p:nvPicPr>
            <p:blipFill>
              <a:blip/>
            </p:blipFill>
            <p:spPr>
              <a:xfrm>
                <a:off x="2190427" y="1879753"/>
                <a:ext cx="15498" cy="90372"/>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63" name="墨迹 62"/>
              <p14:cNvContentPartPr/>
              <p14:nvPr/>
            </p14:nvContentPartPr>
            <p14:xfrm>
              <a:off x="2247254" y="1890081"/>
              <a:ext cx="41329" cy="68748"/>
            </p14:xfrm>
          </p:contentPart>
        </mc:Choice>
        <mc:Fallback xmlns="">
          <p:pic>
            <p:nvPicPr>
              <p:cNvPr id="63" name="墨迹 62"/>
            </p:nvPicPr>
            <p:blipFill>
              <a:blip/>
            </p:blipFill>
            <p:spPr>
              <a:xfrm>
                <a:off x="2247254" y="1890081"/>
                <a:ext cx="41329" cy="68748"/>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64" name="墨迹 63"/>
              <p14:cNvContentPartPr/>
              <p14:nvPr/>
            </p14:nvContentPartPr>
            <p14:xfrm>
              <a:off x="2288583" y="1884917"/>
              <a:ext cx="56827" cy="65197"/>
            </p14:xfrm>
          </p:contentPart>
        </mc:Choice>
        <mc:Fallback xmlns="">
          <p:pic>
            <p:nvPicPr>
              <p:cNvPr id="64" name="墨迹 63"/>
            </p:nvPicPr>
            <p:blipFill>
              <a:blip/>
            </p:blipFill>
            <p:spPr>
              <a:xfrm>
                <a:off x="2288583" y="1884917"/>
                <a:ext cx="56827" cy="65197"/>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65" name="墨迹 64"/>
              <p14:cNvContentPartPr/>
              <p14:nvPr/>
            </p14:nvContentPartPr>
            <p14:xfrm>
              <a:off x="439118" y="2055334"/>
              <a:ext cx="1833966" cy="30985"/>
            </p14:xfrm>
          </p:contentPart>
        </mc:Choice>
        <mc:Fallback xmlns="">
          <p:pic>
            <p:nvPicPr>
              <p:cNvPr id="65" name="墨迹 64"/>
            </p:nvPicPr>
            <p:blipFill>
              <a:blip/>
            </p:blipFill>
            <p:spPr>
              <a:xfrm>
                <a:off x="439118" y="2055334"/>
                <a:ext cx="1833966" cy="30985"/>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66" name="墨迹 65"/>
              <p14:cNvContentPartPr/>
              <p14:nvPr/>
            </p14:nvContentPartPr>
            <p14:xfrm>
              <a:off x="6538670" y="1642201"/>
              <a:ext cx="6780" cy="8231"/>
            </p14:xfrm>
          </p:contentPart>
        </mc:Choice>
        <mc:Fallback xmlns="">
          <p:pic>
            <p:nvPicPr>
              <p:cNvPr id="66" name="墨迹 65"/>
            </p:nvPicPr>
            <p:blipFill>
              <a:blip/>
            </p:blipFill>
            <p:spPr>
              <a:xfrm>
                <a:off x="6538670" y="1642201"/>
                <a:ext cx="6780" cy="8231"/>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67" name="墨迹 66"/>
              <p14:cNvContentPartPr/>
              <p14:nvPr/>
            </p14:nvContentPartPr>
            <p14:xfrm>
              <a:off x="501111" y="2334198"/>
              <a:ext cx="25831" cy="346644"/>
            </p14:xfrm>
          </p:contentPart>
        </mc:Choice>
        <mc:Fallback xmlns="">
          <p:pic>
            <p:nvPicPr>
              <p:cNvPr id="67" name="墨迹 66"/>
            </p:nvPicPr>
            <p:blipFill>
              <a:blip/>
            </p:blipFill>
            <p:spPr>
              <a:xfrm>
                <a:off x="501111" y="2334198"/>
                <a:ext cx="25831" cy="346644"/>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68" name="墨迹 67"/>
              <p14:cNvContentPartPr/>
              <p14:nvPr/>
            </p14:nvContentPartPr>
            <p14:xfrm>
              <a:off x="532108" y="2366474"/>
              <a:ext cx="72325" cy="145888"/>
            </p14:xfrm>
          </p:contentPart>
        </mc:Choice>
        <mc:Fallback xmlns="">
          <p:pic>
            <p:nvPicPr>
              <p:cNvPr id="68" name="墨迹 67"/>
            </p:nvPicPr>
            <p:blipFill>
              <a:blip/>
            </p:blipFill>
            <p:spPr>
              <a:xfrm>
                <a:off x="532108" y="2366474"/>
                <a:ext cx="72325" cy="145888"/>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69" name="墨迹 68"/>
              <p14:cNvContentPartPr/>
              <p14:nvPr/>
            </p14:nvContentPartPr>
            <p14:xfrm>
              <a:off x="614766" y="2530436"/>
              <a:ext cx="77491" cy="109738"/>
            </p14:xfrm>
          </p:contentPart>
        </mc:Choice>
        <mc:Fallback xmlns="">
          <p:pic>
            <p:nvPicPr>
              <p:cNvPr id="69" name="墨迹 68"/>
            </p:nvPicPr>
            <p:blipFill>
              <a:blip/>
            </p:blipFill>
            <p:spPr>
              <a:xfrm>
                <a:off x="614766" y="2530436"/>
                <a:ext cx="77491" cy="109738"/>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70" name="墨迹 69"/>
              <p14:cNvContentPartPr/>
              <p14:nvPr/>
            </p14:nvContentPartPr>
            <p14:xfrm>
              <a:off x="718088" y="2561421"/>
              <a:ext cx="76200" cy="72298"/>
            </p14:xfrm>
          </p:contentPart>
        </mc:Choice>
        <mc:Fallback xmlns="">
          <p:pic>
            <p:nvPicPr>
              <p:cNvPr id="70" name="墨迹 69"/>
            </p:nvPicPr>
            <p:blipFill>
              <a:blip/>
            </p:blipFill>
            <p:spPr>
              <a:xfrm>
                <a:off x="718088" y="2561421"/>
                <a:ext cx="76200" cy="72298"/>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71" name="墨迹 70"/>
              <p14:cNvContentPartPr/>
              <p14:nvPr/>
            </p14:nvContentPartPr>
            <p14:xfrm>
              <a:off x="833033" y="2494287"/>
              <a:ext cx="40038" cy="10328"/>
            </p14:xfrm>
          </p:contentPart>
        </mc:Choice>
        <mc:Fallback xmlns="">
          <p:pic>
            <p:nvPicPr>
              <p:cNvPr id="71" name="墨迹 70"/>
            </p:nvPicPr>
            <p:blipFill>
              <a:blip/>
            </p:blipFill>
            <p:spPr>
              <a:xfrm>
                <a:off x="833033" y="2494287"/>
                <a:ext cx="40038" cy="10328"/>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72" name="墨迹 71"/>
              <p14:cNvContentPartPr/>
              <p14:nvPr/>
            </p14:nvContentPartPr>
            <p14:xfrm>
              <a:off x="808494" y="2559485"/>
              <a:ext cx="69743" cy="180745"/>
            </p14:xfrm>
          </p:contentPart>
        </mc:Choice>
        <mc:Fallback xmlns="">
          <p:pic>
            <p:nvPicPr>
              <p:cNvPr id="72" name="墨迹 71"/>
            </p:nvPicPr>
            <p:blipFill>
              <a:blip/>
            </p:blipFill>
            <p:spPr>
              <a:xfrm>
                <a:off x="808494" y="2559485"/>
                <a:ext cx="69743" cy="18074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73" name="墨迹 72"/>
              <p14:cNvContentPartPr/>
              <p14:nvPr/>
            </p14:nvContentPartPr>
            <p14:xfrm>
              <a:off x="888569" y="2556257"/>
              <a:ext cx="77492" cy="92955"/>
            </p14:xfrm>
          </p:contentPart>
        </mc:Choice>
        <mc:Fallback xmlns="">
          <p:pic>
            <p:nvPicPr>
              <p:cNvPr id="73" name="墨迹 72"/>
            </p:nvPicPr>
            <p:blipFill>
              <a:blip/>
            </p:blipFill>
            <p:spPr>
              <a:xfrm>
                <a:off x="888569" y="2556257"/>
                <a:ext cx="77492" cy="92955"/>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74" name="墨迹 73"/>
              <p14:cNvContentPartPr/>
              <p14:nvPr/>
            </p14:nvContentPartPr>
            <p14:xfrm>
              <a:off x="997057" y="2556257"/>
              <a:ext cx="77492" cy="82626"/>
            </p14:xfrm>
          </p:contentPart>
        </mc:Choice>
        <mc:Fallback xmlns="">
          <p:pic>
            <p:nvPicPr>
              <p:cNvPr id="74" name="墨迹 73"/>
            </p:nvPicPr>
            <p:blipFill>
              <a:blip/>
            </p:blipFill>
            <p:spPr>
              <a:xfrm>
                <a:off x="997057" y="2556257"/>
                <a:ext cx="77492" cy="82626"/>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75" name="墨迹 74"/>
              <p14:cNvContentPartPr/>
              <p14:nvPr/>
            </p14:nvContentPartPr>
            <p14:xfrm>
              <a:off x="1090208" y="2558839"/>
              <a:ext cx="82497" cy="11619"/>
            </p14:xfrm>
          </p:contentPart>
        </mc:Choice>
        <mc:Fallback xmlns="">
          <p:pic>
            <p:nvPicPr>
              <p:cNvPr id="75" name="墨迹 74"/>
            </p:nvPicPr>
            <p:blipFill>
              <a:blip/>
            </p:blipFill>
            <p:spPr>
              <a:xfrm>
                <a:off x="1090208" y="2558839"/>
                <a:ext cx="82497" cy="11619"/>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76" name="墨迹 75"/>
              <p14:cNvContentPartPr/>
              <p14:nvPr/>
            </p14:nvContentPartPr>
            <p14:xfrm>
              <a:off x="1131376" y="2525272"/>
              <a:ext cx="36162" cy="139432"/>
            </p14:xfrm>
          </p:contentPart>
        </mc:Choice>
        <mc:Fallback xmlns="">
          <p:pic>
            <p:nvPicPr>
              <p:cNvPr id="76" name="墨迹 75"/>
            </p:nvPicPr>
            <p:blipFill>
              <a:blip/>
            </p:blipFill>
            <p:spPr>
              <a:xfrm>
                <a:off x="1131376" y="2525272"/>
                <a:ext cx="36162" cy="139432"/>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77" name="墨迹 76"/>
              <p14:cNvContentPartPr/>
              <p14:nvPr/>
            </p14:nvContentPartPr>
            <p14:xfrm>
              <a:off x="1526098" y="2430704"/>
              <a:ext cx="204546" cy="257723"/>
            </p14:xfrm>
          </p:contentPart>
        </mc:Choice>
        <mc:Fallback xmlns="">
          <p:pic>
            <p:nvPicPr>
              <p:cNvPr id="77" name="墨迹 76"/>
            </p:nvPicPr>
            <p:blipFill>
              <a:blip/>
            </p:blipFill>
            <p:spPr>
              <a:xfrm>
                <a:off x="1526098" y="2430704"/>
                <a:ext cx="204546" cy="257723"/>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78" name="墨迹 77"/>
              <p14:cNvContentPartPr/>
              <p14:nvPr/>
            </p14:nvContentPartPr>
            <p14:xfrm>
              <a:off x="1757766" y="2568522"/>
              <a:ext cx="55535" cy="96182"/>
            </p14:xfrm>
          </p:contentPart>
        </mc:Choice>
        <mc:Fallback xmlns="">
          <p:pic>
            <p:nvPicPr>
              <p:cNvPr id="78" name="墨迹 77"/>
            </p:nvPicPr>
            <p:blipFill>
              <a:blip/>
            </p:blipFill>
            <p:spPr>
              <a:xfrm>
                <a:off x="1757766" y="2568522"/>
                <a:ext cx="55535" cy="96182"/>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79" name="墨迹 78"/>
              <p14:cNvContentPartPr/>
              <p14:nvPr/>
            </p14:nvContentPartPr>
            <p14:xfrm>
              <a:off x="1811687" y="2568522"/>
              <a:ext cx="51984" cy="211085"/>
            </p14:xfrm>
          </p:contentPart>
        </mc:Choice>
        <mc:Fallback xmlns="">
          <p:pic>
            <p:nvPicPr>
              <p:cNvPr id="79" name="墨迹 78"/>
            </p:nvPicPr>
            <p:blipFill>
              <a:blip/>
            </p:blipFill>
            <p:spPr>
              <a:xfrm>
                <a:off x="1811687" y="2568522"/>
                <a:ext cx="51984" cy="211085"/>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80" name="墨迹 79"/>
              <p14:cNvContentPartPr/>
              <p14:nvPr/>
            </p14:nvContentPartPr>
            <p14:xfrm>
              <a:off x="1859796" y="2571750"/>
              <a:ext cx="45204" cy="74880"/>
            </p14:xfrm>
          </p:contentPart>
        </mc:Choice>
        <mc:Fallback xmlns="">
          <p:pic>
            <p:nvPicPr>
              <p:cNvPr id="80" name="墨迹 79"/>
            </p:nvPicPr>
            <p:blipFill>
              <a:blip/>
            </p:blipFill>
            <p:spPr>
              <a:xfrm>
                <a:off x="1859796" y="2571750"/>
                <a:ext cx="45204" cy="7488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81" name="墨迹 80"/>
              <p14:cNvContentPartPr/>
              <p14:nvPr/>
            </p14:nvContentPartPr>
            <p14:xfrm>
              <a:off x="1932122" y="2556257"/>
              <a:ext cx="85240" cy="89727"/>
            </p14:xfrm>
          </p:contentPart>
        </mc:Choice>
        <mc:Fallback xmlns="">
          <p:pic>
            <p:nvPicPr>
              <p:cNvPr id="81" name="墨迹 80"/>
            </p:nvPicPr>
            <p:blipFill>
              <a:blip/>
            </p:blipFill>
            <p:spPr>
              <a:xfrm>
                <a:off x="1932122" y="2556257"/>
                <a:ext cx="85240" cy="89727"/>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82" name="墨迹 81"/>
              <p14:cNvContentPartPr/>
              <p14:nvPr/>
            </p14:nvContentPartPr>
            <p14:xfrm>
              <a:off x="2040610" y="2571750"/>
              <a:ext cx="41328" cy="69716"/>
            </p14:xfrm>
          </p:contentPart>
        </mc:Choice>
        <mc:Fallback xmlns="">
          <p:pic>
            <p:nvPicPr>
              <p:cNvPr id="82" name="墨迹 81"/>
            </p:nvPicPr>
            <p:blipFill>
              <a:blip/>
            </p:blipFill>
            <p:spPr>
              <a:xfrm>
                <a:off x="2040610" y="2571750"/>
                <a:ext cx="41328" cy="69716"/>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83" name="墨迹 82"/>
              <p14:cNvContentPartPr/>
              <p14:nvPr/>
            </p14:nvContentPartPr>
            <p14:xfrm>
              <a:off x="2118101" y="2571750"/>
              <a:ext cx="82658" cy="69070"/>
            </p14:xfrm>
          </p:contentPart>
        </mc:Choice>
        <mc:Fallback xmlns="">
          <p:pic>
            <p:nvPicPr>
              <p:cNvPr id="83" name="墨迹 82"/>
            </p:nvPicPr>
            <p:blipFill>
              <a:blip/>
            </p:blipFill>
            <p:spPr>
              <a:xfrm>
                <a:off x="2118101" y="2571750"/>
                <a:ext cx="82658" cy="69070"/>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84" name="墨迹 83"/>
              <p14:cNvContentPartPr/>
              <p14:nvPr/>
            </p14:nvContentPartPr>
            <p14:xfrm>
              <a:off x="2174928" y="2566585"/>
              <a:ext cx="80075" cy="10329"/>
            </p14:xfrm>
          </p:contentPart>
        </mc:Choice>
        <mc:Fallback xmlns="">
          <p:pic>
            <p:nvPicPr>
              <p:cNvPr id="84" name="墨迹 83"/>
            </p:nvPicPr>
            <p:blipFill>
              <a:blip/>
            </p:blipFill>
            <p:spPr>
              <a:xfrm>
                <a:off x="2174928" y="2566585"/>
                <a:ext cx="80075" cy="10329"/>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85" name="墨迹 84"/>
              <p14:cNvContentPartPr/>
              <p14:nvPr/>
            </p14:nvContentPartPr>
            <p14:xfrm>
              <a:off x="2226589" y="2540765"/>
              <a:ext cx="28414" cy="94568"/>
            </p14:xfrm>
          </p:contentPart>
        </mc:Choice>
        <mc:Fallback xmlns="">
          <p:pic>
            <p:nvPicPr>
              <p:cNvPr id="85" name="墨迹 84"/>
            </p:nvPicPr>
            <p:blipFill>
              <a:blip/>
            </p:blipFill>
            <p:spPr>
              <a:xfrm>
                <a:off x="2226589" y="2540765"/>
                <a:ext cx="28414" cy="94568"/>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86" name="墨迹 85"/>
              <p14:cNvContentPartPr/>
              <p14:nvPr/>
            </p14:nvContentPartPr>
            <p14:xfrm>
              <a:off x="2278250" y="2530436"/>
              <a:ext cx="5166" cy="15493"/>
            </p14:xfrm>
          </p:contentPart>
        </mc:Choice>
        <mc:Fallback xmlns="">
          <p:pic>
            <p:nvPicPr>
              <p:cNvPr id="86" name="墨迹 85"/>
            </p:nvPicPr>
            <p:blipFill>
              <a:blip/>
            </p:blipFill>
            <p:spPr>
              <a:xfrm>
                <a:off x="2278250" y="2530436"/>
                <a:ext cx="5166" cy="15493"/>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87" name="墨迹 86"/>
              <p14:cNvContentPartPr/>
              <p14:nvPr/>
            </p14:nvContentPartPr>
            <p14:xfrm>
              <a:off x="2278250" y="2571750"/>
              <a:ext cx="10333" cy="77462"/>
            </p14:xfrm>
          </p:contentPart>
        </mc:Choice>
        <mc:Fallback xmlns="">
          <p:pic>
            <p:nvPicPr>
              <p:cNvPr id="87" name="墨迹 86"/>
            </p:nvPicPr>
            <p:blipFill>
              <a:blip/>
            </p:blipFill>
            <p:spPr>
              <a:xfrm>
                <a:off x="2278250" y="2571750"/>
                <a:ext cx="10333" cy="77462"/>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88" name="墨迹 87"/>
              <p14:cNvContentPartPr/>
              <p14:nvPr/>
            </p14:nvContentPartPr>
            <p14:xfrm>
              <a:off x="2314413" y="2578850"/>
              <a:ext cx="60218" cy="60033"/>
            </p14:xfrm>
          </p:contentPart>
        </mc:Choice>
        <mc:Fallback xmlns="">
          <p:pic>
            <p:nvPicPr>
              <p:cNvPr id="88" name="墨迹 87"/>
            </p:nvPicPr>
            <p:blipFill>
              <a:blip/>
            </p:blipFill>
            <p:spPr>
              <a:xfrm>
                <a:off x="2314413" y="2578850"/>
                <a:ext cx="60218" cy="60033"/>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89" name="墨迹 88"/>
              <p14:cNvContentPartPr/>
              <p14:nvPr/>
            </p14:nvContentPartPr>
            <p14:xfrm>
              <a:off x="2397071" y="2576914"/>
              <a:ext cx="56827" cy="51641"/>
            </p14:xfrm>
          </p:contentPart>
        </mc:Choice>
        <mc:Fallback xmlns="">
          <p:pic>
            <p:nvPicPr>
              <p:cNvPr id="89" name="墨迹 88"/>
            </p:nvPicPr>
            <p:blipFill>
              <a:blip/>
            </p:blipFill>
            <p:spPr>
              <a:xfrm>
                <a:off x="2397071" y="2576914"/>
                <a:ext cx="56827" cy="51641"/>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90" name="墨迹 89"/>
              <p14:cNvContentPartPr/>
              <p14:nvPr/>
            </p14:nvContentPartPr>
            <p14:xfrm>
              <a:off x="526942" y="2876435"/>
              <a:ext cx="1756475" cy="82626"/>
            </p14:xfrm>
          </p:contentPart>
        </mc:Choice>
        <mc:Fallback xmlns="">
          <p:pic>
            <p:nvPicPr>
              <p:cNvPr id="90" name="墨迹 89"/>
            </p:nvPicPr>
            <p:blipFill>
              <a:blip/>
            </p:blipFill>
            <p:spPr>
              <a:xfrm>
                <a:off x="526942" y="2876435"/>
                <a:ext cx="1756475" cy="82626"/>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91" name="墨迹 90"/>
              <p14:cNvContentPartPr/>
              <p14:nvPr/>
            </p14:nvContentPartPr>
            <p14:xfrm>
              <a:off x="464303" y="3191448"/>
              <a:ext cx="209873" cy="15493"/>
            </p14:xfrm>
          </p:contentPart>
        </mc:Choice>
        <mc:Fallback xmlns="">
          <p:pic>
            <p:nvPicPr>
              <p:cNvPr id="91" name="墨迹 90"/>
            </p:nvPicPr>
            <p:blipFill>
              <a:blip/>
            </p:blipFill>
            <p:spPr>
              <a:xfrm>
                <a:off x="464303" y="3191448"/>
                <a:ext cx="209873" cy="15493"/>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92" name="墨迹 91"/>
              <p14:cNvContentPartPr/>
              <p14:nvPr/>
            </p14:nvContentPartPr>
            <p14:xfrm>
              <a:off x="526942" y="3243090"/>
              <a:ext cx="51661" cy="306622"/>
            </p14:xfrm>
          </p:contentPart>
        </mc:Choice>
        <mc:Fallback xmlns="">
          <p:pic>
            <p:nvPicPr>
              <p:cNvPr id="92" name="墨迹 91"/>
            </p:nvPicPr>
            <p:blipFill>
              <a:blip/>
            </p:blipFill>
            <p:spPr>
              <a:xfrm>
                <a:off x="526942" y="3243090"/>
                <a:ext cx="51661" cy="306622"/>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93" name="墨迹 92"/>
              <p14:cNvContentPartPr/>
              <p14:nvPr/>
            </p14:nvContentPartPr>
            <p14:xfrm>
              <a:off x="601043" y="3384781"/>
              <a:ext cx="89115" cy="120390"/>
            </p14:xfrm>
          </p:contentPart>
        </mc:Choice>
        <mc:Fallback xmlns="">
          <p:pic>
            <p:nvPicPr>
              <p:cNvPr id="93" name="墨迹 92"/>
            </p:nvPicPr>
            <p:blipFill>
              <a:blip/>
            </p:blipFill>
            <p:spPr>
              <a:xfrm>
                <a:off x="601043" y="3384781"/>
                <a:ext cx="89115" cy="120390"/>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94" name="墨迹 93"/>
              <p14:cNvContentPartPr/>
              <p14:nvPr/>
            </p14:nvContentPartPr>
            <p14:xfrm>
              <a:off x="749084" y="3388977"/>
              <a:ext cx="87824" cy="109739"/>
            </p14:xfrm>
          </p:contentPart>
        </mc:Choice>
        <mc:Fallback xmlns="">
          <p:pic>
            <p:nvPicPr>
              <p:cNvPr id="94" name="墨迹 93"/>
            </p:nvPicPr>
            <p:blipFill>
              <a:blip/>
            </p:blipFill>
            <p:spPr>
              <a:xfrm>
                <a:off x="749084" y="3388977"/>
                <a:ext cx="87824" cy="109739"/>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95" name="墨迹 94"/>
              <p14:cNvContentPartPr/>
              <p14:nvPr/>
            </p14:nvContentPartPr>
            <p14:xfrm>
              <a:off x="890506" y="3279239"/>
              <a:ext cx="124632" cy="218831"/>
            </p14:xfrm>
          </p:contentPart>
        </mc:Choice>
        <mc:Fallback xmlns="">
          <p:pic>
            <p:nvPicPr>
              <p:cNvPr id="95" name="墨迹 94"/>
            </p:nvPicPr>
            <p:blipFill>
              <a:blip/>
            </p:blipFill>
            <p:spPr>
              <a:xfrm>
                <a:off x="890506" y="3279239"/>
                <a:ext cx="124632" cy="218831"/>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96" name="墨迹 95"/>
              <p14:cNvContentPartPr/>
              <p14:nvPr/>
            </p14:nvContentPartPr>
            <p14:xfrm>
              <a:off x="1066800" y="3418671"/>
              <a:ext cx="85240" cy="67134"/>
            </p14:xfrm>
          </p:contentPart>
        </mc:Choice>
        <mc:Fallback xmlns="">
          <p:pic>
            <p:nvPicPr>
              <p:cNvPr id="96" name="墨迹 95"/>
            </p:nvPicPr>
            <p:blipFill>
              <a:blip/>
            </p:blipFill>
            <p:spPr>
              <a:xfrm>
                <a:off x="1066800" y="3418671"/>
                <a:ext cx="85240" cy="67134"/>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00" name="墨迹 99"/>
              <p14:cNvContentPartPr/>
              <p14:nvPr/>
            </p14:nvContentPartPr>
            <p14:xfrm>
              <a:off x="1214033" y="3336045"/>
              <a:ext cx="38746" cy="28402"/>
            </p14:xfrm>
          </p:contentPart>
        </mc:Choice>
        <mc:Fallback xmlns="">
          <p:pic>
            <p:nvPicPr>
              <p:cNvPr id="100" name="墨迹 99"/>
            </p:nvPicPr>
            <p:blipFill>
              <a:blip/>
            </p:blipFill>
            <p:spPr>
              <a:xfrm>
                <a:off x="1214033" y="3336045"/>
                <a:ext cx="38746" cy="28402"/>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101" name="墨迹 100"/>
              <p14:cNvContentPartPr/>
              <p14:nvPr/>
            </p14:nvContentPartPr>
            <p14:xfrm>
              <a:off x="1219200" y="3398014"/>
              <a:ext cx="15498" cy="123940"/>
            </p14:xfrm>
          </p:contentPart>
        </mc:Choice>
        <mc:Fallback xmlns="">
          <p:pic>
            <p:nvPicPr>
              <p:cNvPr id="101" name="墨迹 100"/>
            </p:nvPicPr>
            <p:blipFill>
              <a:blip/>
            </p:blipFill>
            <p:spPr>
              <a:xfrm>
                <a:off x="1219200" y="3398014"/>
                <a:ext cx="15498" cy="12394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02" name="墨迹 101"/>
              <p14:cNvContentPartPr/>
              <p14:nvPr/>
            </p14:nvContentPartPr>
            <p14:xfrm>
              <a:off x="1296691" y="3405438"/>
              <a:ext cx="64576" cy="80367"/>
            </p14:xfrm>
          </p:contentPart>
        </mc:Choice>
        <mc:Fallback xmlns="">
          <p:pic>
            <p:nvPicPr>
              <p:cNvPr id="102" name="墨迹 101"/>
            </p:nvPicPr>
            <p:blipFill>
              <a:blip/>
            </p:blipFill>
            <p:spPr>
              <a:xfrm>
                <a:off x="1296691" y="3405438"/>
                <a:ext cx="64576" cy="80367"/>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103" name="墨迹 102"/>
              <p14:cNvContentPartPr/>
              <p14:nvPr/>
            </p14:nvContentPartPr>
            <p14:xfrm>
              <a:off x="1412444" y="3392850"/>
              <a:ext cx="120112" cy="90373"/>
            </p14:xfrm>
          </p:contentPart>
        </mc:Choice>
        <mc:Fallback xmlns="">
          <p:pic>
            <p:nvPicPr>
              <p:cNvPr id="103" name="墨迹 102"/>
            </p:nvPicPr>
            <p:blipFill>
              <a:blip/>
            </p:blipFill>
            <p:spPr>
              <a:xfrm>
                <a:off x="1412444" y="3392850"/>
                <a:ext cx="120112" cy="90373"/>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04" name="墨迹 103"/>
              <p14:cNvContentPartPr/>
              <p14:nvPr/>
            </p14:nvContentPartPr>
            <p14:xfrm>
              <a:off x="1591159" y="3310224"/>
              <a:ext cx="2583" cy="193656"/>
            </p14:xfrm>
          </p:contentPart>
        </mc:Choice>
        <mc:Fallback xmlns="">
          <p:pic>
            <p:nvPicPr>
              <p:cNvPr id="104" name="墨迹 103"/>
            </p:nvPicPr>
            <p:blipFill>
              <a:blip/>
            </p:blipFill>
            <p:spPr>
              <a:xfrm>
                <a:off x="1591159" y="3310224"/>
                <a:ext cx="2583" cy="193656"/>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105" name="墨迹 104"/>
              <p14:cNvContentPartPr/>
              <p14:nvPr/>
            </p14:nvContentPartPr>
            <p14:xfrm>
              <a:off x="526942" y="3671715"/>
              <a:ext cx="360" cy="15492"/>
            </p14:xfrm>
          </p:contentPart>
        </mc:Choice>
        <mc:Fallback xmlns="">
          <p:pic>
            <p:nvPicPr>
              <p:cNvPr id="105" name="墨迹 104"/>
            </p:nvPicPr>
            <p:blipFill>
              <a:blip/>
            </p:blipFill>
            <p:spPr>
              <a:xfrm>
                <a:off x="526942" y="3671715"/>
                <a:ext cx="360" cy="15492"/>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06" name="墨迹 105"/>
              <p14:cNvContentPartPr/>
              <p14:nvPr/>
            </p14:nvContentPartPr>
            <p14:xfrm>
              <a:off x="532108" y="3614909"/>
              <a:ext cx="1647986" cy="61970"/>
            </p14:xfrm>
          </p:contentPart>
        </mc:Choice>
        <mc:Fallback xmlns="">
          <p:pic>
            <p:nvPicPr>
              <p:cNvPr id="106" name="墨迹 105"/>
            </p:nvPicPr>
            <p:blipFill>
              <a:blip/>
            </p:blipFill>
            <p:spPr>
              <a:xfrm>
                <a:off x="532108" y="3614909"/>
                <a:ext cx="1647986" cy="61970"/>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07" name="墨迹 106"/>
              <p14:cNvContentPartPr/>
              <p14:nvPr/>
            </p14:nvContentPartPr>
            <p14:xfrm>
              <a:off x="437827" y="3935087"/>
              <a:ext cx="166606" cy="378597"/>
            </p14:xfrm>
          </p:contentPart>
        </mc:Choice>
        <mc:Fallback xmlns="">
          <p:pic>
            <p:nvPicPr>
              <p:cNvPr id="107" name="墨迹 106"/>
            </p:nvPicPr>
            <p:blipFill>
              <a:blip/>
            </p:blipFill>
            <p:spPr>
              <a:xfrm>
                <a:off x="437827" y="3935087"/>
                <a:ext cx="166606" cy="378597"/>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08" name="墨迹 107"/>
              <p14:cNvContentPartPr/>
              <p14:nvPr/>
            </p14:nvContentPartPr>
            <p14:xfrm>
              <a:off x="537758" y="4131325"/>
              <a:ext cx="105421" cy="20656"/>
            </p14:xfrm>
          </p:contentPart>
        </mc:Choice>
        <mc:Fallback xmlns="">
          <p:pic>
            <p:nvPicPr>
              <p:cNvPr id="108" name="墨迹 107"/>
            </p:nvPicPr>
            <p:blipFill>
              <a:blip/>
            </p:blipFill>
            <p:spPr>
              <a:xfrm>
                <a:off x="537758" y="4131325"/>
                <a:ext cx="105421" cy="20656"/>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09" name="墨迹 108"/>
              <p14:cNvContentPartPr/>
              <p14:nvPr/>
            </p14:nvContentPartPr>
            <p14:xfrm>
              <a:off x="671593" y="4141653"/>
              <a:ext cx="96864" cy="108447"/>
            </p14:xfrm>
          </p:contentPart>
        </mc:Choice>
        <mc:Fallback xmlns="">
          <p:pic>
            <p:nvPicPr>
              <p:cNvPr id="109" name="墨迹 108"/>
            </p:nvPicPr>
            <p:blipFill>
              <a:blip/>
            </p:blipFill>
            <p:spPr>
              <a:xfrm>
                <a:off x="671593" y="4141653"/>
                <a:ext cx="96864" cy="108447"/>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10" name="墨迹 109"/>
              <p14:cNvContentPartPr/>
              <p14:nvPr/>
            </p14:nvContentPartPr>
            <p14:xfrm>
              <a:off x="805911" y="4143912"/>
              <a:ext cx="103322" cy="74881"/>
            </p14:xfrm>
          </p:contentPart>
        </mc:Choice>
        <mc:Fallback xmlns="">
          <p:pic>
            <p:nvPicPr>
              <p:cNvPr id="110" name="墨迹 109"/>
            </p:nvPicPr>
            <p:blipFill>
              <a:blip/>
            </p:blipFill>
            <p:spPr>
              <a:xfrm>
                <a:off x="805911" y="4143912"/>
                <a:ext cx="103322" cy="74881"/>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11" name="墨迹 110"/>
              <p14:cNvContentPartPr/>
              <p14:nvPr/>
            </p14:nvContentPartPr>
            <p14:xfrm>
              <a:off x="931997" y="4137780"/>
              <a:ext cx="58118" cy="76171"/>
            </p14:xfrm>
          </p:contentPart>
        </mc:Choice>
        <mc:Fallback xmlns="">
          <p:pic>
            <p:nvPicPr>
              <p:cNvPr id="111" name="墨迹 110"/>
            </p:nvPicPr>
            <p:blipFill>
              <a:blip/>
            </p:blipFill>
            <p:spPr>
              <a:xfrm>
                <a:off x="931997" y="4137780"/>
                <a:ext cx="58118" cy="76171"/>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12" name="墨迹 111"/>
              <p14:cNvContentPartPr/>
              <p14:nvPr/>
            </p14:nvContentPartPr>
            <p14:xfrm>
              <a:off x="1251488" y="4002221"/>
              <a:ext cx="40037" cy="216249"/>
            </p14:xfrm>
          </p:contentPart>
        </mc:Choice>
        <mc:Fallback xmlns="">
          <p:pic>
            <p:nvPicPr>
              <p:cNvPr id="112" name="墨迹 111"/>
            </p:nvPicPr>
            <p:blipFill>
              <a:blip/>
            </p:blipFill>
            <p:spPr>
              <a:xfrm>
                <a:off x="1251488" y="4002221"/>
                <a:ext cx="40037" cy="216249"/>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13" name="墨迹 112"/>
              <p14:cNvContentPartPr/>
              <p14:nvPr/>
            </p14:nvContentPartPr>
            <p14:xfrm>
              <a:off x="1270861" y="3986729"/>
              <a:ext cx="70549" cy="129104"/>
            </p14:xfrm>
          </p:contentPart>
        </mc:Choice>
        <mc:Fallback xmlns="">
          <p:pic>
            <p:nvPicPr>
              <p:cNvPr id="113" name="墨迹 112"/>
            </p:nvPicPr>
            <p:blipFill>
              <a:blip/>
            </p:blipFill>
            <p:spPr>
              <a:xfrm>
                <a:off x="1270861" y="3986729"/>
                <a:ext cx="70549" cy="129104"/>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14" name="墨迹 113"/>
              <p14:cNvContentPartPr/>
              <p14:nvPr/>
            </p14:nvContentPartPr>
            <p14:xfrm>
              <a:off x="1341572" y="4115832"/>
              <a:ext cx="76522" cy="92794"/>
            </p14:xfrm>
          </p:contentPart>
        </mc:Choice>
        <mc:Fallback xmlns="">
          <p:pic>
            <p:nvPicPr>
              <p:cNvPr id="114" name="墨迹 113"/>
            </p:nvPicPr>
            <p:blipFill>
              <a:blip/>
            </p:blipFill>
            <p:spPr>
              <a:xfrm>
                <a:off x="1341572" y="4115832"/>
                <a:ext cx="76522" cy="92794"/>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15" name="墨迹 114"/>
              <p14:cNvContentPartPr/>
              <p14:nvPr/>
            </p14:nvContentPartPr>
            <p14:xfrm>
              <a:off x="1446508" y="4112927"/>
              <a:ext cx="67159" cy="106188"/>
            </p14:xfrm>
          </p:contentPart>
        </mc:Choice>
        <mc:Fallback xmlns="">
          <p:pic>
            <p:nvPicPr>
              <p:cNvPr id="115" name="墨迹 114"/>
            </p:nvPicPr>
            <p:blipFill>
              <a:blip/>
            </p:blipFill>
            <p:spPr>
              <a:xfrm>
                <a:off x="1446508" y="4112927"/>
                <a:ext cx="67159" cy="106188"/>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116" name="墨迹 115"/>
              <p14:cNvContentPartPr/>
              <p14:nvPr/>
            </p14:nvContentPartPr>
            <p14:xfrm>
              <a:off x="1535623" y="4110668"/>
              <a:ext cx="45204" cy="139432"/>
            </p14:xfrm>
          </p:contentPart>
        </mc:Choice>
        <mc:Fallback xmlns="">
          <p:pic>
            <p:nvPicPr>
              <p:cNvPr id="116" name="墨迹 115"/>
            </p:nvPicPr>
            <p:blipFill>
              <a:blip/>
            </p:blipFill>
            <p:spPr>
              <a:xfrm>
                <a:off x="1535623" y="4110668"/>
                <a:ext cx="45204" cy="139432"/>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17" name="墨迹 116"/>
              <p14:cNvContentPartPr/>
              <p14:nvPr/>
            </p14:nvContentPartPr>
            <p14:xfrm>
              <a:off x="1601491" y="4123256"/>
              <a:ext cx="65868" cy="80367"/>
            </p14:xfrm>
          </p:contentPart>
        </mc:Choice>
        <mc:Fallback xmlns="">
          <p:pic>
            <p:nvPicPr>
              <p:cNvPr id="117" name="墨迹 116"/>
            </p:nvPicPr>
            <p:blipFill>
              <a:blip/>
            </p:blipFill>
            <p:spPr>
              <a:xfrm>
                <a:off x="1601491" y="4123256"/>
                <a:ext cx="65868" cy="80367"/>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118" name="墨迹 117"/>
              <p14:cNvContentPartPr/>
              <p14:nvPr/>
            </p14:nvContentPartPr>
            <p14:xfrm>
              <a:off x="1722410" y="4128097"/>
              <a:ext cx="75393" cy="58742"/>
            </p14:xfrm>
          </p:contentPart>
        </mc:Choice>
        <mc:Fallback xmlns="">
          <p:pic>
            <p:nvPicPr>
              <p:cNvPr id="118" name="墨迹 117"/>
            </p:nvPicPr>
            <p:blipFill>
              <a:blip/>
            </p:blipFill>
            <p:spPr>
              <a:xfrm>
                <a:off x="1722410" y="4128097"/>
                <a:ext cx="75393" cy="58742"/>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19" name="墨迹 118"/>
              <p14:cNvContentPartPr/>
              <p14:nvPr/>
            </p14:nvContentPartPr>
            <p14:xfrm>
              <a:off x="1796188" y="4102922"/>
              <a:ext cx="89439" cy="7746"/>
            </p14:xfrm>
          </p:contentPart>
        </mc:Choice>
        <mc:Fallback xmlns="">
          <p:pic>
            <p:nvPicPr>
              <p:cNvPr id="119" name="墨迹 118"/>
            </p:nvPicPr>
            <p:blipFill>
              <a:blip/>
            </p:blipFill>
            <p:spPr>
              <a:xfrm>
                <a:off x="1796188" y="4102922"/>
                <a:ext cx="89439" cy="7746"/>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120" name="墨迹 119"/>
              <p14:cNvContentPartPr/>
              <p14:nvPr/>
            </p14:nvContentPartPr>
            <p14:xfrm>
              <a:off x="1849464" y="4074519"/>
              <a:ext cx="142068" cy="121519"/>
            </p14:xfrm>
          </p:contentPart>
        </mc:Choice>
        <mc:Fallback xmlns="">
          <p:pic>
            <p:nvPicPr>
              <p:cNvPr id="120" name="墨迹 119"/>
            </p:nvPicPr>
            <p:blipFill>
              <a:blip/>
            </p:blipFill>
            <p:spPr>
              <a:xfrm>
                <a:off x="1849464" y="4074519"/>
                <a:ext cx="142068" cy="121519"/>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21" name="墨迹 120"/>
              <p14:cNvContentPartPr/>
              <p14:nvPr/>
            </p14:nvContentPartPr>
            <p14:xfrm>
              <a:off x="1983783" y="4092594"/>
              <a:ext cx="77491" cy="2582"/>
            </p14:xfrm>
          </p:contentPart>
        </mc:Choice>
        <mc:Fallback xmlns="">
          <p:pic>
            <p:nvPicPr>
              <p:cNvPr id="121" name="墨迹 120"/>
            </p:nvPicPr>
            <p:blipFill>
              <a:blip/>
            </p:blipFill>
            <p:spPr>
              <a:xfrm>
                <a:off x="1983783" y="4092594"/>
                <a:ext cx="77491" cy="2582"/>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122" name="墨迹 121"/>
              <p14:cNvContentPartPr/>
              <p14:nvPr/>
            </p14:nvContentPartPr>
            <p14:xfrm>
              <a:off x="2025111" y="4069355"/>
              <a:ext cx="30997" cy="122164"/>
            </p14:xfrm>
          </p:contentPart>
        </mc:Choice>
        <mc:Fallback xmlns="">
          <p:pic>
            <p:nvPicPr>
              <p:cNvPr id="122" name="墨迹 121"/>
            </p:nvPicPr>
            <p:blipFill>
              <a:blip/>
            </p:blipFill>
            <p:spPr>
              <a:xfrm>
                <a:off x="2025111" y="4069355"/>
                <a:ext cx="30997" cy="122164"/>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23" name="墨迹 122"/>
              <p14:cNvContentPartPr/>
              <p14:nvPr/>
            </p14:nvContentPartPr>
            <p14:xfrm>
              <a:off x="2097437" y="4053862"/>
              <a:ext cx="20664" cy="5164"/>
            </p14:xfrm>
          </p:contentPart>
        </mc:Choice>
        <mc:Fallback xmlns="">
          <p:pic>
            <p:nvPicPr>
              <p:cNvPr id="123" name="墨迹 122"/>
            </p:nvPicPr>
            <p:blipFill>
              <a:blip/>
            </p:blipFill>
            <p:spPr>
              <a:xfrm>
                <a:off x="2097437" y="4053862"/>
                <a:ext cx="20664" cy="5164"/>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124" name="墨迹 123"/>
              <p14:cNvContentPartPr/>
              <p14:nvPr/>
            </p14:nvContentPartPr>
            <p14:xfrm>
              <a:off x="2107769" y="4095176"/>
              <a:ext cx="25831" cy="98119"/>
            </p14:xfrm>
          </p:contentPart>
        </mc:Choice>
        <mc:Fallback xmlns="">
          <p:pic>
            <p:nvPicPr>
              <p:cNvPr id="124" name="墨迹 123"/>
            </p:nvPicPr>
            <p:blipFill>
              <a:blip/>
            </p:blipFill>
            <p:spPr>
              <a:xfrm>
                <a:off x="2107769" y="4095176"/>
                <a:ext cx="25831" cy="98119"/>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25" name="墨迹 124"/>
              <p14:cNvContentPartPr/>
              <p14:nvPr/>
            </p14:nvContentPartPr>
            <p14:xfrm>
              <a:off x="2174928" y="4115832"/>
              <a:ext cx="56827" cy="77463"/>
            </p14:xfrm>
          </p:contentPart>
        </mc:Choice>
        <mc:Fallback xmlns="">
          <p:pic>
            <p:nvPicPr>
              <p:cNvPr id="125" name="墨迹 124"/>
            </p:nvPicPr>
            <p:blipFill>
              <a:blip/>
            </p:blipFill>
            <p:spPr>
              <a:xfrm>
                <a:off x="2174928" y="4115832"/>
                <a:ext cx="56827" cy="77463"/>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126" name="墨迹 125"/>
              <p14:cNvContentPartPr/>
              <p14:nvPr/>
            </p14:nvContentPartPr>
            <p14:xfrm>
              <a:off x="2252420" y="4110668"/>
              <a:ext cx="74908" cy="89082"/>
            </p14:xfrm>
          </p:contentPart>
        </mc:Choice>
        <mc:Fallback xmlns="">
          <p:pic>
            <p:nvPicPr>
              <p:cNvPr id="126" name="墨迹 125"/>
            </p:nvPicPr>
            <p:blipFill>
              <a:blip/>
            </p:blipFill>
            <p:spPr>
              <a:xfrm>
                <a:off x="2252420" y="4110668"/>
                <a:ext cx="74908" cy="89082"/>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28" name="墨迹 127"/>
              <p14:cNvContentPartPr/>
              <p14:nvPr/>
            </p14:nvContentPartPr>
            <p14:xfrm>
              <a:off x="487389" y="4399861"/>
              <a:ext cx="1865770" cy="51641"/>
            </p14:xfrm>
          </p:contentPart>
        </mc:Choice>
        <mc:Fallback xmlns="">
          <p:pic>
            <p:nvPicPr>
              <p:cNvPr id="128" name="墨迹 127"/>
            </p:nvPicPr>
            <p:blipFill>
              <a:blip/>
            </p:blipFill>
            <p:spPr>
              <a:xfrm>
                <a:off x="487389" y="4399861"/>
                <a:ext cx="1865770" cy="51641"/>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129" name="墨迹 128"/>
              <p14:cNvContentPartPr/>
              <p14:nvPr/>
            </p14:nvContentPartPr>
            <p14:xfrm>
              <a:off x="600559" y="5097022"/>
              <a:ext cx="14207" cy="72298"/>
            </p14:xfrm>
          </p:contentPart>
        </mc:Choice>
        <mc:Fallback xmlns="">
          <p:pic>
            <p:nvPicPr>
              <p:cNvPr id="129" name="墨迹 128"/>
            </p:nvPicPr>
            <p:blipFill>
              <a:blip/>
            </p:blipFill>
            <p:spPr>
              <a:xfrm>
                <a:off x="600559" y="5097022"/>
                <a:ext cx="14207" cy="72298"/>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30" name="墨迹 129"/>
              <p14:cNvContentPartPr/>
              <p14:nvPr/>
            </p14:nvContentPartPr>
            <p14:xfrm>
              <a:off x="563105" y="5158992"/>
              <a:ext cx="1570495" cy="10328"/>
            </p14:xfrm>
          </p:contentPart>
        </mc:Choice>
        <mc:Fallback xmlns="">
          <p:pic>
            <p:nvPicPr>
              <p:cNvPr id="130" name="墨迹 129"/>
            </p:nvPicPr>
            <p:blipFill>
              <a:blip/>
            </p:blipFill>
            <p:spPr>
              <a:xfrm>
                <a:off x="563105" y="5158992"/>
                <a:ext cx="1570495" cy="10328"/>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131" name="墨迹 130"/>
              <p14:cNvContentPartPr/>
              <p14:nvPr/>
            </p14:nvContentPartPr>
            <p14:xfrm>
              <a:off x="609600" y="5943944"/>
              <a:ext cx="1611823" cy="15492"/>
            </p14:xfrm>
          </p:contentPart>
        </mc:Choice>
        <mc:Fallback xmlns="">
          <p:pic>
            <p:nvPicPr>
              <p:cNvPr id="131" name="墨迹 130"/>
            </p:nvPicPr>
            <p:blipFill>
              <a:blip/>
            </p:blipFill>
            <p:spPr>
              <a:xfrm>
                <a:off x="609600" y="5943944"/>
                <a:ext cx="1611823" cy="15492"/>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32" name="墨迹 131"/>
              <p14:cNvContentPartPr/>
              <p14:nvPr/>
            </p14:nvContentPartPr>
            <p14:xfrm>
              <a:off x="645762" y="6548150"/>
              <a:ext cx="1570495" cy="36149"/>
            </p14:xfrm>
          </p:contentPart>
        </mc:Choice>
        <mc:Fallback xmlns="">
          <p:pic>
            <p:nvPicPr>
              <p:cNvPr id="132" name="墨迹 131"/>
            </p:nvPicPr>
            <p:blipFill>
              <a:blip/>
            </p:blipFill>
            <p:spPr>
              <a:xfrm>
                <a:off x="645762" y="6548150"/>
                <a:ext cx="1570495" cy="36149"/>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133" name="墨迹 132"/>
              <p14:cNvContentPartPr/>
              <p14:nvPr/>
            </p14:nvContentPartPr>
            <p14:xfrm>
              <a:off x="1114909" y="4957590"/>
              <a:ext cx="16467" cy="15492"/>
            </p14:xfrm>
          </p:contentPart>
        </mc:Choice>
        <mc:Fallback xmlns="">
          <p:pic>
            <p:nvPicPr>
              <p:cNvPr id="133" name="墨迹 132"/>
            </p:nvPicPr>
            <p:blipFill>
              <a:blip/>
            </p:blipFill>
            <p:spPr>
              <a:xfrm>
                <a:off x="1114909" y="4957590"/>
                <a:ext cx="16467" cy="15492"/>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34" name="墨迹 133"/>
              <p14:cNvContentPartPr/>
              <p14:nvPr/>
            </p14:nvContentPartPr>
            <p14:xfrm>
              <a:off x="1053884" y="4856889"/>
              <a:ext cx="371960" cy="172999"/>
            </p14:xfrm>
          </p:contentPart>
        </mc:Choice>
        <mc:Fallback xmlns="">
          <p:pic>
            <p:nvPicPr>
              <p:cNvPr id="134" name="墨迹 133"/>
            </p:nvPicPr>
            <p:blipFill>
              <a:blip/>
            </p:blipFill>
            <p:spPr>
              <a:xfrm>
                <a:off x="1053884" y="4856889"/>
                <a:ext cx="371960" cy="172999"/>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135" name="墨迹 134"/>
              <p14:cNvContentPartPr/>
              <p14:nvPr/>
            </p14:nvContentPartPr>
            <p14:xfrm>
              <a:off x="986725" y="5698323"/>
              <a:ext cx="421037" cy="183328"/>
            </p14:xfrm>
          </p:contentPart>
        </mc:Choice>
        <mc:Fallback xmlns="">
          <p:pic>
            <p:nvPicPr>
              <p:cNvPr id="135" name="墨迹 134"/>
            </p:nvPicPr>
            <p:blipFill>
              <a:blip/>
            </p:blipFill>
            <p:spPr>
              <a:xfrm>
                <a:off x="986725" y="5698323"/>
                <a:ext cx="421037" cy="183328"/>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36" name="墨迹 135"/>
              <p14:cNvContentPartPr/>
              <p14:nvPr/>
            </p14:nvContentPartPr>
            <p14:xfrm>
              <a:off x="1121044" y="6266058"/>
              <a:ext cx="371959" cy="128620"/>
            </p14:xfrm>
          </p:contentPart>
        </mc:Choice>
        <mc:Fallback xmlns="">
          <p:pic>
            <p:nvPicPr>
              <p:cNvPr id="136" name="墨迹 135"/>
            </p:nvPicPr>
            <p:blipFill>
              <a:blip/>
            </p:blipFill>
            <p:spPr>
              <a:xfrm>
                <a:off x="1121044" y="6266058"/>
                <a:ext cx="371959" cy="128620"/>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137" name="墨迹 136"/>
              <p14:cNvContentPartPr/>
              <p14:nvPr/>
            </p14:nvContentPartPr>
            <p14:xfrm>
              <a:off x="3339077" y="1347844"/>
              <a:ext cx="16305" cy="285159"/>
            </p14:xfrm>
          </p:contentPart>
        </mc:Choice>
        <mc:Fallback xmlns="">
          <p:pic>
            <p:nvPicPr>
              <p:cNvPr id="137" name="墨迹 136"/>
            </p:nvPicPr>
            <p:blipFill>
              <a:blip/>
            </p:blipFill>
            <p:spPr>
              <a:xfrm>
                <a:off x="3339077" y="1347844"/>
                <a:ext cx="16305" cy="285159"/>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38" name="墨迹 137"/>
              <p14:cNvContentPartPr/>
              <p14:nvPr/>
            </p14:nvContentPartPr>
            <p14:xfrm>
              <a:off x="3366361" y="1303142"/>
              <a:ext cx="534045" cy="362782"/>
            </p14:xfrm>
          </p:contentPart>
        </mc:Choice>
        <mc:Fallback xmlns="">
          <p:pic>
            <p:nvPicPr>
              <p:cNvPr id="138" name="墨迹 137"/>
            </p:nvPicPr>
            <p:blipFill>
              <a:blip/>
            </p:blipFill>
            <p:spPr>
              <a:xfrm>
                <a:off x="3366361" y="1303142"/>
                <a:ext cx="534045" cy="362782"/>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139" name="墨迹 138"/>
              <p14:cNvContentPartPr/>
              <p14:nvPr/>
            </p14:nvContentPartPr>
            <p14:xfrm>
              <a:off x="3392191" y="1598306"/>
              <a:ext cx="404893" cy="74880"/>
            </p14:xfrm>
          </p:contentPart>
        </mc:Choice>
        <mc:Fallback xmlns="">
          <p:pic>
            <p:nvPicPr>
              <p:cNvPr id="139" name="墨迹 138"/>
            </p:nvPicPr>
            <p:blipFill>
              <a:blip/>
            </p:blipFill>
            <p:spPr>
              <a:xfrm>
                <a:off x="3392191" y="1598306"/>
                <a:ext cx="404893" cy="7488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40" name="墨迹 139"/>
              <p14:cNvContentPartPr/>
              <p14:nvPr/>
            </p14:nvContentPartPr>
            <p14:xfrm>
              <a:off x="3479369" y="1411105"/>
              <a:ext cx="59410" cy="135559"/>
            </p14:xfrm>
          </p:contentPart>
        </mc:Choice>
        <mc:Fallback xmlns="">
          <p:pic>
            <p:nvPicPr>
              <p:cNvPr id="140" name="墨迹 139"/>
            </p:nvPicPr>
            <p:blipFill>
              <a:blip/>
            </p:blipFill>
            <p:spPr>
              <a:xfrm>
                <a:off x="3479369" y="1411105"/>
                <a:ext cx="59410" cy="135559"/>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141" name="墨迹 140"/>
              <p14:cNvContentPartPr/>
              <p14:nvPr/>
            </p14:nvContentPartPr>
            <p14:xfrm>
              <a:off x="3519891" y="1430471"/>
              <a:ext cx="73940" cy="165253"/>
            </p14:xfrm>
          </p:contentPart>
        </mc:Choice>
        <mc:Fallback xmlns="">
          <p:pic>
            <p:nvPicPr>
              <p:cNvPr id="141" name="墨迹 140"/>
            </p:nvPicPr>
            <p:blipFill>
              <a:blip/>
            </p:blipFill>
            <p:spPr>
              <a:xfrm>
                <a:off x="3519891" y="1430471"/>
                <a:ext cx="73940" cy="165253"/>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142" name="墨迹 141"/>
              <p14:cNvContentPartPr/>
              <p14:nvPr/>
            </p14:nvContentPartPr>
            <p14:xfrm>
              <a:off x="3657600" y="1451128"/>
              <a:ext cx="5166" cy="85208"/>
            </p14:xfrm>
          </p:contentPart>
        </mc:Choice>
        <mc:Fallback xmlns="">
          <p:pic>
            <p:nvPicPr>
              <p:cNvPr id="142" name="墨迹 141"/>
            </p:nvPicPr>
            <p:blipFill>
              <a:blip/>
            </p:blipFill>
            <p:spPr>
              <a:xfrm>
                <a:off x="3657600" y="1451128"/>
                <a:ext cx="5166" cy="85208"/>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43" name="墨迹 142"/>
              <p14:cNvContentPartPr/>
              <p14:nvPr/>
            </p14:nvContentPartPr>
            <p14:xfrm>
              <a:off x="3735091" y="1404650"/>
              <a:ext cx="5166" cy="172999"/>
            </p14:xfrm>
          </p:contentPart>
        </mc:Choice>
        <mc:Fallback xmlns="">
          <p:pic>
            <p:nvPicPr>
              <p:cNvPr id="143" name="墨迹 142"/>
            </p:nvPicPr>
            <p:blipFill>
              <a:blip/>
            </p:blipFill>
            <p:spPr>
              <a:xfrm>
                <a:off x="3735091" y="1404650"/>
                <a:ext cx="5166" cy="172999"/>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144" name="墨迹 143"/>
              <p14:cNvContentPartPr/>
              <p14:nvPr/>
            </p14:nvContentPartPr>
            <p14:xfrm>
              <a:off x="4458345" y="1476948"/>
              <a:ext cx="5167" cy="100701"/>
            </p14:xfrm>
          </p:contentPart>
        </mc:Choice>
        <mc:Fallback xmlns="">
          <p:pic>
            <p:nvPicPr>
              <p:cNvPr id="144" name="墨迹 143"/>
            </p:nvPicPr>
            <p:blipFill>
              <a:blip/>
            </p:blipFill>
            <p:spPr>
              <a:xfrm>
                <a:off x="4458345" y="1476948"/>
                <a:ext cx="5167" cy="100701"/>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45" name="墨迹 144"/>
              <p14:cNvContentPartPr/>
              <p14:nvPr/>
            </p14:nvContentPartPr>
            <p14:xfrm>
              <a:off x="4408783" y="1353009"/>
              <a:ext cx="144490" cy="233516"/>
            </p14:xfrm>
          </p:contentPart>
        </mc:Choice>
        <mc:Fallback xmlns="">
          <p:pic>
            <p:nvPicPr>
              <p:cNvPr id="145" name="墨迹 144"/>
            </p:nvPicPr>
            <p:blipFill>
              <a:blip/>
            </p:blipFill>
            <p:spPr>
              <a:xfrm>
                <a:off x="4408783" y="1353009"/>
                <a:ext cx="144490" cy="233516"/>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146" name="墨迹 145"/>
              <p14:cNvContentPartPr/>
              <p14:nvPr/>
            </p14:nvContentPartPr>
            <p14:xfrm>
              <a:off x="4592664" y="1440799"/>
              <a:ext cx="67159" cy="12911"/>
            </p14:xfrm>
          </p:contentPart>
        </mc:Choice>
        <mc:Fallback xmlns="">
          <p:pic>
            <p:nvPicPr>
              <p:cNvPr id="146" name="墨迹 145"/>
            </p:nvPicPr>
            <p:blipFill>
              <a:blip/>
            </p:blipFill>
            <p:spPr>
              <a:xfrm>
                <a:off x="4592664" y="1440799"/>
                <a:ext cx="67159" cy="12911"/>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47" name="墨迹 146"/>
              <p14:cNvContentPartPr/>
              <p14:nvPr/>
            </p14:nvContentPartPr>
            <p14:xfrm>
              <a:off x="4633993" y="1492441"/>
              <a:ext cx="10332" cy="90373"/>
            </p14:xfrm>
          </p:contentPart>
        </mc:Choice>
        <mc:Fallback xmlns="">
          <p:pic>
            <p:nvPicPr>
              <p:cNvPr id="147" name="墨迹 146"/>
            </p:nvPicPr>
            <p:blipFill>
              <a:blip/>
            </p:blipFill>
            <p:spPr>
              <a:xfrm>
                <a:off x="4633993" y="1492441"/>
                <a:ext cx="10332" cy="90373"/>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148" name="墨迹 147"/>
              <p14:cNvContentPartPr/>
              <p14:nvPr/>
            </p14:nvContentPartPr>
            <p14:xfrm>
              <a:off x="4717942" y="1454355"/>
              <a:ext cx="53760" cy="141369"/>
            </p14:xfrm>
          </p:contentPart>
        </mc:Choice>
        <mc:Fallback xmlns="">
          <p:pic>
            <p:nvPicPr>
              <p:cNvPr id="148" name="墨迹 147"/>
            </p:nvPicPr>
            <p:blipFill>
              <a:blip/>
            </p:blipFill>
            <p:spPr>
              <a:xfrm>
                <a:off x="4717942" y="1454355"/>
                <a:ext cx="53760" cy="141369"/>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51" name="墨迹 150"/>
              <p14:cNvContentPartPr/>
              <p14:nvPr/>
            </p14:nvContentPartPr>
            <p14:xfrm>
              <a:off x="4837247" y="1471784"/>
              <a:ext cx="98963" cy="132009"/>
            </p14:xfrm>
          </p:contentPart>
        </mc:Choice>
        <mc:Fallback xmlns="">
          <p:pic>
            <p:nvPicPr>
              <p:cNvPr id="151" name="墨迹 150"/>
            </p:nvPicPr>
            <p:blipFill>
              <a:blip/>
            </p:blipFill>
            <p:spPr>
              <a:xfrm>
                <a:off x="4837247" y="1471784"/>
                <a:ext cx="98963" cy="132009"/>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152" name="墨迹 151"/>
              <p14:cNvContentPartPr/>
              <p14:nvPr/>
            </p14:nvContentPartPr>
            <p14:xfrm>
              <a:off x="4954291" y="1484210"/>
              <a:ext cx="80074" cy="97635"/>
            </p14:xfrm>
          </p:contentPart>
        </mc:Choice>
        <mc:Fallback xmlns="">
          <p:pic>
            <p:nvPicPr>
              <p:cNvPr id="152" name="墨迹 151"/>
            </p:nvPicPr>
            <p:blipFill>
              <a:blip/>
            </p:blipFill>
            <p:spPr>
              <a:xfrm>
                <a:off x="4954291" y="1484210"/>
                <a:ext cx="80074" cy="97635"/>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53" name="墨迹 152"/>
              <p14:cNvContentPartPr/>
              <p14:nvPr/>
            </p14:nvContentPartPr>
            <p14:xfrm>
              <a:off x="5074403" y="1469202"/>
              <a:ext cx="58764" cy="114903"/>
            </p14:xfrm>
          </p:contentPart>
        </mc:Choice>
        <mc:Fallback xmlns="">
          <p:pic>
            <p:nvPicPr>
              <p:cNvPr id="153" name="墨迹 152"/>
            </p:nvPicPr>
            <p:blipFill>
              <a:blip/>
            </p:blipFill>
            <p:spPr>
              <a:xfrm>
                <a:off x="5074403" y="1469202"/>
                <a:ext cx="58764" cy="114903"/>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154" name="墨迹 153"/>
              <p14:cNvContentPartPr/>
              <p14:nvPr/>
            </p14:nvContentPartPr>
            <p14:xfrm>
              <a:off x="5181600" y="1478724"/>
              <a:ext cx="29704" cy="147985"/>
            </p14:xfrm>
          </p:contentPart>
        </mc:Choice>
        <mc:Fallback xmlns="">
          <p:pic>
            <p:nvPicPr>
              <p:cNvPr id="154" name="墨迹 153"/>
            </p:nvPicPr>
            <p:blipFill>
              <a:blip/>
            </p:blipFill>
            <p:spPr>
              <a:xfrm>
                <a:off x="5181600" y="1478724"/>
                <a:ext cx="29704" cy="14798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55" name="墨迹 154"/>
              <p14:cNvContentPartPr/>
              <p14:nvPr/>
            </p14:nvContentPartPr>
            <p14:xfrm>
              <a:off x="5269423" y="1440799"/>
              <a:ext cx="49078" cy="25821"/>
            </p14:xfrm>
          </p:contentPart>
        </mc:Choice>
        <mc:Fallback xmlns="">
          <p:pic>
            <p:nvPicPr>
              <p:cNvPr id="155" name="墨迹 154"/>
            </p:nvPicPr>
            <p:blipFill>
              <a:blip/>
            </p:blipFill>
            <p:spPr>
              <a:xfrm>
                <a:off x="5269423" y="1440799"/>
                <a:ext cx="49078" cy="25821"/>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156" name="墨迹 155"/>
              <p14:cNvContentPartPr/>
              <p14:nvPr/>
            </p14:nvContentPartPr>
            <p14:xfrm>
              <a:off x="5274589" y="1492441"/>
              <a:ext cx="25831" cy="136850"/>
            </p14:xfrm>
          </p:contentPart>
        </mc:Choice>
        <mc:Fallback xmlns="">
          <p:pic>
            <p:nvPicPr>
              <p:cNvPr id="156" name="墨迹 155"/>
            </p:nvPicPr>
            <p:blipFill>
              <a:blip/>
            </p:blipFill>
            <p:spPr>
              <a:xfrm>
                <a:off x="5274589" y="1492441"/>
                <a:ext cx="25831" cy="136850"/>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57" name="墨迹 156"/>
              <p14:cNvContentPartPr/>
              <p14:nvPr/>
            </p14:nvContentPartPr>
            <p14:xfrm>
              <a:off x="5377911" y="1497605"/>
              <a:ext cx="46495" cy="72298"/>
            </p14:xfrm>
          </p:contentPart>
        </mc:Choice>
        <mc:Fallback xmlns="">
          <p:pic>
            <p:nvPicPr>
              <p:cNvPr id="157" name="墨迹 156"/>
            </p:nvPicPr>
            <p:blipFill>
              <a:blip/>
            </p:blipFill>
            <p:spPr>
              <a:xfrm>
                <a:off x="5377911" y="1497605"/>
                <a:ext cx="46495" cy="72298"/>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158" name="墨迹 157"/>
              <p14:cNvContentPartPr/>
              <p14:nvPr/>
            </p14:nvContentPartPr>
            <p14:xfrm>
              <a:off x="5455403" y="1492441"/>
              <a:ext cx="101546" cy="90373"/>
            </p14:xfrm>
          </p:contentPart>
        </mc:Choice>
        <mc:Fallback xmlns="">
          <p:pic>
            <p:nvPicPr>
              <p:cNvPr id="158" name="墨迹 157"/>
            </p:nvPicPr>
            <p:blipFill>
              <a:blip/>
            </p:blipFill>
            <p:spPr>
              <a:xfrm>
                <a:off x="5455403" y="1492441"/>
                <a:ext cx="101546" cy="90373"/>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62" name="墨迹 161"/>
              <p14:cNvContentPartPr/>
              <p14:nvPr/>
            </p14:nvContentPartPr>
            <p14:xfrm>
              <a:off x="3055749" y="1004428"/>
              <a:ext cx="23247" cy="49059"/>
            </p14:xfrm>
          </p:contentPart>
        </mc:Choice>
        <mc:Fallback xmlns="">
          <p:pic>
            <p:nvPicPr>
              <p:cNvPr id="162" name="墨迹 161"/>
            </p:nvPicPr>
            <p:blipFill>
              <a:blip/>
            </p:blipFill>
            <p:spPr>
              <a:xfrm>
                <a:off x="3055749" y="1004428"/>
                <a:ext cx="23247" cy="49059"/>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163" name="墨迹 162"/>
              <p14:cNvContentPartPr/>
              <p14:nvPr/>
            </p14:nvContentPartPr>
            <p14:xfrm>
              <a:off x="2894792" y="827556"/>
              <a:ext cx="219075" cy="218992"/>
            </p14:xfrm>
          </p:contentPart>
        </mc:Choice>
        <mc:Fallback xmlns="">
          <p:pic>
            <p:nvPicPr>
              <p:cNvPr id="163" name="墨迹 162"/>
            </p:nvPicPr>
            <p:blipFill>
              <a:blip/>
            </p:blipFill>
            <p:spPr>
              <a:xfrm>
                <a:off x="2894792" y="827556"/>
                <a:ext cx="219075" cy="218992"/>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64" name="墨迹 163"/>
              <p14:cNvContentPartPr/>
              <p14:nvPr/>
            </p14:nvContentPartPr>
            <p14:xfrm>
              <a:off x="3125491" y="922770"/>
              <a:ext cx="149817" cy="81658"/>
            </p14:xfrm>
          </p:contentPart>
        </mc:Choice>
        <mc:Fallback xmlns="">
          <p:pic>
            <p:nvPicPr>
              <p:cNvPr id="164" name="墨迹 163"/>
            </p:nvPicPr>
            <p:blipFill>
              <a:blip/>
            </p:blipFill>
            <p:spPr>
              <a:xfrm>
                <a:off x="3125491" y="922770"/>
                <a:ext cx="149817" cy="81658"/>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165" name="墨迹 164"/>
              <p14:cNvContentPartPr/>
              <p14:nvPr/>
            </p14:nvContentPartPr>
            <p14:xfrm>
              <a:off x="3308080" y="934712"/>
              <a:ext cx="98964" cy="64552"/>
            </p14:xfrm>
          </p:contentPart>
        </mc:Choice>
        <mc:Fallback xmlns="">
          <p:pic>
            <p:nvPicPr>
              <p:cNvPr id="165" name="墨迹 164"/>
            </p:nvPicPr>
            <p:blipFill>
              <a:blip/>
            </p:blipFill>
            <p:spPr>
              <a:xfrm>
                <a:off x="3308080" y="934712"/>
                <a:ext cx="98964" cy="64552"/>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66" name="墨迹 165"/>
              <p14:cNvContentPartPr/>
              <p14:nvPr/>
            </p14:nvContentPartPr>
            <p14:xfrm>
              <a:off x="3430291" y="953432"/>
              <a:ext cx="74909" cy="58742"/>
            </p14:xfrm>
          </p:contentPart>
        </mc:Choice>
        <mc:Fallback xmlns="">
          <p:pic>
            <p:nvPicPr>
              <p:cNvPr id="166" name="墨迹 165"/>
            </p:nvPicPr>
            <p:blipFill>
              <a:blip/>
            </p:blipFill>
            <p:spPr>
              <a:xfrm>
                <a:off x="3430291" y="953432"/>
                <a:ext cx="74909" cy="58742"/>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167" name="墨迹 166"/>
              <p14:cNvContentPartPr/>
              <p14:nvPr/>
            </p14:nvContentPartPr>
            <p14:xfrm>
              <a:off x="3533613" y="957466"/>
              <a:ext cx="69742" cy="52126"/>
            </p14:xfrm>
          </p:contentPart>
        </mc:Choice>
        <mc:Fallback xmlns="">
          <p:pic>
            <p:nvPicPr>
              <p:cNvPr id="167" name="墨迹 166"/>
            </p:nvPicPr>
            <p:blipFill>
              <a:blip/>
            </p:blipFill>
            <p:spPr>
              <a:xfrm>
                <a:off x="3533613" y="957466"/>
                <a:ext cx="69742" cy="52126"/>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68" name="墨迹 167"/>
              <p14:cNvContentPartPr/>
              <p14:nvPr/>
            </p14:nvContentPartPr>
            <p14:xfrm>
              <a:off x="3639518" y="916637"/>
              <a:ext cx="70010" cy="39990"/>
            </p14:xfrm>
          </p:contentPart>
        </mc:Choice>
        <mc:Fallback xmlns="">
          <p:pic>
            <p:nvPicPr>
              <p:cNvPr id="168" name="墨迹 167"/>
            </p:nvPicPr>
            <p:blipFill>
              <a:blip/>
            </p:blipFill>
            <p:spPr>
              <a:xfrm>
                <a:off x="3639518" y="916637"/>
                <a:ext cx="70010" cy="39990"/>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169" name="墨迹 168"/>
              <p14:cNvContentPartPr/>
              <p14:nvPr/>
            </p14:nvContentPartPr>
            <p14:xfrm>
              <a:off x="3642101" y="960533"/>
              <a:ext cx="5166" cy="51641"/>
            </p14:xfrm>
          </p:contentPart>
        </mc:Choice>
        <mc:Fallback xmlns="">
          <p:pic>
            <p:nvPicPr>
              <p:cNvPr id="169" name="墨迹 168"/>
            </p:nvPicPr>
            <p:blipFill>
              <a:blip/>
            </p:blipFill>
            <p:spPr>
              <a:xfrm>
                <a:off x="3642101" y="960533"/>
                <a:ext cx="5166" cy="51641"/>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70" name="墨迹 169"/>
              <p14:cNvContentPartPr/>
              <p14:nvPr/>
            </p14:nvContentPartPr>
            <p14:xfrm>
              <a:off x="3684076" y="908891"/>
              <a:ext cx="144005" cy="203984"/>
            </p14:xfrm>
          </p:contentPart>
        </mc:Choice>
        <mc:Fallback xmlns="">
          <p:pic>
            <p:nvPicPr>
              <p:cNvPr id="170" name="墨迹 169"/>
            </p:nvPicPr>
            <p:blipFill>
              <a:blip/>
            </p:blipFill>
            <p:spPr>
              <a:xfrm>
                <a:off x="3684076" y="908891"/>
                <a:ext cx="144005" cy="203984"/>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71" name="墨迹 170"/>
              <p14:cNvContentPartPr/>
              <p14:nvPr/>
            </p14:nvContentPartPr>
            <p14:xfrm>
              <a:off x="2856854" y="1053487"/>
              <a:ext cx="1017722" cy="36150"/>
            </p14:xfrm>
          </p:contentPart>
        </mc:Choice>
        <mc:Fallback xmlns="">
          <p:pic>
            <p:nvPicPr>
              <p:cNvPr id="171" name="墨迹 170"/>
            </p:nvPicPr>
            <p:blipFill>
              <a:blip/>
            </p:blipFill>
            <p:spPr>
              <a:xfrm>
                <a:off x="2856854" y="1053487"/>
                <a:ext cx="1017722" cy="36150"/>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172" name="墨迹 171"/>
              <p14:cNvContentPartPr/>
              <p14:nvPr/>
            </p14:nvContentPartPr>
            <p14:xfrm>
              <a:off x="3321803" y="1983036"/>
              <a:ext cx="87824" cy="485430"/>
            </p14:xfrm>
          </p:contentPart>
        </mc:Choice>
        <mc:Fallback xmlns="">
          <p:pic>
            <p:nvPicPr>
              <p:cNvPr id="172" name="墨迹 171"/>
            </p:nvPicPr>
            <p:blipFill>
              <a:blip/>
            </p:blipFill>
            <p:spPr>
              <a:xfrm>
                <a:off x="3321803" y="1983036"/>
                <a:ext cx="87824" cy="485430"/>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74" name="墨迹 173"/>
              <p14:cNvContentPartPr/>
              <p14:nvPr/>
            </p14:nvContentPartPr>
            <p14:xfrm>
              <a:off x="3383796" y="2001110"/>
              <a:ext cx="118820" cy="18075"/>
            </p14:xfrm>
          </p:contentPart>
        </mc:Choice>
        <mc:Fallback xmlns="">
          <p:pic>
            <p:nvPicPr>
              <p:cNvPr id="174" name="墨迹 173"/>
            </p:nvPicPr>
            <p:blipFill>
              <a:blip/>
            </p:blipFill>
            <p:spPr>
              <a:xfrm>
                <a:off x="3383796" y="2001110"/>
                <a:ext cx="118820" cy="18075"/>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175" name="墨迹 174"/>
              <p14:cNvContentPartPr/>
              <p14:nvPr/>
            </p14:nvContentPartPr>
            <p14:xfrm>
              <a:off x="3373464" y="1972707"/>
              <a:ext cx="6168326" cy="46478"/>
            </p14:xfrm>
          </p:contentPart>
        </mc:Choice>
        <mc:Fallback xmlns="">
          <p:pic>
            <p:nvPicPr>
              <p:cNvPr id="175" name="墨迹 174"/>
            </p:nvPicPr>
            <p:blipFill>
              <a:blip/>
            </p:blipFill>
            <p:spPr>
              <a:xfrm>
                <a:off x="3373464" y="1972707"/>
                <a:ext cx="6168326" cy="46478"/>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77" name="墨迹 176"/>
              <p14:cNvContentPartPr/>
              <p14:nvPr/>
            </p14:nvContentPartPr>
            <p14:xfrm>
              <a:off x="3419959" y="2478795"/>
              <a:ext cx="6008176" cy="15492"/>
            </p14:xfrm>
          </p:contentPart>
        </mc:Choice>
        <mc:Fallback xmlns="">
          <p:pic>
            <p:nvPicPr>
              <p:cNvPr id="177" name="墨迹 176"/>
            </p:nvPicPr>
            <p:blipFill>
              <a:blip/>
            </p:blipFill>
            <p:spPr>
              <a:xfrm>
                <a:off x="3419959" y="2478795"/>
                <a:ext cx="6008176" cy="15492"/>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78" name="墨迹 177"/>
              <p14:cNvContentPartPr/>
              <p14:nvPr/>
            </p14:nvContentPartPr>
            <p14:xfrm>
              <a:off x="9539206" y="1990782"/>
              <a:ext cx="70010" cy="39990"/>
            </p14:xfrm>
          </p:contentPart>
        </mc:Choice>
        <mc:Fallback xmlns="">
          <p:pic>
            <p:nvPicPr>
              <p:cNvPr id="178" name="墨迹 177"/>
            </p:nvPicPr>
            <p:blipFill>
              <a:blip/>
            </p:blipFill>
            <p:spPr>
              <a:xfrm>
                <a:off x="9539206" y="1990782"/>
                <a:ext cx="70010" cy="39990"/>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179" name="墨迹 178"/>
              <p14:cNvContentPartPr/>
              <p14:nvPr/>
            </p14:nvContentPartPr>
            <p14:xfrm>
              <a:off x="9428135" y="1969318"/>
              <a:ext cx="273804" cy="561118"/>
            </p14:xfrm>
          </p:contentPart>
        </mc:Choice>
        <mc:Fallback xmlns="">
          <p:pic>
            <p:nvPicPr>
              <p:cNvPr id="179" name="墨迹 178"/>
            </p:nvPicPr>
            <p:blipFill>
              <a:blip/>
            </p:blipFill>
            <p:spPr>
              <a:xfrm>
                <a:off x="9428135" y="1969318"/>
                <a:ext cx="273804" cy="56111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80" name="墨迹 179"/>
              <p14:cNvContentPartPr/>
              <p14:nvPr/>
            </p14:nvContentPartPr>
            <p14:xfrm>
              <a:off x="3941735" y="2070826"/>
              <a:ext cx="20665" cy="423461"/>
            </p14:xfrm>
          </p:contentPart>
        </mc:Choice>
        <mc:Fallback xmlns="">
          <p:pic>
            <p:nvPicPr>
              <p:cNvPr id="180" name="墨迹 179"/>
            </p:nvPicPr>
            <p:blipFill>
              <a:blip/>
            </p:blipFill>
            <p:spPr>
              <a:xfrm>
                <a:off x="3941735" y="2070826"/>
                <a:ext cx="20665" cy="423461"/>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181" name="墨迹 180"/>
              <p14:cNvContentPartPr/>
              <p14:nvPr/>
            </p14:nvContentPartPr>
            <p14:xfrm>
              <a:off x="3502616" y="2143125"/>
              <a:ext cx="80075" cy="215603"/>
            </p14:xfrm>
          </p:contentPart>
        </mc:Choice>
        <mc:Fallback xmlns="">
          <p:pic>
            <p:nvPicPr>
              <p:cNvPr id="181" name="墨迹 180"/>
            </p:nvPicPr>
            <p:blipFill>
              <a:blip/>
            </p:blipFill>
            <p:spPr>
              <a:xfrm>
                <a:off x="3502616" y="2143125"/>
                <a:ext cx="80075" cy="215603"/>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82" name="墨迹 181"/>
              <p14:cNvContentPartPr/>
              <p14:nvPr/>
            </p14:nvContentPartPr>
            <p14:xfrm>
              <a:off x="3559444" y="2127632"/>
              <a:ext cx="273803" cy="287418"/>
            </p14:xfrm>
          </p:contentPart>
        </mc:Choice>
        <mc:Fallback xmlns="">
          <p:pic>
            <p:nvPicPr>
              <p:cNvPr id="182" name="墨迹 181"/>
            </p:nvPicPr>
            <p:blipFill>
              <a:blip/>
            </p:blipFill>
            <p:spPr>
              <a:xfrm>
                <a:off x="3559444" y="2127632"/>
                <a:ext cx="273803" cy="287418"/>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183" name="墨迹 182"/>
              <p14:cNvContentPartPr/>
              <p14:nvPr/>
            </p14:nvContentPartPr>
            <p14:xfrm>
              <a:off x="3537165" y="2352273"/>
              <a:ext cx="252170" cy="7746"/>
            </p14:xfrm>
          </p:contentPart>
        </mc:Choice>
        <mc:Fallback xmlns="">
          <p:pic>
            <p:nvPicPr>
              <p:cNvPr id="183" name="墨迹 182"/>
            </p:nvPicPr>
            <p:blipFill>
              <a:blip/>
            </p:blipFill>
            <p:spPr>
              <a:xfrm>
                <a:off x="3537165" y="2352273"/>
                <a:ext cx="252170" cy="7746"/>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84" name="墨迹 183"/>
              <p14:cNvContentPartPr/>
              <p14:nvPr/>
            </p14:nvContentPartPr>
            <p14:xfrm>
              <a:off x="3600772" y="2225751"/>
              <a:ext cx="116722" cy="10328"/>
            </p14:xfrm>
          </p:contentPart>
        </mc:Choice>
        <mc:Fallback xmlns="">
          <p:pic>
            <p:nvPicPr>
              <p:cNvPr id="184" name="墨迹 183"/>
            </p:nvPicPr>
            <p:blipFill>
              <a:blip/>
            </p:blipFill>
            <p:spPr>
              <a:xfrm>
                <a:off x="3600772" y="2225751"/>
                <a:ext cx="116722" cy="10328"/>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85" name="墨迹 184"/>
              <p14:cNvContentPartPr/>
              <p14:nvPr/>
            </p14:nvContentPartPr>
            <p14:xfrm>
              <a:off x="3611105" y="2274811"/>
              <a:ext cx="123986" cy="12910"/>
            </p14:xfrm>
          </p:contentPart>
        </mc:Choice>
        <mc:Fallback xmlns="">
          <p:pic>
            <p:nvPicPr>
              <p:cNvPr id="185" name="墨迹 184"/>
            </p:nvPicPr>
            <p:blipFill>
              <a:blip/>
            </p:blipFill>
            <p:spPr>
              <a:xfrm>
                <a:off x="3611105" y="2274811"/>
                <a:ext cx="123986" cy="12910"/>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186" name="墨迹 185"/>
              <p14:cNvContentPartPr/>
              <p14:nvPr/>
            </p14:nvContentPartPr>
            <p14:xfrm>
              <a:off x="4243629" y="2375512"/>
              <a:ext cx="101062" cy="5164"/>
            </p14:xfrm>
          </p:contentPart>
        </mc:Choice>
        <mc:Fallback xmlns="">
          <p:pic>
            <p:nvPicPr>
              <p:cNvPr id="186" name="墨迹 185"/>
            </p:nvPicPr>
            <p:blipFill>
              <a:blip/>
            </p:blipFill>
            <p:spPr>
              <a:xfrm>
                <a:off x="4243629" y="2375512"/>
                <a:ext cx="101062" cy="5164"/>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87" name="墨迹 186"/>
              <p14:cNvContentPartPr/>
              <p14:nvPr/>
            </p14:nvContentPartPr>
            <p14:xfrm>
              <a:off x="4261388" y="2421989"/>
              <a:ext cx="78137" cy="10328"/>
            </p14:xfrm>
          </p:contentPart>
        </mc:Choice>
        <mc:Fallback xmlns="">
          <p:pic>
            <p:nvPicPr>
              <p:cNvPr id="187" name="墨迹 186"/>
            </p:nvPicPr>
            <p:blipFill>
              <a:blip/>
            </p:blipFill>
            <p:spPr>
              <a:xfrm>
                <a:off x="4261388" y="2421989"/>
                <a:ext cx="78137" cy="10328"/>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188" name="墨迹 187"/>
              <p14:cNvContentPartPr/>
              <p14:nvPr/>
            </p14:nvContentPartPr>
            <p14:xfrm>
              <a:off x="4269783" y="2354855"/>
              <a:ext cx="28413" cy="100701"/>
            </p14:xfrm>
          </p:contentPart>
        </mc:Choice>
        <mc:Fallback xmlns="">
          <p:pic>
            <p:nvPicPr>
              <p:cNvPr id="188" name="墨迹 187"/>
            </p:nvPicPr>
            <p:blipFill>
              <a:blip/>
            </p:blipFill>
            <p:spPr>
              <a:xfrm>
                <a:off x="4269783" y="2354855"/>
                <a:ext cx="28413" cy="100701"/>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89" name="墨迹 188"/>
              <p14:cNvContentPartPr/>
              <p14:nvPr/>
            </p14:nvContentPartPr>
            <p14:xfrm>
              <a:off x="4300779" y="2352273"/>
              <a:ext cx="28414" cy="136850"/>
            </p14:xfrm>
          </p:contentPart>
        </mc:Choice>
        <mc:Fallback xmlns="">
          <p:pic>
            <p:nvPicPr>
              <p:cNvPr id="189" name="墨迹 188"/>
            </p:nvPicPr>
            <p:blipFill>
              <a:blip/>
            </p:blipFill>
            <p:spPr>
              <a:xfrm>
                <a:off x="4300779" y="2352273"/>
                <a:ext cx="28414" cy="136850"/>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190" name="墨迹 189"/>
              <p14:cNvContentPartPr/>
              <p14:nvPr/>
            </p14:nvContentPartPr>
            <p14:xfrm>
              <a:off x="4205206" y="2158617"/>
              <a:ext cx="764583" cy="51642"/>
            </p14:xfrm>
          </p:contentPart>
        </mc:Choice>
        <mc:Fallback xmlns="">
          <p:pic>
            <p:nvPicPr>
              <p:cNvPr id="190" name="墨迹 189"/>
            </p:nvPicPr>
            <p:blipFill>
              <a:blip/>
            </p:blipFill>
            <p:spPr>
              <a:xfrm>
                <a:off x="4205206" y="2158617"/>
                <a:ext cx="764583" cy="51642"/>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91" name="墨迹 190"/>
              <p14:cNvContentPartPr/>
              <p14:nvPr/>
            </p14:nvContentPartPr>
            <p14:xfrm>
              <a:off x="4468735" y="2367809"/>
              <a:ext cx="23086" cy="101890"/>
            </p14:xfrm>
          </p:contentPart>
        </mc:Choice>
        <mc:Fallback xmlns="">
          <p:pic>
            <p:nvPicPr>
              <p:cNvPr id="191" name="墨迹 190"/>
            </p:nvPicPr>
            <p:blipFill>
              <a:blip/>
            </p:blipFill>
            <p:spPr>
              <a:xfrm>
                <a:off x="4468735" y="2367809"/>
                <a:ext cx="23086" cy="101890"/>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193" name="墨迹 192"/>
              <p14:cNvContentPartPr/>
              <p14:nvPr/>
            </p14:nvContentPartPr>
            <p14:xfrm>
              <a:off x="4401089" y="2355624"/>
              <a:ext cx="40752" cy="112113"/>
            </p14:xfrm>
          </p:contentPart>
        </mc:Choice>
        <mc:Fallback xmlns="">
          <p:pic>
            <p:nvPicPr>
              <p:cNvPr id="193" name="墨迹 192"/>
            </p:nvPicPr>
            <p:blipFill>
              <a:blip/>
            </p:blipFill>
            <p:spPr>
              <a:xfrm>
                <a:off x="4401089" y="2355624"/>
                <a:ext cx="40752" cy="112113"/>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94" name="墨迹 193"/>
              <p14:cNvContentPartPr/>
              <p14:nvPr/>
            </p14:nvContentPartPr>
            <p14:xfrm>
              <a:off x="4418555" y="2373173"/>
              <a:ext cx="36385" cy="10184"/>
            </p14:xfrm>
          </p:contentPart>
        </mc:Choice>
        <mc:Fallback xmlns="">
          <p:pic>
            <p:nvPicPr>
              <p:cNvPr id="194" name="墨迹 193"/>
            </p:nvPicPr>
            <p:blipFill>
              <a:blip/>
            </p:blipFill>
            <p:spPr>
              <a:xfrm>
                <a:off x="4418555" y="2373173"/>
                <a:ext cx="36385" cy="10184"/>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195" name="墨迹 194"/>
              <p14:cNvContentPartPr/>
              <p14:nvPr/>
            </p14:nvContentPartPr>
            <p14:xfrm>
              <a:off x="4657235" y="2377537"/>
              <a:ext cx="37116" cy="58194"/>
            </p14:xfrm>
          </p:contentPart>
        </mc:Choice>
        <mc:Fallback xmlns="">
          <p:pic>
            <p:nvPicPr>
              <p:cNvPr id="195" name="墨迹 194"/>
            </p:nvPicPr>
            <p:blipFill>
              <a:blip/>
            </p:blipFill>
            <p:spPr>
              <a:xfrm>
                <a:off x="4657235" y="2377537"/>
                <a:ext cx="37116" cy="58194"/>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96" name="墨迹 195"/>
              <p14:cNvContentPartPr/>
              <p14:nvPr/>
            </p14:nvContentPartPr>
            <p14:xfrm>
              <a:off x="4700900" y="2380447"/>
              <a:ext cx="34200" cy="110477"/>
            </p14:xfrm>
          </p:contentPart>
        </mc:Choice>
        <mc:Fallback xmlns="">
          <p:pic>
            <p:nvPicPr>
              <p:cNvPr id="196" name="墨迹 195"/>
            </p:nvPicPr>
            <p:blipFill>
              <a:blip/>
            </p:blipFill>
            <p:spPr>
              <a:xfrm>
                <a:off x="4700900" y="2380447"/>
                <a:ext cx="34200" cy="110477"/>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97" name="墨迹 196"/>
              <p14:cNvContentPartPr/>
              <p14:nvPr/>
            </p14:nvContentPartPr>
            <p14:xfrm>
              <a:off x="4730007" y="2386266"/>
              <a:ext cx="41114" cy="59649"/>
            </p14:xfrm>
          </p:contentPart>
        </mc:Choice>
        <mc:Fallback xmlns="">
          <p:pic>
            <p:nvPicPr>
              <p:cNvPr id="197" name="墨迹 196"/>
            </p:nvPicPr>
            <p:blipFill>
              <a:blip/>
            </p:blipFill>
            <p:spPr>
              <a:xfrm>
                <a:off x="4730007" y="2386266"/>
                <a:ext cx="41114" cy="59649"/>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198" name="墨迹 197"/>
              <p14:cNvContentPartPr/>
              <p14:nvPr/>
            </p14:nvContentPartPr>
            <p14:xfrm>
              <a:off x="4788224" y="2379356"/>
              <a:ext cx="37840" cy="73833"/>
            </p14:xfrm>
          </p:contentPart>
        </mc:Choice>
        <mc:Fallback xmlns="">
          <p:pic>
            <p:nvPicPr>
              <p:cNvPr id="198" name="墨迹 197"/>
            </p:nvPicPr>
            <p:blipFill>
              <a:blip/>
            </p:blipFill>
            <p:spPr>
              <a:xfrm>
                <a:off x="4788224" y="2379356"/>
                <a:ext cx="37840" cy="73833"/>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99" name="墨迹 198"/>
              <p14:cNvContentPartPr/>
              <p14:nvPr/>
            </p14:nvContentPartPr>
            <p14:xfrm>
              <a:off x="4852261" y="2390994"/>
              <a:ext cx="61125" cy="66559"/>
            </p14:xfrm>
          </p:contentPart>
        </mc:Choice>
        <mc:Fallback xmlns="">
          <p:pic>
            <p:nvPicPr>
              <p:cNvPr id="199" name="墨迹 198"/>
            </p:nvPicPr>
            <p:blipFill>
              <a:blip/>
            </p:blipFill>
            <p:spPr>
              <a:xfrm>
                <a:off x="4852261" y="2390994"/>
                <a:ext cx="61125" cy="66559"/>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200" name="墨迹 199"/>
              <p14:cNvContentPartPr/>
              <p14:nvPr/>
            </p14:nvContentPartPr>
            <p14:xfrm>
              <a:off x="4936765" y="2384357"/>
              <a:ext cx="82864" cy="61558"/>
            </p14:xfrm>
          </p:contentPart>
        </mc:Choice>
        <mc:Fallback xmlns="">
          <p:pic>
            <p:nvPicPr>
              <p:cNvPr id="200" name="墨迹 199"/>
            </p:nvPicPr>
            <p:blipFill>
              <a:blip/>
            </p:blipFill>
            <p:spPr>
              <a:xfrm>
                <a:off x="4936765" y="2384357"/>
                <a:ext cx="82864" cy="61558"/>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201" name="墨迹 200"/>
              <p14:cNvContentPartPr/>
              <p14:nvPr/>
            </p14:nvContentPartPr>
            <p14:xfrm>
              <a:off x="5009441" y="2387357"/>
              <a:ext cx="62583" cy="52738"/>
            </p14:xfrm>
          </p:contentPart>
        </mc:Choice>
        <mc:Fallback xmlns="">
          <p:pic>
            <p:nvPicPr>
              <p:cNvPr id="201" name="墨迹 200"/>
            </p:nvPicPr>
            <p:blipFill>
              <a:blip/>
            </p:blipFill>
            <p:spPr>
              <a:xfrm>
                <a:off x="5009441" y="2387357"/>
                <a:ext cx="62583" cy="52738"/>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02" name="墨迹 201"/>
              <p14:cNvContentPartPr/>
              <p14:nvPr/>
            </p14:nvContentPartPr>
            <p14:xfrm>
              <a:off x="5063291" y="2348440"/>
              <a:ext cx="16011" cy="100384"/>
            </p14:xfrm>
          </p:contentPart>
        </mc:Choice>
        <mc:Fallback xmlns="">
          <p:pic>
            <p:nvPicPr>
              <p:cNvPr id="202" name="墨迹 201"/>
            </p:nvPicPr>
            <p:blipFill>
              <a:blip/>
            </p:blipFill>
            <p:spPr>
              <a:xfrm>
                <a:off x="5063291" y="2348440"/>
                <a:ext cx="16011" cy="100384"/>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203" name="墨迹 202"/>
              <p14:cNvContentPartPr/>
              <p14:nvPr/>
            </p14:nvContentPartPr>
            <p14:xfrm>
              <a:off x="5210286" y="2338620"/>
              <a:ext cx="61125" cy="127299"/>
            </p14:xfrm>
          </p:contentPart>
        </mc:Choice>
        <mc:Fallback xmlns="">
          <p:pic>
            <p:nvPicPr>
              <p:cNvPr id="203" name="墨迹 202"/>
            </p:nvPicPr>
            <p:blipFill>
              <a:blip/>
            </p:blipFill>
            <p:spPr>
              <a:xfrm>
                <a:off x="5210286" y="2338620"/>
                <a:ext cx="61125" cy="127299"/>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04" name="墨迹 203"/>
              <p14:cNvContentPartPr/>
              <p14:nvPr/>
            </p14:nvContentPartPr>
            <p14:xfrm>
              <a:off x="5297607" y="2393177"/>
              <a:ext cx="36839" cy="134663"/>
            </p14:xfrm>
          </p:contentPart>
        </mc:Choice>
        <mc:Fallback xmlns="">
          <p:pic>
            <p:nvPicPr>
              <p:cNvPr id="204" name="墨迹 203"/>
            </p:nvPicPr>
            <p:blipFill>
              <a:blip/>
            </p:blipFill>
            <p:spPr>
              <a:xfrm>
                <a:off x="5297607" y="2393177"/>
                <a:ext cx="36839" cy="134663"/>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205" name="墨迹 204"/>
              <p14:cNvContentPartPr/>
              <p14:nvPr/>
            </p14:nvContentPartPr>
            <p14:xfrm>
              <a:off x="5460612" y="2362989"/>
              <a:ext cx="11644" cy="120388"/>
            </p14:xfrm>
          </p:contentPart>
        </mc:Choice>
        <mc:Fallback xmlns="">
          <p:pic>
            <p:nvPicPr>
              <p:cNvPr id="205" name="墨迹 204"/>
            </p:nvPicPr>
            <p:blipFill>
              <a:blip/>
            </p:blipFill>
            <p:spPr>
              <a:xfrm>
                <a:off x="5460612" y="2362989"/>
                <a:ext cx="11644" cy="120388"/>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06" name="墨迹 205"/>
              <p14:cNvContentPartPr/>
              <p14:nvPr/>
            </p14:nvContentPartPr>
            <p14:xfrm>
              <a:off x="5512641" y="2360079"/>
              <a:ext cx="64402" cy="101839"/>
            </p14:xfrm>
          </p:contentPart>
        </mc:Choice>
        <mc:Fallback xmlns="">
          <p:pic>
            <p:nvPicPr>
              <p:cNvPr id="206" name="墨迹 205"/>
            </p:nvPicPr>
            <p:blipFill>
              <a:blip/>
            </p:blipFill>
            <p:spPr>
              <a:xfrm>
                <a:off x="5512641" y="2360079"/>
                <a:ext cx="64402" cy="101839"/>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207" name="墨迹 206"/>
              <p14:cNvContentPartPr/>
              <p14:nvPr/>
            </p14:nvContentPartPr>
            <p14:xfrm>
              <a:off x="5607606" y="2352805"/>
              <a:ext cx="88778" cy="107931"/>
            </p14:xfrm>
          </p:contentPart>
        </mc:Choice>
        <mc:Fallback xmlns="">
          <p:pic>
            <p:nvPicPr>
              <p:cNvPr id="207" name="墨迹 206"/>
            </p:nvPicPr>
            <p:blipFill>
              <a:blip/>
            </p:blipFill>
            <p:spPr>
              <a:xfrm>
                <a:off x="5607606" y="2352805"/>
                <a:ext cx="88778" cy="107931"/>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08" name="墨迹 207"/>
              <p14:cNvContentPartPr/>
              <p14:nvPr/>
            </p14:nvContentPartPr>
            <p14:xfrm>
              <a:off x="5700293" y="2384720"/>
              <a:ext cx="39024" cy="69560"/>
            </p14:xfrm>
          </p:contentPart>
        </mc:Choice>
        <mc:Fallback xmlns="">
          <p:pic>
            <p:nvPicPr>
              <p:cNvPr id="208" name="墨迹 207"/>
            </p:nvPicPr>
            <p:blipFill>
              <a:blip/>
            </p:blipFill>
            <p:spPr>
              <a:xfrm>
                <a:off x="5700293" y="2384720"/>
                <a:ext cx="39024" cy="69560"/>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209" name="墨迹 208"/>
              <p14:cNvContentPartPr/>
              <p14:nvPr/>
            </p14:nvContentPartPr>
            <p14:xfrm>
              <a:off x="5766242" y="2392449"/>
              <a:ext cx="45844" cy="129572"/>
            </p14:xfrm>
          </p:contentPart>
        </mc:Choice>
        <mc:Fallback xmlns="">
          <p:pic>
            <p:nvPicPr>
              <p:cNvPr id="209" name="墨迹 208"/>
            </p:nvPicPr>
            <p:blipFill>
              <a:blip/>
            </p:blipFill>
            <p:spPr>
              <a:xfrm>
                <a:off x="5766242" y="2392449"/>
                <a:ext cx="45844" cy="129572"/>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10" name="墨迹 209"/>
              <p14:cNvContentPartPr/>
              <p14:nvPr/>
            </p14:nvContentPartPr>
            <p14:xfrm>
              <a:off x="5839011" y="2393177"/>
              <a:ext cx="19650" cy="73105"/>
            </p14:xfrm>
          </p:contentPart>
        </mc:Choice>
        <mc:Fallback xmlns="">
          <p:pic>
            <p:nvPicPr>
              <p:cNvPr id="210" name="墨迹 209"/>
            </p:nvPicPr>
            <p:blipFill>
              <a:blip/>
            </p:blipFill>
            <p:spPr>
              <a:xfrm>
                <a:off x="5839011" y="2393177"/>
                <a:ext cx="19650" cy="73105"/>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211" name="墨迹 210"/>
              <p14:cNvContentPartPr/>
              <p14:nvPr/>
            </p14:nvContentPartPr>
            <p14:xfrm>
              <a:off x="6011748" y="2392086"/>
              <a:ext cx="115430" cy="141210"/>
            </p14:xfrm>
          </p:contentPart>
        </mc:Choice>
        <mc:Fallback xmlns="">
          <p:pic>
            <p:nvPicPr>
              <p:cNvPr id="211" name="墨迹 210"/>
            </p:nvPicPr>
            <p:blipFill>
              <a:blip/>
            </p:blipFill>
            <p:spPr>
              <a:xfrm>
                <a:off x="6011748" y="2392086"/>
                <a:ext cx="115430" cy="141210"/>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12" name="墨迹 211"/>
              <p14:cNvContentPartPr/>
              <p14:nvPr/>
            </p14:nvContentPartPr>
            <p14:xfrm>
              <a:off x="6157014" y="2405543"/>
              <a:ext cx="54577" cy="59285"/>
            </p14:xfrm>
          </p:contentPart>
        </mc:Choice>
        <mc:Fallback xmlns="">
          <p:pic>
            <p:nvPicPr>
              <p:cNvPr id="212" name="墨迹 211"/>
            </p:nvPicPr>
            <p:blipFill>
              <a:blip/>
            </p:blipFill>
            <p:spPr>
              <a:xfrm>
                <a:off x="6157014" y="2405543"/>
                <a:ext cx="54577" cy="5928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213" name="墨迹 212"/>
              <p14:cNvContentPartPr/>
              <p14:nvPr/>
            </p14:nvContentPartPr>
            <p14:xfrm>
              <a:off x="6319292" y="2342621"/>
              <a:ext cx="57211" cy="141483"/>
            </p14:xfrm>
          </p:contentPart>
        </mc:Choice>
        <mc:Fallback xmlns="">
          <p:pic>
            <p:nvPicPr>
              <p:cNvPr id="213" name="墨迹 212"/>
            </p:nvPicPr>
            <p:blipFill>
              <a:blip/>
            </p:blipFill>
            <p:spPr>
              <a:xfrm>
                <a:off x="6319292" y="2342621"/>
                <a:ext cx="57211" cy="141483"/>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14" name="墨迹 213"/>
              <p14:cNvContentPartPr/>
              <p14:nvPr/>
            </p14:nvContentPartPr>
            <p14:xfrm>
              <a:off x="6394972" y="2421910"/>
              <a:ext cx="45844" cy="115660"/>
            </p14:xfrm>
          </p:contentPart>
        </mc:Choice>
        <mc:Fallback xmlns="">
          <p:pic>
            <p:nvPicPr>
              <p:cNvPr id="214" name="墨迹 213"/>
            </p:nvPicPr>
            <p:blipFill>
              <a:blip/>
            </p:blipFill>
            <p:spPr>
              <a:xfrm>
                <a:off x="6394972" y="2421910"/>
                <a:ext cx="45844" cy="115660"/>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215" name="墨迹 214"/>
              <p14:cNvContentPartPr/>
              <p14:nvPr/>
            </p14:nvContentPartPr>
            <p14:xfrm>
              <a:off x="6556065" y="2362989"/>
              <a:ext cx="103060" cy="113478"/>
            </p14:xfrm>
          </p:contentPart>
        </mc:Choice>
        <mc:Fallback xmlns="">
          <p:pic>
            <p:nvPicPr>
              <p:cNvPr id="215" name="墨迹 214"/>
            </p:nvPicPr>
            <p:blipFill>
              <a:blip/>
            </p:blipFill>
            <p:spPr>
              <a:xfrm>
                <a:off x="6556065" y="2362989"/>
                <a:ext cx="103060" cy="113478"/>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16" name="墨迹 215"/>
              <p14:cNvContentPartPr/>
              <p14:nvPr/>
            </p14:nvContentPartPr>
            <p14:xfrm>
              <a:off x="6712244" y="2403088"/>
              <a:ext cx="48483" cy="64649"/>
            </p14:xfrm>
          </p:contentPart>
        </mc:Choice>
        <mc:Fallback xmlns="">
          <p:pic>
            <p:nvPicPr>
              <p:cNvPr id="216" name="墨迹 215"/>
            </p:nvPicPr>
            <p:blipFill>
              <a:blip/>
            </p:blipFill>
            <p:spPr>
              <a:xfrm>
                <a:off x="6712244" y="2403088"/>
                <a:ext cx="48483" cy="64649"/>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217" name="墨迹 216"/>
              <p14:cNvContentPartPr/>
              <p14:nvPr/>
            </p14:nvContentPartPr>
            <p14:xfrm>
              <a:off x="6785013" y="2394995"/>
              <a:ext cx="40753" cy="69833"/>
            </p14:xfrm>
          </p:contentPart>
        </mc:Choice>
        <mc:Fallback xmlns="">
          <p:pic>
            <p:nvPicPr>
              <p:cNvPr id="217" name="墨迹 216"/>
            </p:nvPicPr>
            <p:blipFill>
              <a:blip/>
            </p:blipFill>
            <p:spPr>
              <a:xfrm>
                <a:off x="6785013" y="2394995"/>
                <a:ext cx="40753" cy="69833"/>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18" name="墨迹 217"/>
              <p14:cNvContentPartPr/>
              <p14:nvPr/>
            </p14:nvContentPartPr>
            <p14:xfrm>
              <a:off x="6847142" y="2393177"/>
              <a:ext cx="45572" cy="67741"/>
            </p14:xfrm>
          </p:contentPart>
        </mc:Choice>
        <mc:Fallback xmlns="">
          <p:pic>
            <p:nvPicPr>
              <p:cNvPr id="218" name="墨迹 217"/>
            </p:nvPicPr>
            <p:blipFill>
              <a:blip/>
            </p:blipFill>
            <p:spPr>
              <a:xfrm>
                <a:off x="6847142" y="2393177"/>
                <a:ext cx="45572" cy="67741"/>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219" name="墨迹 218"/>
              <p14:cNvContentPartPr/>
              <p14:nvPr/>
            </p14:nvContentPartPr>
            <p14:xfrm>
              <a:off x="6910175" y="2384811"/>
              <a:ext cx="80049" cy="84563"/>
            </p14:xfrm>
          </p:contentPart>
        </mc:Choice>
        <mc:Fallback xmlns="">
          <p:pic>
            <p:nvPicPr>
              <p:cNvPr id="219" name="墨迹 218"/>
            </p:nvPicPr>
            <p:blipFill>
              <a:blip/>
            </p:blipFill>
            <p:spPr>
              <a:xfrm>
                <a:off x="6910175" y="2384811"/>
                <a:ext cx="80049" cy="84563"/>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20" name="墨迹 219"/>
              <p14:cNvContentPartPr/>
              <p14:nvPr/>
            </p14:nvContentPartPr>
            <p14:xfrm>
              <a:off x="8454345" y="1693763"/>
              <a:ext cx="70004" cy="39990"/>
            </p14:xfrm>
          </p:contentPart>
        </mc:Choice>
        <mc:Fallback xmlns="">
          <p:pic>
            <p:nvPicPr>
              <p:cNvPr id="220" name="墨迹 219"/>
            </p:nvPicPr>
            <p:blipFill>
              <a:blip/>
            </p:blipFill>
            <p:spPr>
              <a:xfrm>
                <a:off x="8454345" y="1693763"/>
                <a:ext cx="70004" cy="39990"/>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221" name="墨迹 220"/>
              <p14:cNvContentPartPr/>
              <p14:nvPr/>
            </p14:nvContentPartPr>
            <p14:xfrm>
              <a:off x="9072885" y="2120576"/>
              <a:ext cx="27652" cy="153122"/>
            </p14:xfrm>
          </p:contentPart>
        </mc:Choice>
        <mc:Fallback xmlns="">
          <p:pic>
            <p:nvPicPr>
              <p:cNvPr id="221" name="墨迹 220"/>
            </p:nvPicPr>
            <p:blipFill>
              <a:blip/>
            </p:blipFill>
            <p:spPr>
              <a:xfrm>
                <a:off x="9072885" y="2120576"/>
                <a:ext cx="27652" cy="153122"/>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22" name="墨迹 221"/>
              <p14:cNvContentPartPr/>
              <p14:nvPr/>
            </p14:nvContentPartPr>
            <p14:xfrm>
              <a:off x="9069974" y="2127305"/>
              <a:ext cx="189198" cy="90200"/>
            </p14:xfrm>
          </p:contentPart>
        </mc:Choice>
        <mc:Fallback xmlns="">
          <p:pic>
            <p:nvPicPr>
              <p:cNvPr id="222" name="墨迹 221"/>
            </p:nvPicPr>
            <p:blipFill>
              <a:blip/>
            </p:blipFill>
            <p:spPr>
              <a:xfrm>
                <a:off x="9069974" y="2127305"/>
                <a:ext cx="189198" cy="90200"/>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223" name="墨迹 222"/>
              <p14:cNvContentPartPr/>
              <p14:nvPr/>
            </p14:nvContentPartPr>
            <p14:xfrm>
              <a:off x="9058330" y="2121485"/>
              <a:ext cx="189198" cy="160033"/>
            </p14:xfrm>
          </p:contentPart>
        </mc:Choice>
        <mc:Fallback xmlns="">
          <p:pic>
            <p:nvPicPr>
              <p:cNvPr id="223" name="墨迹 222"/>
            </p:nvPicPr>
            <p:blipFill>
              <a:blip/>
            </p:blipFill>
            <p:spPr>
              <a:xfrm>
                <a:off x="9058330" y="2121485"/>
                <a:ext cx="189198" cy="160033"/>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24" name="墨迹 223"/>
              <p14:cNvContentPartPr/>
              <p14:nvPr/>
            </p14:nvContentPartPr>
            <p14:xfrm>
              <a:off x="9311565" y="2153492"/>
              <a:ext cx="5822" cy="72742"/>
            </p14:xfrm>
          </p:contentPart>
        </mc:Choice>
        <mc:Fallback xmlns="">
          <p:pic>
            <p:nvPicPr>
              <p:cNvPr id="224" name="墨迹 223"/>
            </p:nvPicPr>
            <p:blipFill>
              <a:blip/>
            </p:blipFill>
            <p:spPr>
              <a:xfrm>
                <a:off x="9311565" y="2153492"/>
                <a:ext cx="5822" cy="72742"/>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225" name="墨迹 224"/>
              <p14:cNvContentPartPr/>
              <p14:nvPr/>
            </p14:nvContentPartPr>
            <p14:xfrm>
              <a:off x="9358140" y="2150582"/>
              <a:ext cx="55304" cy="69833"/>
            </p14:xfrm>
          </p:contentPart>
        </mc:Choice>
        <mc:Fallback xmlns="">
          <p:pic>
            <p:nvPicPr>
              <p:cNvPr id="225" name="墨迹 224"/>
            </p:nvPicPr>
            <p:blipFill>
              <a:blip/>
            </p:blipFill>
            <p:spPr>
              <a:xfrm>
                <a:off x="9358140" y="2150582"/>
                <a:ext cx="55304" cy="69833"/>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26" name="墨迹 225"/>
              <p14:cNvContentPartPr/>
              <p14:nvPr/>
            </p14:nvContentPartPr>
            <p14:xfrm>
              <a:off x="3424093" y="2862386"/>
              <a:ext cx="21999" cy="5998"/>
            </p14:xfrm>
          </p:contentPart>
        </mc:Choice>
        <mc:Fallback xmlns="">
          <p:pic>
            <p:nvPicPr>
              <p:cNvPr id="226" name="墨迹 225"/>
            </p:nvPicPr>
            <p:blipFill>
              <a:blip/>
            </p:blipFill>
            <p:spPr>
              <a:xfrm>
                <a:off x="3424093" y="2862386"/>
                <a:ext cx="21999" cy="5998"/>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227" name="墨迹 226"/>
              <p14:cNvContentPartPr/>
              <p14:nvPr/>
            </p14:nvContentPartPr>
            <p14:xfrm>
              <a:off x="3340091" y="2846392"/>
              <a:ext cx="184005" cy="391863"/>
            </p14:xfrm>
          </p:contentPart>
        </mc:Choice>
        <mc:Fallback xmlns="">
          <p:pic>
            <p:nvPicPr>
              <p:cNvPr id="227" name="墨迹 226"/>
            </p:nvPicPr>
            <p:blipFill>
              <a:blip/>
            </p:blipFill>
            <p:spPr>
              <a:xfrm>
                <a:off x="3340091" y="2846392"/>
                <a:ext cx="184005" cy="391863"/>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28" name="墨迹 227"/>
              <p14:cNvContentPartPr/>
              <p14:nvPr/>
            </p14:nvContentPartPr>
            <p14:xfrm>
              <a:off x="3404092" y="2814403"/>
              <a:ext cx="5980162" cy="39986"/>
            </p14:xfrm>
          </p:contentPart>
        </mc:Choice>
        <mc:Fallback xmlns="">
          <p:pic>
            <p:nvPicPr>
              <p:cNvPr id="228" name="墨迹 227"/>
            </p:nvPicPr>
            <p:blipFill>
              <a:blip/>
            </p:blipFill>
            <p:spPr>
              <a:xfrm>
                <a:off x="3404092" y="2814403"/>
                <a:ext cx="5980162" cy="39986"/>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229" name="墨迹 228"/>
              <p14:cNvContentPartPr/>
              <p14:nvPr/>
            </p14:nvContentPartPr>
            <p14:xfrm>
              <a:off x="3532095" y="3182274"/>
              <a:ext cx="5648153" cy="63978"/>
            </p14:xfrm>
          </p:contentPart>
        </mc:Choice>
        <mc:Fallback xmlns="">
          <p:pic>
            <p:nvPicPr>
              <p:cNvPr id="229" name="墨迹 228"/>
            </p:nvPicPr>
            <p:blipFill>
              <a:blip/>
            </p:blipFill>
            <p:spPr>
              <a:xfrm>
                <a:off x="3532095" y="3182274"/>
                <a:ext cx="5648153" cy="63978"/>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30" name="墨迹 229"/>
              <p14:cNvContentPartPr/>
              <p14:nvPr/>
            </p14:nvContentPartPr>
            <p14:xfrm>
              <a:off x="9162247" y="2802407"/>
              <a:ext cx="366011" cy="387864"/>
            </p14:xfrm>
          </p:contentPart>
        </mc:Choice>
        <mc:Fallback xmlns="">
          <p:pic>
            <p:nvPicPr>
              <p:cNvPr id="230" name="墨迹 229"/>
            </p:nvPicPr>
            <p:blipFill>
              <a:blip/>
            </p:blipFill>
            <p:spPr>
              <a:xfrm>
                <a:off x="9162247" y="2802407"/>
                <a:ext cx="366011" cy="387864"/>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231" name="墨迹 230"/>
              <p14:cNvContentPartPr/>
              <p14:nvPr/>
            </p14:nvContentPartPr>
            <p14:xfrm>
              <a:off x="3336090" y="3663481"/>
              <a:ext cx="166004" cy="438472"/>
            </p14:xfrm>
          </p:contentPart>
        </mc:Choice>
        <mc:Fallback xmlns="">
          <p:pic>
            <p:nvPicPr>
              <p:cNvPr id="231" name="墨迹 230"/>
            </p:nvPicPr>
            <p:blipFill>
              <a:blip/>
            </p:blipFill>
            <p:spPr>
              <a:xfrm>
                <a:off x="3336090" y="3663481"/>
                <a:ext cx="166004" cy="438472"/>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32" name="墨迹 231"/>
              <p14:cNvContentPartPr/>
              <p14:nvPr/>
            </p14:nvContentPartPr>
            <p14:xfrm>
              <a:off x="3388092" y="3658108"/>
              <a:ext cx="5908160" cy="27990"/>
            </p14:xfrm>
          </p:contentPart>
        </mc:Choice>
        <mc:Fallback xmlns="">
          <p:pic>
            <p:nvPicPr>
              <p:cNvPr id="232" name="墨迹 231"/>
            </p:nvPicPr>
            <p:blipFill>
              <a:blip/>
            </p:blipFill>
            <p:spPr>
              <a:xfrm>
                <a:off x="3388092" y="3658108"/>
                <a:ext cx="5908160" cy="27990"/>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233" name="墨迹 232"/>
              <p14:cNvContentPartPr/>
              <p14:nvPr/>
            </p14:nvContentPartPr>
            <p14:xfrm>
              <a:off x="3484094" y="4005986"/>
              <a:ext cx="5900160" cy="115960"/>
            </p14:xfrm>
          </p:contentPart>
        </mc:Choice>
        <mc:Fallback xmlns="">
          <p:pic>
            <p:nvPicPr>
              <p:cNvPr id="233" name="墨迹 232"/>
            </p:nvPicPr>
            <p:blipFill>
              <a:blip/>
            </p:blipFill>
            <p:spPr>
              <a:xfrm>
                <a:off x="3484094" y="4005986"/>
                <a:ext cx="5900160" cy="115960"/>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34" name="墨迹 233"/>
              <p14:cNvContentPartPr/>
              <p14:nvPr/>
            </p14:nvContentPartPr>
            <p14:xfrm>
              <a:off x="9272254" y="3666105"/>
              <a:ext cx="244002" cy="327885"/>
            </p14:xfrm>
          </p:contentPart>
        </mc:Choice>
        <mc:Fallback xmlns="">
          <p:pic>
            <p:nvPicPr>
              <p:cNvPr id="234" name="墨迹 233"/>
            </p:nvPicPr>
            <p:blipFill>
              <a:blip/>
            </p:blipFill>
            <p:spPr>
              <a:xfrm>
                <a:off x="9272254" y="3666105"/>
                <a:ext cx="244002" cy="327885"/>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35" name="墨迹 234"/>
              <p14:cNvContentPartPr/>
              <p14:nvPr/>
            </p14:nvContentPartPr>
            <p14:xfrm>
              <a:off x="3340091" y="4551796"/>
              <a:ext cx="210004" cy="417854"/>
            </p14:xfrm>
          </p:contentPart>
        </mc:Choice>
        <mc:Fallback xmlns="">
          <p:pic>
            <p:nvPicPr>
              <p:cNvPr id="235" name="墨迹 234"/>
            </p:nvPicPr>
            <p:blipFill>
              <a:blip/>
            </p:blipFill>
            <p:spPr>
              <a:xfrm>
                <a:off x="3340091" y="4551796"/>
                <a:ext cx="210004" cy="417854"/>
              </a:xfrm>
              <a:prstGeom prst="rect"/>
            </p:spPr>
          </p:pic>
        </mc:Fallback>
      </mc:AlternateContent>
      <mc:AlternateContent xmlns:mc="http://schemas.openxmlformats.org/markup-compatibility/2006" xmlns:p14="http://schemas.microsoft.com/office/powerpoint/2010/main">
        <mc:Choice Requires="p14">
          <p:contentPart r:id="rId204" p14:bwMode="auto">
            <p14:nvContentPartPr>
              <p14:cNvPr id="236" name="墨迹 235"/>
              <p14:cNvContentPartPr/>
              <p14:nvPr/>
            </p14:nvContentPartPr>
            <p14:xfrm>
              <a:off x="3384091" y="4469824"/>
              <a:ext cx="5944161" cy="143950"/>
            </p14:xfrm>
          </p:contentPart>
        </mc:Choice>
        <mc:Fallback xmlns="">
          <p:pic>
            <p:nvPicPr>
              <p:cNvPr id="236" name="墨迹 235"/>
            </p:nvPicPr>
            <p:blipFill>
              <a:blip/>
            </p:blipFill>
            <p:spPr>
              <a:xfrm>
                <a:off x="3384091" y="4469824"/>
                <a:ext cx="5944161" cy="143950"/>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37" name="墨迹 236"/>
              <p14:cNvContentPartPr/>
              <p14:nvPr/>
            </p14:nvContentPartPr>
            <p14:xfrm>
              <a:off x="3520095" y="4925665"/>
              <a:ext cx="5872160" cy="47983"/>
            </p14:xfrm>
          </p:contentPart>
        </mc:Choice>
        <mc:Fallback xmlns="">
          <p:pic>
            <p:nvPicPr>
              <p:cNvPr id="237" name="墨迹 236"/>
            </p:nvPicPr>
            <p:blipFill>
              <a:blip/>
            </p:blipFill>
            <p:spPr>
              <a:xfrm>
                <a:off x="3520095" y="4925665"/>
                <a:ext cx="5872160" cy="47983"/>
              </a:xfrm>
              <a:prstGeom prst="rect"/>
            </p:spPr>
          </p:pic>
        </mc:Fallback>
      </mc:AlternateContent>
      <mc:AlternateContent xmlns:mc="http://schemas.openxmlformats.org/markup-compatibility/2006" xmlns:p14="http://schemas.microsoft.com/office/powerpoint/2010/main">
        <mc:Choice Requires="p14">
          <p:contentPart r:id="rId206" p14:bwMode="auto">
            <p14:nvContentPartPr>
              <p14:cNvPr id="238" name="墨迹 237"/>
              <p14:cNvContentPartPr/>
              <p14:nvPr/>
            </p14:nvContentPartPr>
            <p14:xfrm>
              <a:off x="9251120" y="4485819"/>
              <a:ext cx="245138" cy="431849"/>
            </p14:xfrm>
          </p:contentPart>
        </mc:Choice>
        <mc:Fallback xmlns="">
          <p:pic>
            <p:nvPicPr>
              <p:cNvPr id="238" name="墨迹 237"/>
            </p:nvPicPr>
            <p:blipFill>
              <a:blip/>
            </p:blipFill>
            <p:spPr>
              <a:xfrm>
                <a:off x="9251120" y="4485819"/>
                <a:ext cx="245138" cy="431849"/>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239" name="墨迹 238"/>
              <p14:cNvContentPartPr/>
              <p14:nvPr/>
            </p14:nvContentPartPr>
            <p14:xfrm>
              <a:off x="3260087" y="5457479"/>
              <a:ext cx="278008" cy="399860"/>
            </p14:xfrm>
          </p:contentPart>
        </mc:Choice>
        <mc:Fallback xmlns="">
          <p:pic>
            <p:nvPicPr>
              <p:cNvPr id="239" name="墨迹 238"/>
            </p:nvPicPr>
            <p:blipFill>
              <a:blip/>
            </p:blipFill>
            <p:spPr>
              <a:xfrm>
                <a:off x="3260087" y="5457479"/>
                <a:ext cx="278008" cy="399860"/>
              </a:xfrm>
              <a:prstGeom prst="rect"/>
            </p:spPr>
          </p:pic>
        </mc:Fallback>
      </mc:AlternateContent>
      <mc:AlternateContent xmlns:mc="http://schemas.openxmlformats.org/markup-compatibility/2006" xmlns:p14="http://schemas.microsoft.com/office/powerpoint/2010/main">
        <mc:Choice Requires="p14">
          <p:contentPart r:id="rId208" p14:bwMode="auto">
            <p14:nvContentPartPr>
              <p14:cNvPr id="240" name="墨迹 239"/>
              <p14:cNvContentPartPr/>
              <p14:nvPr/>
            </p14:nvContentPartPr>
            <p14:xfrm>
              <a:off x="3396092" y="5341520"/>
              <a:ext cx="5824158" cy="155945"/>
            </p14:xfrm>
          </p:contentPart>
        </mc:Choice>
        <mc:Fallback xmlns="">
          <p:pic>
            <p:nvPicPr>
              <p:cNvPr id="240" name="墨迹 239"/>
            </p:nvPicPr>
            <p:blipFill>
              <a:blip/>
            </p:blipFill>
            <p:spPr>
              <a:xfrm>
                <a:off x="3396092" y="5341520"/>
                <a:ext cx="5824158" cy="155945"/>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241" name="墨迹 240"/>
              <p14:cNvContentPartPr/>
              <p14:nvPr/>
            </p14:nvContentPartPr>
            <p14:xfrm>
              <a:off x="3500094" y="5777367"/>
              <a:ext cx="5700155" cy="71975"/>
            </p14:xfrm>
          </p:contentPart>
        </mc:Choice>
        <mc:Fallback xmlns="">
          <p:pic>
            <p:nvPicPr>
              <p:cNvPr id="241" name="墨迹 240"/>
            </p:nvPicPr>
            <p:blipFill>
              <a:blip/>
            </p:blipFill>
            <p:spPr>
              <a:xfrm>
                <a:off x="3500094" y="5777367"/>
                <a:ext cx="5700155" cy="71975"/>
              </a:xfrm>
              <a:prstGeom prst="rect"/>
            </p:spPr>
          </p:pic>
        </mc:Fallback>
      </mc:AlternateContent>
      <mc:AlternateContent xmlns:mc="http://schemas.openxmlformats.org/markup-compatibility/2006" xmlns:p14="http://schemas.microsoft.com/office/powerpoint/2010/main">
        <mc:Choice Requires="p14">
          <p:contentPart r:id="rId210" p14:bwMode="auto">
            <p14:nvContentPartPr>
              <p14:cNvPr id="242" name="墨迹 241"/>
              <p14:cNvContentPartPr/>
              <p14:nvPr/>
            </p14:nvContentPartPr>
            <p14:xfrm>
              <a:off x="9112246" y="5337521"/>
              <a:ext cx="360013" cy="443845"/>
            </p14:xfrm>
          </p:contentPart>
        </mc:Choice>
        <mc:Fallback xmlns="">
          <p:pic>
            <p:nvPicPr>
              <p:cNvPr id="242" name="墨迹 241"/>
            </p:nvPicPr>
            <p:blipFill>
              <a:blip/>
            </p:blipFill>
            <p:spPr>
              <a:xfrm>
                <a:off x="9112246" y="5337521"/>
                <a:ext cx="360013" cy="443845"/>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243" name="墨迹 242"/>
              <p14:cNvContentPartPr/>
              <p14:nvPr/>
            </p14:nvContentPartPr>
            <p14:xfrm>
              <a:off x="4953509" y="6159734"/>
              <a:ext cx="90626" cy="143450"/>
            </p14:xfrm>
          </p:contentPart>
        </mc:Choice>
        <mc:Fallback xmlns="">
          <p:pic>
            <p:nvPicPr>
              <p:cNvPr id="243" name="墨迹 242"/>
            </p:nvPicPr>
            <p:blipFill>
              <a:blip/>
            </p:blipFill>
            <p:spPr>
              <a:xfrm>
                <a:off x="4953509" y="6159734"/>
                <a:ext cx="90626" cy="143450"/>
              </a:xfrm>
              <a:prstGeom prst="rect"/>
            </p:spPr>
          </p:pic>
        </mc:Fallback>
      </mc:AlternateContent>
      <mc:AlternateContent xmlns:mc="http://schemas.openxmlformats.org/markup-compatibility/2006" xmlns:p14="http://schemas.microsoft.com/office/powerpoint/2010/main">
        <mc:Choice Requires="p14">
          <p:contentPart r:id="rId212" p14:bwMode="auto">
            <p14:nvContentPartPr>
              <p14:cNvPr id="244" name="墨迹 243"/>
              <p14:cNvContentPartPr/>
              <p14:nvPr/>
            </p14:nvContentPartPr>
            <p14:xfrm>
              <a:off x="5240142" y="6181226"/>
              <a:ext cx="360" cy="93967"/>
            </p14:xfrm>
          </p:contentPart>
        </mc:Choice>
        <mc:Fallback xmlns="">
          <p:pic>
            <p:nvPicPr>
              <p:cNvPr id="244" name="墨迹 243"/>
            </p:nvPicPr>
            <p:blipFill>
              <a:blip/>
            </p:blipFill>
            <p:spPr>
              <a:xfrm>
                <a:off x="5240142" y="6181226"/>
                <a:ext cx="360" cy="93967"/>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249" name="墨迹 248"/>
              <p14:cNvContentPartPr/>
              <p14:nvPr/>
            </p14:nvContentPartPr>
            <p14:xfrm>
              <a:off x="5455867" y="6184818"/>
              <a:ext cx="75647" cy="94137"/>
            </p14:xfrm>
          </p:contentPart>
        </mc:Choice>
        <mc:Fallback xmlns="">
          <p:pic>
            <p:nvPicPr>
              <p:cNvPr id="249" name="墨迹 248"/>
            </p:nvPicPr>
            <p:blipFill>
              <a:blip/>
            </p:blipFill>
            <p:spPr>
              <a:xfrm>
                <a:off x="5455867" y="6184818"/>
                <a:ext cx="75647" cy="94137"/>
              </a:xfrm>
              <a:prstGeom prst="rect"/>
            </p:spPr>
          </p:pic>
        </mc:Fallback>
      </mc:AlternateContent>
      <mc:AlternateContent xmlns:mc="http://schemas.openxmlformats.org/markup-compatibility/2006" xmlns:p14="http://schemas.microsoft.com/office/powerpoint/2010/main">
        <mc:Choice Requires="p14">
          <p:contentPart r:id="rId214" p14:bwMode="auto">
            <p14:nvContentPartPr>
              <p14:cNvPr id="250" name="墨迹 249"/>
              <p14:cNvContentPartPr/>
              <p14:nvPr/>
            </p14:nvContentPartPr>
            <p14:xfrm>
              <a:off x="5391029" y="6160125"/>
              <a:ext cx="13893" cy="149117"/>
            </p14:xfrm>
          </p:contentPart>
        </mc:Choice>
        <mc:Fallback xmlns="">
          <p:pic>
            <p:nvPicPr>
              <p:cNvPr id="250" name="墨迹 249"/>
            </p:nvPicPr>
            <p:blipFill>
              <a:blip/>
            </p:blipFill>
            <p:spPr>
              <a:xfrm>
                <a:off x="5391029" y="6160125"/>
                <a:ext cx="13893" cy="149117"/>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251" name="墨迹 250"/>
              <p14:cNvContentPartPr/>
              <p14:nvPr/>
            </p14:nvContentPartPr>
            <p14:xfrm>
              <a:off x="5424992" y="6147780"/>
              <a:ext cx="169820" cy="172071"/>
            </p14:xfrm>
          </p:contentPart>
        </mc:Choice>
        <mc:Fallback xmlns="">
          <p:pic>
            <p:nvPicPr>
              <p:cNvPr id="251" name="墨迹 250"/>
            </p:nvPicPr>
            <p:blipFill>
              <a:blip/>
            </p:blipFill>
            <p:spPr>
              <a:xfrm>
                <a:off x="5424992" y="6147780"/>
                <a:ext cx="169820" cy="172071"/>
              </a:xfrm>
              <a:prstGeom prst="rect"/>
            </p:spPr>
          </p:pic>
        </mc:Fallback>
      </mc:AlternateContent>
      <mc:AlternateContent xmlns:mc="http://schemas.openxmlformats.org/markup-compatibility/2006" xmlns:p14="http://schemas.microsoft.com/office/powerpoint/2010/main">
        <mc:Choice Requires="p14">
          <p:contentPart r:id="rId216" p14:bwMode="auto">
            <p14:nvContentPartPr>
              <p14:cNvPr id="252" name="墨迹 251"/>
              <p14:cNvContentPartPr/>
              <p14:nvPr/>
            </p14:nvContentPartPr>
            <p14:xfrm>
              <a:off x="5413027" y="6305190"/>
              <a:ext cx="132382" cy="7717"/>
            </p14:xfrm>
          </p:contentPart>
        </mc:Choice>
        <mc:Fallback xmlns="">
          <p:pic>
            <p:nvPicPr>
              <p:cNvPr id="252" name="墨迹 251"/>
            </p:nvPicPr>
            <p:blipFill>
              <a:blip/>
            </p:blipFill>
            <p:spPr>
              <a:xfrm>
                <a:off x="5413027" y="6305190"/>
                <a:ext cx="132382" cy="7717"/>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253" name="墨迹 252"/>
              <p14:cNvContentPartPr/>
              <p14:nvPr/>
            </p14:nvContentPartPr>
            <p14:xfrm>
              <a:off x="5716578" y="6161186"/>
              <a:ext cx="97455" cy="139857"/>
            </p14:xfrm>
          </p:contentPart>
        </mc:Choice>
        <mc:Fallback xmlns="">
          <p:pic>
            <p:nvPicPr>
              <p:cNvPr id="253" name="墨迹 252"/>
            </p:nvPicPr>
            <p:blipFill>
              <a:blip/>
            </p:blipFill>
            <p:spPr>
              <a:xfrm>
                <a:off x="5716578" y="6161186"/>
                <a:ext cx="97455" cy="139857"/>
              </a:xfrm>
              <a:prstGeom prst="rect"/>
            </p:spPr>
          </p:pic>
        </mc:Fallback>
      </mc:AlternateContent>
      <mc:AlternateContent xmlns:mc="http://schemas.openxmlformats.org/markup-compatibility/2006" xmlns:p14="http://schemas.microsoft.com/office/powerpoint/2010/main">
        <mc:Choice Requires="p14">
          <p:contentPart r:id="rId218" p14:bwMode="auto">
            <p14:nvContentPartPr>
              <p14:cNvPr id="254" name="墨迹 253"/>
              <p14:cNvContentPartPr/>
              <p14:nvPr/>
            </p14:nvContentPartPr>
            <p14:xfrm>
              <a:off x="5951046" y="6234201"/>
              <a:ext cx="8107" cy="6173"/>
            </p14:xfrm>
          </p:contentPart>
        </mc:Choice>
        <mc:Fallback xmlns="">
          <p:pic>
            <p:nvPicPr>
              <p:cNvPr id="254" name="墨迹 253"/>
            </p:nvPicPr>
            <p:blipFill>
              <a:blip/>
            </p:blipFill>
            <p:spPr>
              <a:xfrm>
                <a:off x="5951046" y="6234201"/>
                <a:ext cx="8107" cy="6173"/>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255" name="墨迹 254"/>
              <p14:cNvContentPartPr/>
              <p14:nvPr/>
            </p14:nvContentPartPr>
            <p14:xfrm>
              <a:off x="6023033" y="6234201"/>
              <a:ext cx="13314" cy="4630"/>
            </p14:xfrm>
          </p:contentPart>
        </mc:Choice>
        <mc:Fallback xmlns="">
          <p:pic>
            <p:nvPicPr>
              <p:cNvPr id="255" name="墨迹 254"/>
            </p:nvPicPr>
            <p:blipFill>
              <a:blip/>
            </p:blipFill>
            <p:spPr>
              <a:xfrm>
                <a:off x="6023033" y="6234201"/>
                <a:ext cx="13314" cy="4630"/>
              </a:xfrm>
              <a:prstGeom prst="rect"/>
            </p:spPr>
          </p:pic>
        </mc:Fallback>
      </mc:AlternateContent>
      <mc:AlternateContent xmlns:mc="http://schemas.openxmlformats.org/markup-compatibility/2006" xmlns:p14="http://schemas.microsoft.com/office/powerpoint/2010/main">
        <mc:Choice Requires="p14">
          <p:contentPart r:id="rId220" p14:bwMode="auto">
            <p14:nvContentPartPr>
              <p14:cNvPr id="259" name="墨迹 258"/>
              <p14:cNvContentPartPr/>
              <p14:nvPr/>
            </p14:nvContentPartPr>
            <p14:xfrm>
              <a:off x="6176074" y="6202152"/>
              <a:ext cx="18081" cy="18074"/>
            </p14:xfrm>
          </p:contentPart>
        </mc:Choice>
        <mc:Fallback xmlns="">
          <p:pic>
            <p:nvPicPr>
              <p:cNvPr id="259" name="墨迹 258"/>
            </p:nvPicPr>
            <p:blipFill>
              <a:blip/>
            </p:blipFill>
            <p:spPr>
              <a:xfrm>
                <a:off x="6176074" y="6202152"/>
                <a:ext cx="18081" cy="18074"/>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260" name="墨迹 259"/>
              <p14:cNvContentPartPr/>
              <p14:nvPr/>
            </p14:nvContentPartPr>
            <p14:xfrm>
              <a:off x="6121830" y="6222809"/>
              <a:ext cx="70010" cy="39990"/>
            </p14:xfrm>
          </p:contentPart>
        </mc:Choice>
        <mc:Fallback xmlns="">
          <p:pic>
            <p:nvPicPr>
              <p:cNvPr id="260" name="墨迹 259"/>
            </p:nvPicPr>
            <p:blipFill>
              <a:blip/>
            </p:blipFill>
            <p:spPr>
              <a:xfrm>
                <a:off x="6121830" y="6222809"/>
                <a:ext cx="70010" cy="39990"/>
              </a:xfrm>
              <a:prstGeom prst="rect"/>
            </p:spPr>
          </p:pic>
        </mc:Fallback>
      </mc:AlternateContent>
      <mc:AlternateContent xmlns:mc="http://schemas.openxmlformats.org/markup-compatibility/2006" xmlns:p14="http://schemas.microsoft.com/office/powerpoint/2010/main">
        <mc:Choice Requires="p14">
          <p:contentPart r:id="rId222" p14:bwMode="auto">
            <p14:nvContentPartPr>
              <p14:cNvPr id="261" name="墨迹 260"/>
              <p14:cNvContentPartPr/>
              <p14:nvPr/>
            </p14:nvContentPartPr>
            <p14:xfrm>
              <a:off x="4501677" y="6165357"/>
              <a:ext cx="58956" cy="82239"/>
            </p14:xfrm>
          </p:contentPart>
        </mc:Choice>
        <mc:Fallback xmlns="">
          <p:pic>
            <p:nvPicPr>
              <p:cNvPr id="261" name="墨迹 260"/>
            </p:nvPicPr>
            <p:blipFill>
              <a:blip/>
            </p:blipFill>
            <p:spPr>
              <a:xfrm>
                <a:off x="4501677" y="6165357"/>
                <a:ext cx="58956" cy="82239"/>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262" name="墨迹 261"/>
              <p14:cNvContentPartPr/>
              <p14:nvPr/>
            </p14:nvContentPartPr>
            <p14:xfrm>
              <a:off x="4586141" y="6177170"/>
              <a:ext cx="54052" cy="52868"/>
            </p14:xfrm>
          </p:contentPart>
        </mc:Choice>
        <mc:Fallback xmlns="">
          <p:pic>
            <p:nvPicPr>
              <p:cNvPr id="262" name="墨迹 261"/>
            </p:nvPicPr>
            <p:blipFill>
              <a:blip/>
            </p:blipFill>
            <p:spPr>
              <a:xfrm>
                <a:off x="4586141" y="6177170"/>
                <a:ext cx="54052" cy="52868"/>
              </a:xfrm>
              <a:prstGeom prst="rect"/>
            </p:spPr>
          </p:pic>
        </mc:Fallback>
      </mc:AlternateContent>
      <mc:AlternateContent xmlns:mc="http://schemas.openxmlformats.org/markup-compatibility/2006" xmlns:p14="http://schemas.microsoft.com/office/powerpoint/2010/main">
        <mc:Choice Requires="p14">
          <p:contentPart r:id="rId224" p14:bwMode="auto">
            <p14:nvContentPartPr>
              <p14:cNvPr id="263" name="墨迹 262"/>
              <p14:cNvContentPartPr/>
              <p14:nvPr/>
            </p14:nvContentPartPr>
            <p14:xfrm>
              <a:off x="6302644" y="6186336"/>
              <a:ext cx="12400" cy="97797"/>
            </p14:xfrm>
          </p:contentPart>
        </mc:Choice>
        <mc:Fallback xmlns="">
          <p:pic>
            <p:nvPicPr>
              <p:cNvPr id="263" name="墨迹 262"/>
            </p:nvPicPr>
            <p:blipFill>
              <a:blip/>
            </p:blipFill>
            <p:spPr>
              <a:xfrm>
                <a:off x="6302644" y="6186336"/>
                <a:ext cx="12400" cy="97797"/>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264" name="墨迹 263"/>
              <p14:cNvContentPartPr/>
              <p14:nvPr/>
            </p14:nvContentPartPr>
            <p14:xfrm>
              <a:off x="6357982" y="6192856"/>
              <a:ext cx="69682" cy="80561"/>
            </p14:xfrm>
          </p:contentPart>
        </mc:Choice>
        <mc:Fallback xmlns="">
          <p:pic>
            <p:nvPicPr>
              <p:cNvPr id="264" name="墨迹 263"/>
            </p:nvPicPr>
            <p:blipFill>
              <a:blip/>
            </p:blipFill>
            <p:spPr>
              <a:xfrm>
                <a:off x="6357982" y="6192856"/>
                <a:ext cx="69682" cy="80561"/>
              </a:xfrm>
              <a:prstGeom prst="rect"/>
            </p:spPr>
          </p:pic>
        </mc:Fallback>
      </mc:AlternateContent>
      <mc:AlternateContent xmlns:mc="http://schemas.openxmlformats.org/markup-compatibility/2006" xmlns:p14="http://schemas.microsoft.com/office/powerpoint/2010/main">
        <mc:Choice Requires="p14">
          <p:contentPart r:id="rId226" p14:bwMode="auto">
            <p14:nvContentPartPr>
              <p14:cNvPr id="265" name="墨迹 264"/>
              <p14:cNvContentPartPr/>
              <p14:nvPr/>
            </p14:nvContentPartPr>
            <p14:xfrm>
              <a:off x="6556297" y="6180463"/>
              <a:ext cx="69999" cy="90888"/>
            </p14:xfrm>
          </p:contentPart>
        </mc:Choice>
        <mc:Fallback xmlns="">
          <p:pic>
            <p:nvPicPr>
              <p:cNvPr id="265" name="墨迹 264"/>
            </p:nvPicPr>
            <p:blipFill>
              <a:blip/>
            </p:blipFill>
            <p:spPr>
              <a:xfrm>
                <a:off x="6556297" y="6180463"/>
                <a:ext cx="69999" cy="90888"/>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266" name="墨迹 265"/>
              <p14:cNvContentPartPr/>
              <p14:nvPr/>
            </p14:nvContentPartPr>
            <p14:xfrm>
              <a:off x="6887962" y="6192275"/>
              <a:ext cx="61933" cy="72879"/>
            </p14:xfrm>
          </p:contentPart>
        </mc:Choice>
        <mc:Fallback xmlns="">
          <p:pic>
            <p:nvPicPr>
              <p:cNvPr id="266" name="墨迹 265"/>
            </p:nvPicPr>
            <p:blipFill>
              <a:blip/>
            </p:blipFill>
            <p:spPr>
              <a:xfrm>
                <a:off x="6887962" y="6192275"/>
                <a:ext cx="61933" cy="72879"/>
              </a:xfrm>
              <a:prstGeom prst="rect"/>
            </p:spPr>
          </p:pic>
        </mc:Fallback>
      </mc:AlternateContent>
      <mc:AlternateContent xmlns:mc="http://schemas.openxmlformats.org/markup-compatibility/2006" xmlns:p14="http://schemas.microsoft.com/office/powerpoint/2010/main">
        <mc:Choice Requires="p14">
          <p:contentPart r:id="rId228" p14:bwMode="auto">
            <p14:nvContentPartPr>
              <p14:cNvPr id="267" name="墨迹 266"/>
              <p14:cNvContentPartPr/>
              <p14:nvPr/>
            </p14:nvContentPartPr>
            <p14:xfrm>
              <a:off x="6988252" y="6159806"/>
              <a:ext cx="72063" cy="112062"/>
            </p14:xfrm>
          </p:contentPart>
        </mc:Choice>
        <mc:Fallback xmlns="">
          <p:pic>
            <p:nvPicPr>
              <p:cNvPr id="267" name="墨迹 266"/>
            </p:nvPicPr>
            <p:blipFill>
              <a:blip/>
            </p:blipFill>
            <p:spPr>
              <a:xfrm>
                <a:off x="6988252" y="6159806"/>
                <a:ext cx="72063" cy="112062"/>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268" name="墨迹 267"/>
              <p14:cNvContentPartPr/>
              <p14:nvPr/>
            </p14:nvContentPartPr>
            <p14:xfrm>
              <a:off x="10006749" y="1484040"/>
              <a:ext cx="53330" cy="304839"/>
            </p14:xfrm>
          </p:contentPart>
        </mc:Choice>
        <mc:Fallback xmlns="">
          <p:pic>
            <p:nvPicPr>
              <p:cNvPr id="268" name="墨迹 267"/>
            </p:nvPicPr>
            <p:blipFill>
              <a:blip/>
            </p:blipFill>
            <p:spPr>
              <a:xfrm>
                <a:off x="10006749" y="1484040"/>
                <a:ext cx="53330" cy="304839"/>
              </a:xfrm>
              <a:prstGeom prst="rect"/>
            </p:spPr>
          </p:pic>
        </mc:Fallback>
      </mc:AlternateContent>
      <mc:AlternateContent xmlns:mc="http://schemas.openxmlformats.org/markup-compatibility/2006" xmlns:p14="http://schemas.microsoft.com/office/powerpoint/2010/main">
        <mc:Choice Requires="p14">
          <p:contentPart r:id="rId230" p14:bwMode="auto">
            <p14:nvContentPartPr>
              <p14:cNvPr id="269" name="墨迹 268"/>
              <p14:cNvContentPartPr/>
              <p14:nvPr/>
            </p14:nvContentPartPr>
            <p14:xfrm>
              <a:off x="10045366" y="1494763"/>
              <a:ext cx="1723675" cy="9804"/>
            </p14:xfrm>
          </p:contentPart>
        </mc:Choice>
        <mc:Fallback xmlns="">
          <p:pic>
            <p:nvPicPr>
              <p:cNvPr id="269" name="墨迹 268"/>
            </p:nvPicPr>
            <p:blipFill>
              <a:blip/>
            </p:blipFill>
            <p:spPr>
              <a:xfrm>
                <a:off x="10045366" y="1494763"/>
                <a:ext cx="1723675" cy="9804"/>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270" name="墨迹 269"/>
              <p14:cNvContentPartPr/>
              <p14:nvPr/>
            </p14:nvContentPartPr>
            <p14:xfrm>
              <a:off x="10001235" y="1515290"/>
              <a:ext cx="1794776" cy="371627"/>
            </p14:xfrm>
          </p:contentPart>
        </mc:Choice>
        <mc:Fallback xmlns="">
          <p:pic>
            <p:nvPicPr>
              <p:cNvPr id="270" name="墨迹 269"/>
            </p:nvPicPr>
            <p:blipFill>
              <a:blip/>
            </p:blipFill>
            <p:spPr>
              <a:xfrm>
                <a:off x="10001235" y="1515290"/>
                <a:ext cx="1794776" cy="371627"/>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272" name="墨迹 271"/>
              <p14:cNvContentPartPr/>
              <p14:nvPr/>
            </p14:nvContentPartPr>
            <p14:xfrm>
              <a:off x="11760630" y="1505351"/>
              <a:ext cx="23247" cy="12911"/>
            </p14:xfrm>
          </p:contentPart>
        </mc:Choice>
        <mc:Fallback xmlns="">
          <p:pic>
            <p:nvPicPr>
              <p:cNvPr id="272" name="墨迹 271"/>
            </p:nvPicPr>
            <p:blipFill>
              <a:blip/>
            </p:blipFill>
            <p:spPr>
              <a:xfrm>
                <a:off x="11760630" y="1505351"/>
                <a:ext cx="23247" cy="12911"/>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273" name="墨迹 272"/>
              <p14:cNvContentPartPr/>
              <p14:nvPr/>
            </p14:nvContentPartPr>
            <p14:xfrm>
              <a:off x="11712844" y="1489052"/>
              <a:ext cx="189853" cy="372626"/>
            </p14:xfrm>
          </p:contentPart>
        </mc:Choice>
        <mc:Fallback xmlns="">
          <p:pic>
            <p:nvPicPr>
              <p:cNvPr id="273" name="墨迹 272"/>
            </p:nvPicPr>
            <p:blipFill>
              <a:blip/>
            </p:blipFill>
            <p:spPr>
              <a:xfrm>
                <a:off x="11712844" y="1489052"/>
                <a:ext cx="189853" cy="372626"/>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274" name="墨迹 273"/>
              <p14:cNvContentPartPr/>
              <p14:nvPr/>
            </p14:nvContentPartPr>
            <p14:xfrm>
              <a:off x="10119358" y="1596757"/>
              <a:ext cx="205610" cy="165253"/>
            </p14:xfrm>
          </p:contentPart>
        </mc:Choice>
        <mc:Fallback xmlns="">
          <p:pic>
            <p:nvPicPr>
              <p:cNvPr id="274" name="墨迹 273"/>
            </p:nvPicPr>
            <p:blipFill>
              <a:blip/>
            </p:blipFill>
            <p:spPr>
              <a:xfrm>
                <a:off x="10119358" y="1596757"/>
                <a:ext cx="205610" cy="165253"/>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275" name="墨迹 274"/>
              <p14:cNvContentPartPr/>
              <p14:nvPr/>
            </p14:nvContentPartPr>
            <p14:xfrm>
              <a:off x="10127628" y="1586428"/>
              <a:ext cx="281032" cy="256917"/>
            </p14:xfrm>
          </p:contentPart>
        </mc:Choice>
        <mc:Fallback xmlns="">
          <p:pic>
            <p:nvPicPr>
              <p:cNvPr id="275" name="墨迹 274"/>
            </p:nvPicPr>
            <p:blipFill>
              <a:blip/>
            </p:blipFill>
            <p:spPr>
              <a:xfrm>
                <a:off x="10127628" y="1586428"/>
                <a:ext cx="281032" cy="256917"/>
              </a:xfrm>
              <a:prstGeom prst="rect"/>
            </p:spPr>
          </p:pic>
        </mc:Fallback>
      </mc:AlternateContent>
      <mc:AlternateContent xmlns:mc="http://schemas.openxmlformats.org/markup-compatibility/2006" xmlns:p14="http://schemas.microsoft.com/office/powerpoint/2010/main">
        <mc:Choice Requires="p14">
          <p:contentPart r:id="rId236" p14:bwMode="auto">
            <p14:nvContentPartPr>
              <p14:cNvPr id="276" name="墨迹 275"/>
              <p14:cNvContentPartPr/>
              <p14:nvPr/>
            </p14:nvContentPartPr>
            <p14:xfrm>
              <a:off x="10309470" y="1762010"/>
              <a:ext cx="83692" cy="76429"/>
            </p14:xfrm>
          </p:contentPart>
        </mc:Choice>
        <mc:Fallback xmlns="">
          <p:pic>
            <p:nvPicPr>
              <p:cNvPr id="276" name="墨迹 275"/>
            </p:nvPicPr>
            <p:blipFill>
              <a:blip/>
            </p:blipFill>
            <p:spPr>
              <a:xfrm>
                <a:off x="10309470" y="1762010"/>
                <a:ext cx="83692" cy="76429"/>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277" name="墨迹 276"/>
              <p14:cNvContentPartPr/>
              <p14:nvPr/>
            </p14:nvContentPartPr>
            <p14:xfrm>
              <a:off x="10189621" y="1646332"/>
              <a:ext cx="85049" cy="12395"/>
            </p14:xfrm>
          </p:contentPart>
        </mc:Choice>
        <mc:Fallback xmlns="">
          <p:pic>
            <p:nvPicPr>
              <p:cNvPr id="277" name="墨迹 276"/>
            </p:nvPicPr>
            <p:blipFill>
              <a:blip/>
            </p:blipFill>
            <p:spPr>
              <a:xfrm>
                <a:off x="10189621" y="1646332"/>
                <a:ext cx="85049" cy="12395"/>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278" name="墨迹 277"/>
              <p14:cNvContentPartPr/>
              <p14:nvPr/>
            </p14:nvContentPartPr>
            <p14:xfrm>
              <a:off x="10189621" y="1687646"/>
              <a:ext cx="85498" cy="3098"/>
            </p14:xfrm>
          </p:contentPart>
        </mc:Choice>
        <mc:Fallback xmlns="">
          <p:pic>
            <p:nvPicPr>
              <p:cNvPr id="278" name="墨迹 277"/>
            </p:nvPicPr>
            <p:blipFill>
              <a:blip/>
            </p:blipFill>
            <p:spPr>
              <a:xfrm>
                <a:off x="10189621" y="1687646"/>
                <a:ext cx="85498" cy="3098"/>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279" name="墨迹 278"/>
              <p14:cNvContentPartPr/>
              <p14:nvPr/>
            </p14:nvContentPartPr>
            <p14:xfrm>
              <a:off x="10189621" y="1716565"/>
              <a:ext cx="86789" cy="2066"/>
            </p14:xfrm>
          </p:contentPart>
        </mc:Choice>
        <mc:Fallback xmlns="">
          <p:pic>
            <p:nvPicPr>
              <p:cNvPr id="279" name="墨迹 278"/>
            </p:nvPicPr>
            <p:blipFill>
              <a:blip/>
            </p:blipFill>
            <p:spPr>
              <a:xfrm>
                <a:off x="10189621" y="1716565"/>
                <a:ext cx="86789" cy="2066"/>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280" name="墨迹 279"/>
              <p14:cNvContentPartPr/>
              <p14:nvPr/>
            </p14:nvContentPartPr>
            <p14:xfrm>
              <a:off x="10491318" y="1619479"/>
              <a:ext cx="57862" cy="184360"/>
            </p14:xfrm>
          </p:contentPart>
        </mc:Choice>
        <mc:Fallback xmlns="">
          <p:pic>
            <p:nvPicPr>
              <p:cNvPr id="280" name="墨迹 279"/>
            </p:nvPicPr>
            <p:blipFill>
              <a:blip/>
            </p:blipFill>
            <p:spPr>
              <a:xfrm>
                <a:off x="10491318" y="1619479"/>
                <a:ext cx="57862" cy="184360"/>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281" name="墨迹 280"/>
              <p14:cNvContentPartPr/>
              <p14:nvPr/>
            </p14:nvContentPartPr>
            <p14:xfrm>
              <a:off x="10536779" y="1616187"/>
              <a:ext cx="114946" cy="170998"/>
            </p14:xfrm>
          </p:contentPart>
        </mc:Choice>
        <mc:Fallback xmlns="">
          <p:pic>
            <p:nvPicPr>
              <p:cNvPr id="281" name="墨迹 280"/>
            </p:nvPicPr>
            <p:blipFill>
              <a:blip/>
            </p:blipFill>
            <p:spPr>
              <a:xfrm>
                <a:off x="10536779" y="1616187"/>
                <a:ext cx="114946" cy="170998"/>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282" name="墨迹 281"/>
              <p14:cNvContentPartPr/>
              <p14:nvPr/>
            </p14:nvContentPartPr>
            <p14:xfrm>
              <a:off x="10640878" y="1700040"/>
              <a:ext cx="87047" cy="98313"/>
            </p14:xfrm>
          </p:contentPart>
        </mc:Choice>
        <mc:Fallback xmlns="">
          <p:pic>
            <p:nvPicPr>
              <p:cNvPr id="282" name="墨迹 281"/>
            </p:nvPicPr>
            <p:blipFill>
              <a:blip/>
            </p:blipFill>
            <p:spPr>
              <a:xfrm>
                <a:off x="10640878" y="1700040"/>
                <a:ext cx="87047" cy="98313"/>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283" name="墨迹 282"/>
              <p14:cNvContentPartPr/>
              <p14:nvPr/>
            </p14:nvContentPartPr>
            <p14:xfrm>
              <a:off x="10737227" y="1707270"/>
              <a:ext cx="106419" cy="87597"/>
            </p14:xfrm>
          </p:contentPart>
        </mc:Choice>
        <mc:Fallback xmlns="">
          <p:pic>
            <p:nvPicPr>
              <p:cNvPr id="283" name="墨迹 282"/>
            </p:nvPicPr>
            <p:blipFill>
              <a:blip/>
            </p:blipFill>
            <p:spPr>
              <a:xfrm>
                <a:off x="10737227" y="1707270"/>
                <a:ext cx="106419" cy="87597"/>
              </a:xfrm>
              <a:prstGeom prst="rect"/>
            </p:spPr>
          </p:pic>
        </mc:Fallback>
      </mc:AlternateContent>
      <mc:AlternateContent xmlns:mc="http://schemas.openxmlformats.org/markup-compatibility/2006" xmlns:p14="http://schemas.microsoft.com/office/powerpoint/2010/main">
        <mc:Choice Requires="p14">
          <p:contentPart r:id="rId244" p14:bwMode="auto">
            <p14:nvContentPartPr>
              <p14:cNvPr id="284" name="墨迹 283"/>
              <p14:cNvContentPartPr/>
              <p14:nvPr/>
            </p14:nvContentPartPr>
            <p14:xfrm>
              <a:off x="10996951" y="1614057"/>
              <a:ext cx="110167" cy="190364"/>
            </p14:xfrm>
          </p:contentPart>
        </mc:Choice>
        <mc:Fallback xmlns="">
          <p:pic>
            <p:nvPicPr>
              <p:cNvPr id="284" name="墨迹 283"/>
            </p:nvPicPr>
            <p:blipFill>
              <a:blip/>
            </p:blipFill>
            <p:spPr>
              <a:xfrm>
                <a:off x="10996951" y="1614057"/>
                <a:ext cx="110167" cy="190364"/>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285" name="墨迹 284"/>
              <p14:cNvContentPartPr/>
              <p14:nvPr/>
            </p14:nvContentPartPr>
            <p14:xfrm>
              <a:off x="11136047" y="1681449"/>
              <a:ext cx="38231" cy="17558"/>
            </p14:xfrm>
          </p:contentPart>
        </mc:Choice>
        <mc:Fallback xmlns="">
          <p:pic>
            <p:nvPicPr>
              <p:cNvPr id="285" name="墨迹 284"/>
            </p:nvPicPr>
            <p:blipFill>
              <a:blip/>
            </p:blipFill>
            <p:spPr>
              <a:xfrm>
                <a:off x="11136047" y="1681449"/>
                <a:ext cx="38231" cy="17558"/>
              </a:xfrm>
              <a:prstGeom prst="rect"/>
            </p:spPr>
          </p:pic>
        </mc:Fallback>
      </mc:AlternateContent>
      <mc:AlternateContent xmlns:mc="http://schemas.openxmlformats.org/markup-compatibility/2006" xmlns:p14="http://schemas.microsoft.com/office/powerpoint/2010/main">
        <mc:Choice Requires="p14">
          <p:contentPart r:id="rId246" p14:bwMode="auto">
            <p14:nvContentPartPr>
              <p14:cNvPr id="286" name="墨迹 285"/>
              <p14:cNvContentPartPr/>
              <p14:nvPr/>
            </p14:nvContentPartPr>
            <p14:xfrm>
              <a:off x="11125714" y="1726893"/>
              <a:ext cx="16533" cy="76430"/>
            </p14:xfrm>
          </p:contentPart>
        </mc:Choice>
        <mc:Fallback xmlns="">
          <p:pic>
            <p:nvPicPr>
              <p:cNvPr id="286" name="墨迹 285"/>
            </p:nvPicPr>
            <p:blipFill>
              <a:blip/>
            </p:blipFill>
            <p:spPr>
              <a:xfrm>
                <a:off x="11125714" y="1726893"/>
                <a:ext cx="16533" cy="76430"/>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287" name="墨迹 286"/>
              <p14:cNvContentPartPr/>
              <p14:nvPr/>
            </p14:nvContentPartPr>
            <p14:xfrm>
              <a:off x="11185644" y="1715210"/>
              <a:ext cx="40425" cy="94310"/>
            </p14:xfrm>
          </p:contentPart>
        </mc:Choice>
        <mc:Fallback xmlns="">
          <p:pic>
            <p:nvPicPr>
              <p:cNvPr id="287" name="墨迹 286"/>
            </p:nvPicPr>
            <p:blipFill>
              <a:blip/>
            </p:blipFill>
            <p:spPr>
              <a:xfrm>
                <a:off x="11185644" y="1715210"/>
                <a:ext cx="40425" cy="94310"/>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288" name="墨迹 287"/>
              <p14:cNvContentPartPr/>
              <p14:nvPr/>
            </p14:nvContentPartPr>
            <p14:xfrm>
              <a:off x="11261001" y="1722762"/>
              <a:ext cx="63094" cy="81723"/>
            </p14:xfrm>
          </p:contentPart>
        </mc:Choice>
        <mc:Fallback xmlns="">
          <p:pic>
            <p:nvPicPr>
              <p:cNvPr id="288" name="墨迹 287"/>
            </p:nvPicPr>
            <p:blipFill>
              <a:blip/>
            </p:blipFill>
            <p:spPr>
              <a:xfrm>
                <a:off x="11261001" y="1722762"/>
                <a:ext cx="63094" cy="81723"/>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289" name="墨迹 288"/>
              <p14:cNvContentPartPr/>
              <p14:nvPr/>
            </p14:nvContentPartPr>
            <p14:xfrm>
              <a:off x="11357159" y="1724828"/>
              <a:ext cx="60702" cy="79528"/>
            </p14:xfrm>
          </p:contentPart>
        </mc:Choice>
        <mc:Fallback xmlns="">
          <p:pic>
            <p:nvPicPr>
              <p:cNvPr id="289" name="墨迹 288"/>
            </p:nvPicPr>
            <p:blipFill>
              <a:blip/>
            </p:blipFill>
            <p:spPr>
              <a:xfrm>
                <a:off x="11357159" y="1724828"/>
                <a:ext cx="60702" cy="79528"/>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290" name="墨迹 289"/>
              <p14:cNvContentPartPr/>
              <p14:nvPr/>
            </p14:nvContentPartPr>
            <p14:xfrm>
              <a:off x="11452732" y="1718631"/>
              <a:ext cx="30477" cy="82626"/>
            </p14:xfrm>
          </p:contentPart>
        </mc:Choice>
        <mc:Fallback xmlns="">
          <p:pic>
            <p:nvPicPr>
              <p:cNvPr id="290" name="墨迹 289"/>
            </p:nvPicPr>
            <p:blipFill>
              <a:blip/>
            </p:blipFill>
            <p:spPr>
              <a:xfrm>
                <a:off x="11452732" y="1718631"/>
                <a:ext cx="30477" cy="82626"/>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291" name="墨迹 290"/>
              <p14:cNvContentPartPr/>
              <p14:nvPr/>
            </p14:nvContentPartPr>
            <p14:xfrm>
              <a:off x="11510074" y="1706237"/>
              <a:ext cx="39261" cy="94310"/>
            </p14:xfrm>
          </p:contentPart>
        </mc:Choice>
        <mc:Fallback xmlns="">
          <p:pic>
            <p:nvPicPr>
              <p:cNvPr id="291" name="墨迹 290"/>
            </p:nvPicPr>
            <p:blipFill>
              <a:blip/>
            </p:blipFill>
            <p:spPr>
              <a:xfrm>
                <a:off x="11510074" y="1706237"/>
                <a:ext cx="39261" cy="94310"/>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292" name="墨迹 291"/>
              <p14:cNvContentPartPr/>
              <p14:nvPr/>
            </p14:nvContentPartPr>
            <p14:xfrm>
              <a:off x="11619597" y="1687646"/>
              <a:ext cx="11366" cy="5164"/>
            </p14:xfrm>
          </p:contentPart>
        </mc:Choice>
        <mc:Fallback xmlns="">
          <p:pic>
            <p:nvPicPr>
              <p:cNvPr id="292" name="墨迹 291"/>
            </p:nvPicPr>
            <p:blipFill>
              <a:blip/>
            </p:blipFill>
            <p:spPr>
              <a:xfrm>
                <a:off x="11619597" y="1687646"/>
                <a:ext cx="11366" cy="5164"/>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293" name="墨迹 292"/>
              <p14:cNvContentPartPr/>
              <p14:nvPr/>
            </p14:nvContentPartPr>
            <p14:xfrm>
              <a:off x="11589634" y="1731025"/>
              <a:ext cx="15498" cy="67134"/>
            </p14:xfrm>
          </p:contentPart>
        </mc:Choice>
        <mc:Fallback xmlns="">
          <p:pic>
            <p:nvPicPr>
              <p:cNvPr id="293" name="墨迹 292"/>
            </p:nvPicPr>
            <p:blipFill>
              <a:blip/>
            </p:blipFill>
            <p:spPr>
              <a:xfrm>
                <a:off x="11589634" y="1731025"/>
                <a:ext cx="15498" cy="67134"/>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294" name="墨迹 293"/>
              <p14:cNvContentPartPr/>
              <p14:nvPr/>
            </p14:nvContentPartPr>
            <p14:xfrm>
              <a:off x="11631992" y="1731025"/>
              <a:ext cx="46495" cy="73460"/>
            </p14:xfrm>
          </p:contentPart>
        </mc:Choice>
        <mc:Fallback xmlns="">
          <p:pic>
            <p:nvPicPr>
              <p:cNvPr id="294" name="墨迹 293"/>
            </p:nvPicPr>
            <p:blipFill>
              <a:blip/>
            </p:blipFill>
            <p:spPr>
              <a:xfrm>
                <a:off x="11631992" y="1731025"/>
                <a:ext cx="46495" cy="73460"/>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295" name="墨迹 294"/>
              <p14:cNvContentPartPr/>
              <p14:nvPr/>
            </p14:nvContentPartPr>
            <p14:xfrm>
              <a:off x="11695534" y="1728959"/>
              <a:ext cx="58381" cy="66101"/>
            </p14:xfrm>
          </p:contentPart>
        </mc:Choice>
        <mc:Fallback xmlns="">
          <p:pic>
            <p:nvPicPr>
              <p:cNvPr id="295" name="墨迹 294"/>
            </p:nvPicPr>
            <p:blipFill>
              <a:blip/>
            </p:blipFill>
            <p:spPr>
              <a:xfrm>
                <a:off x="11695534" y="1728959"/>
                <a:ext cx="58381" cy="66101"/>
              </a:xfrm>
              <a:prstGeom prst="rect"/>
            </p:spPr>
          </p:pic>
        </mc:Fallback>
      </mc:AlternateContent>
    </p:spTree>
    <p:custDataLst>
      <p:tags r:id="rId25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SLIDE_BACKGROUND_TYPE" val="general"/>
</p:tagLst>
</file>

<file path=ppt/tags/tag2.xml><?xml version="1.0" encoding="utf-8"?>
<p:tagLst xmlns:p="http://schemas.openxmlformats.org/presentationml/2006/main">
  <p:tag name="KSO_WM_SLIDE_BACKGROUND_TYPE" val="general"/>
</p:tagLst>
</file>

<file path=ppt/tags/tag3.xml><?xml version="1.0" encoding="utf-8"?>
<p:tagLst xmlns:p="http://schemas.openxmlformats.org/presentationml/2006/main">
  <p:tag name="KSO_WM_SLIDE_BACKGROUND_TYPE" val="general"/>
</p:tagLst>
</file>

<file path=ppt/tags/tag4.xml><?xml version="1.0" encoding="utf-8"?>
<p:tagLst xmlns:p="http://schemas.openxmlformats.org/presentationml/2006/main">
  <p:tag name="KSO_WM_SLIDE_BACKGROUND_TYPE" val="general"/>
</p:tagLst>
</file>

<file path=ppt/tags/tag5.xml><?xml version="1.0" encoding="utf-8"?>
<p:tagLst xmlns:p="http://schemas.openxmlformats.org/presentationml/2006/main">
  <p:tag name="KSO_WM_SLIDE_BACKGROUND_TYPE" val="frame"/>
</p:tagLst>
</file>

<file path=ppt/tags/tag6.xml><?xml version="1.0" encoding="utf-8"?>
<p:tagLst xmlns:p="http://schemas.openxmlformats.org/presentationml/2006/main">
  <p:tag name="KSO_WM_SLIDE_BACKGROUND_TYPE" val="frame"/>
</p:tagLst>
</file>

<file path=ppt/tags/tag7.xml><?xml version="1.0" encoding="utf-8"?>
<p:tagLst xmlns:p="http://schemas.openxmlformats.org/presentationml/2006/main">
  <p:tag name="KSO_WM_SLIDE_BACKGROUND_TYPE" val="frame"/>
</p:tagLst>
</file>

<file path=ppt/tags/tag8.xml><?xml version="1.0" encoding="utf-8"?>
<p:tagLst xmlns:p="http://schemas.openxmlformats.org/presentationml/2006/main">
  <p:tag name="KSO_WM_SLIDE_BACKGROUND_TYPE" val="frame"/>
</p:tagLst>
</file>

<file path=ppt/tags/tag9.xml><?xml version="1.0" encoding="utf-8"?>
<p:tagLst xmlns:p="http://schemas.openxmlformats.org/presentationml/2006/main">
  <p:tag name="KSO_WM_SLIDE_BACKGROUND_TYPE" val="frame"/>
</p:tagLst>
</file>

<file path=ppt/tags/tag10.xml><?xml version="1.0" encoding="utf-8"?>
<p:tagLst xmlns:p="http://schemas.openxmlformats.org/presentationml/2006/main">
  <p:tag name="KSO_WM_SLIDE_BACKGROUND_TYPE" val="leftRight"/>
</p:tagLst>
</file>

<file path=ppt/tags/tag11.xml><?xml version="1.0" encoding="utf-8"?>
<p:tagLst xmlns:p="http://schemas.openxmlformats.org/presentationml/2006/main">
  <p:tag name="KSO_WM_SLIDE_BACKGROUND_TYPE" val="leftRight"/>
</p:tagLst>
</file>

<file path=ppt/tags/tag12.xml><?xml version="1.0" encoding="utf-8"?>
<p:tagLst xmlns:p="http://schemas.openxmlformats.org/presentationml/2006/main">
  <p:tag name="KSO_WM_SLIDE_BACKGROUND_TYPE" val="leftRight"/>
</p:tagLst>
</file>

<file path=ppt/tags/tag13.xml><?xml version="1.0" encoding="utf-8"?>
<p:tagLst xmlns:p="http://schemas.openxmlformats.org/presentationml/2006/main">
  <p:tag name="KSO_WM_SLIDE_BACKGROUND_TYPE" val="leftRight"/>
</p:tagLst>
</file>

<file path=ppt/tags/tag14.xml><?xml version="1.0" encoding="utf-8"?>
<p:tagLst xmlns:p="http://schemas.openxmlformats.org/presentationml/2006/main">
  <p:tag name="KSO_WM_SLIDE_BACKGROUND_TYPE" val="leftRight"/>
</p:tagLst>
</file>

<file path=ppt/tags/tag15.xml><?xml version="1.0" encoding="utf-8"?>
<p:tagLst xmlns:p="http://schemas.openxmlformats.org/presentationml/2006/main">
  <p:tag name="KSO_WM_SLIDE_BACKGROUND_TYPE" val="leftRight"/>
</p:tagLst>
</file>

<file path=ppt/tags/tag16.xml><?xml version="1.0" encoding="utf-8"?>
<p:tagLst xmlns:p="http://schemas.openxmlformats.org/presentationml/2006/main">
  <p:tag name="KSO_WM_SLIDE_BACKGROUND_TYPE" val="topBottom"/>
</p:tagLst>
</file>

<file path=ppt/tags/tag17.xml><?xml version="1.0" encoding="utf-8"?>
<p:tagLst xmlns:p="http://schemas.openxmlformats.org/presentationml/2006/main">
  <p:tag name="KSO_WM_SLIDE_BACKGROUND_TYPE" val="topBottom"/>
</p:tagLst>
</file>

<file path=ppt/tags/tag18.xml><?xml version="1.0" encoding="utf-8"?>
<p:tagLst xmlns:p="http://schemas.openxmlformats.org/presentationml/2006/main">
  <p:tag name="KSO_WM_SLIDE_BACKGROUND_TYPE" val="topBottom"/>
</p:tagLst>
</file>

<file path=ppt/tags/tag19.xml><?xml version="1.0" encoding="utf-8"?>
<p:tagLst xmlns:p="http://schemas.openxmlformats.org/presentationml/2006/main">
  <p:tag name="KSO_WM_SLIDE_BACKGROUND_TYPE" val="topBottom"/>
</p:tagLst>
</file>

<file path=ppt/tags/tag20.xml><?xml version="1.0" encoding="utf-8"?>
<p:tagLst xmlns:p="http://schemas.openxmlformats.org/presentationml/2006/main">
  <p:tag name="KSO_WM_SLIDE_BACKGROUND_TYPE" val="topBottom"/>
</p:tagLst>
</file>

<file path=ppt/tags/tag21.xml><?xml version="1.0" encoding="utf-8"?>
<p:tagLst xmlns:p="http://schemas.openxmlformats.org/presentationml/2006/main">
  <p:tag name="KSO_WM_SLIDE_BACKGROUND_TYPE" val="topBottom"/>
</p:tagLst>
</file>

<file path=ppt/tags/tag22.xml><?xml version="1.0" encoding="utf-8"?>
<p:tagLst xmlns:p="http://schemas.openxmlformats.org/presentationml/2006/main">
  <p:tag name="KSO_WM_SLIDE_BACKGROUND_TYPE" val="bottomTop"/>
</p:tagLst>
</file>

<file path=ppt/tags/tag23.xml><?xml version="1.0" encoding="utf-8"?>
<p:tagLst xmlns:p="http://schemas.openxmlformats.org/presentationml/2006/main">
  <p:tag name="KSO_WM_SLIDE_BACKGROUND_TYPE" val="bottomTop"/>
</p:tagLst>
</file>

<file path=ppt/tags/tag24.xml><?xml version="1.0" encoding="utf-8"?>
<p:tagLst xmlns:p="http://schemas.openxmlformats.org/presentationml/2006/main">
  <p:tag name="KSO_WM_SLIDE_BACKGROUND_TYPE" val="bottomTop"/>
</p:tagLst>
</file>

<file path=ppt/tags/tag25.xml><?xml version="1.0" encoding="utf-8"?>
<p:tagLst xmlns:p="http://schemas.openxmlformats.org/presentationml/2006/main">
  <p:tag name="KSO_WM_SLIDE_BACKGROUND_TYPE" val="bottomTop"/>
</p:tagLst>
</file>

<file path=ppt/tags/tag26.xml><?xml version="1.0" encoding="utf-8"?>
<p:tagLst xmlns:p="http://schemas.openxmlformats.org/presentationml/2006/main">
  <p:tag name="KSO_WM_SLIDE_BACKGROUND_TYPE" val="bottomTop"/>
</p:tagLst>
</file>

<file path=ppt/tags/tag27.xml><?xml version="1.0" encoding="utf-8"?>
<p:tagLst xmlns:p="http://schemas.openxmlformats.org/presentationml/2006/main">
  <p:tag name="KSO_WM_SLIDE_BACKGROUND_TYPE" val="bottomTop"/>
</p:tagLst>
</file>

<file path=ppt/tags/tag28.xml><?xml version="1.0" encoding="utf-8"?>
<p:tagLst xmlns:p="http://schemas.openxmlformats.org/presentationml/2006/main">
  <p:tag name="KSO_WM_SLIDE_BACKGROUND_TYPE" val="navigation"/>
</p:tagLst>
</file>

<file path=ppt/tags/tag29.xml><?xml version="1.0" encoding="utf-8"?>
<p:tagLst xmlns:p="http://schemas.openxmlformats.org/presentationml/2006/main">
  <p:tag name="KSO_WM_SLIDE_BACKGROUND_TYPE" val="navigation"/>
</p:tagLst>
</file>

<file path=ppt/tags/tag30.xml><?xml version="1.0" encoding="utf-8"?>
<p:tagLst xmlns:p="http://schemas.openxmlformats.org/presentationml/2006/main">
  <p:tag name="KSO_WM_SLIDE_BACKGROUND_TYPE" val="navigation"/>
</p:tagLst>
</file>

<file path=ppt/tags/tag31.xml><?xml version="1.0" encoding="utf-8"?>
<p:tagLst xmlns:p="http://schemas.openxmlformats.org/presentationml/2006/main">
  <p:tag name="KSO_WM_SLIDE_BACKGROUND_TYPE" val="navigation"/>
</p:tagLst>
</file>

<file path=ppt/tags/tag32.xml><?xml version="1.0" encoding="utf-8"?>
<p:tagLst xmlns:p="http://schemas.openxmlformats.org/presentationml/2006/main">
  <p:tag name="KSO_WM_SLIDE_BACKGROUND_TYPE" val="navigation"/>
</p:tagLst>
</file>

<file path=ppt/tags/tag33.xml><?xml version="1.0" encoding="utf-8"?>
<p:tagLst xmlns:p="http://schemas.openxmlformats.org/presentationml/2006/main">
  <p:tag name="KSO_WM_SLIDE_BACKGROUND_TYPE" val="navigation"/>
</p:tagLst>
</file>

<file path=ppt/tags/tag34.xml><?xml version="1.0" encoding="utf-8"?>
<p:tagLst xmlns:p="http://schemas.openxmlformats.org/presentationml/2006/main">
  <p:tag name="KSO_WM_SLIDE_BACKGROUND_TYPE" val="navigation"/>
</p:tagLst>
</file>

<file path=ppt/tags/tag35.xml><?xml version="1.0" encoding="utf-8"?>
<p:tagLst xmlns:p="http://schemas.openxmlformats.org/presentationml/2006/main">
  <p:tag name="KSO_WM_SLIDE_BACKGROUND_TYPE" val="navigation"/>
</p:tagLst>
</file>

<file path=ppt/tags/tag36.xml><?xml version="1.0" encoding="utf-8"?>
<p:tagLst xmlns:p="http://schemas.openxmlformats.org/presentationml/2006/main">
  <p:tag name="KSO_WM_SLIDE_BACKGROUND_TYPE" val="belt"/>
</p:tagLst>
</file>

<file path=ppt/tags/tag37.xml><?xml version="1.0" encoding="utf-8"?>
<p:tagLst xmlns:p="http://schemas.openxmlformats.org/presentationml/2006/main">
  <p:tag name="KSO_WM_SLIDE_BACKGROUND_TYPE" val="belt"/>
</p:tagLst>
</file>

<file path=ppt/tags/tag38.xml><?xml version="1.0" encoding="utf-8"?>
<p:tagLst xmlns:p="http://schemas.openxmlformats.org/presentationml/2006/main">
  <p:tag name="KSO_WM_SLIDE_BACKGROUND_TYPE" val="belt"/>
</p:tagLst>
</file>

<file path=ppt/tags/tag39.xml><?xml version="1.0" encoding="utf-8"?>
<p:tagLst xmlns:p="http://schemas.openxmlformats.org/presentationml/2006/main">
  <p:tag name="KSO_WM_SLIDE_BACKGROUND_TYPE" val="belt"/>
</p:tagLst>
</file>

<file path=ppt/tags/tag40.xml><?xml version="1.0" encoding="utf-8"?>
<p:tagLst xmlns:p="http://schemas.openxmlformats.org/presentationml/2006/main">
  <p:tag name="KSO_WM_SLIDE_BACKGROUND_TYPE" val="belt"/>
</p:tagLst>
</file>

<file path=ppt/tags/tag41.xml><?xml version="1.0" encoding="utf-8"?>
<p:tagLst xmlns:p="http://schemas.openxmlformats.org/presentationml/2006/main">
  <p:tag name="KSO_WM_TEMPLATE_CATEGORY" val="diagram"/>
  <p:tag name="KSO_WM_TEMPLATE_INDEX" val="20219505"/>
</p:tagLst>
</file>

<file path=ppt/tags/tag42.xml><?xml version="1.0" encoding="utf-8"?>
<p:tagLst xmlns:p="http://schemas.openxmlformats.org/presentationml/2006/main">
  <p:tag name="KSO_WM_TEMPLATE_CATEGORY" val="diagram"/>
  <p:tag name="KSO_WM_TEMPLATE_INDEX" val="20219505"/>
</p:tagLst>
</file>

<file path=ppt/tags/tag43.xml><?xml version="1.0" encoding="utf-8"?>
<p:tagLst xmlns:p="http://schemas.openxmlformats.org/presentationml/2006/main">
  <p:tag name="KSO_WM_BEAUTIFY_FLAG" val="#wm#"/>
  <p:tag name="KSO_WM_TAG_VERSION" val="1.0"/>
  <p:tag name="KSO_WM_TEMPLATE_CATEGORY" val="diagram"/>
  <p:tag name="KSO_WM_TEMPLATE_INDEX" val="20219505"/>
</p:tagLst>
</file>

<file path=ppt/tags/tag44.xml><?xml version="1.0" encoding="utf-8"?>
<p:tagLst xmlns:p="http://schemas.openxmlformats.org/presentationml/2006/main">
  <p:tag name="KSO_WM_TEMPLATE_CATEGORY" val="preset"/>
  <p:tag name="KSO_WM_TEMPLATE_INDEX" val="11"/>
  <p:tag name="KSO_WM_TAG_VERSION" val="1.0"/>
  <p:tag name="KSO_WM_SLIDE_ID" val="256"/>
  <p:tag name="KSO_WM_SLIDE_INDEX" val="1"/>
  <p:tag name="KSO_WM_SLIDE_ITEM_CNT" val="2"/>
  <p:tag name="KSO_WM_SLIDE_LAYOUT" val="a_b"/>
  <p:tag name="KSO_WM_SLIDE_LAYOUT_CNT" val="1_1"/>
  <p:tag name="KSO_WM_SLIDE_TYPE" val="title"/>
  <p:tag name="KSO_WM_BEAUTIFY_FLAG" val="#wm#"/>
</p:tagLst>
</file>

<file path=ppt/tags/tag45.xml><?xml version="1.0" encoding="utf-8"?>
<p:tagLst xmlns:p="http://schemas.openxmlformats.org/presentationml/2006/main">
  <p:tag name="KSO_WM_SLIDE_ID" val="diagram20219505_3"/>
  <p:tag name="KSO_WM_TEMPLATE_SUBCATEGORY" val="24"/>
  <p:tag name="KSO_WM_TEMPLATE_MASTER_TYPE" val="0"/>
  <p:tag name="KSO_WM_TEMPLATE_COLOR_TYPE" val="1"/>
  <p:tag name="KSO_WM_SLIDE_TYPE" val="text"/>
  <p:tag name="KSO_WM_SLIDE_SUBTYPE" val="diag"/>
  <p:tag name="KSO_WM_SLIDE_ITEM_CNT" val="4"/>
  <p:tag name="KSO_WM_SLIDE_INDEX" val="3"/>
  <p:tag name="KSO_WM_SLIDE_SIZE" val="691.538*213.5"/>
  <p:tag name="KSO_WM_SLIDE_POSITION" val="134.231*163.25"/>
  <p:tag name="KSO_WM_TAG_VERSION" val="1.0"/>
  <p:tag name="KSO_WM_BEAUTIFY_FLAG" val="#wm#"/>
  <p:tag name="KSO_WM_TEMPLATE_CATEGORY" val="diagram"/>
  <p:tag name="KSO_WM_TEMPLATE_INDEX" val="20219505"/>
  <p:tag name="KSO_WM_SLIDE_LAYOUT" val="l"/>
  <p:tag name="KSO_WM_SLIDE_LAYOUT_CNT" val="1"/>
  <p:tag name="KSO_WM_DIAGRAM_GROUP_CODE" val="l1-1"/>
  <p:tag name="KSO_WM_SLIDE_DIAGTYPE" val="l"/>
  <p:tag name="KSO_WM_CHIP_INFOS" val="{&quot;width&quot;:152.75,&quot;height&quot;:213.5,&quot;text&quot;:{&quot;align&quot;:[&quot;lm&quot;],&quot;direction&quot;:[&quot;horizontal&quot;]},&quot;diagramItem&quot;:{&quot;direction&quot;:[1],&quot;coloring&quot;:[2],&quot;type&quot;:[&quot;l&quot;],&quot;hasDecrationBetweenItems&quot;:false},&quot;type&quot;:&quot;diagramitem&quot;,&quot;match_code&quot;:&quot;l(h(a_f))&quot;,&quot;adjust_rule&quot;:{&quot;width_max&quot;:152.75,&quot;width_min&quot;:152.75,&quot;height_max&quot;:213.5,&quot;height_min&quot;:213.5},&quot;zoom_adjust&quot;:0,&quot;fill_rule&quot;:{&quot;fill_mode&quot;:&quot;adaptive&quot;,&quot;fill_align&quot;:[&quot;rb&quot;,&quot;cb&quot;,&quot;lb&quot;,&quot;rm&quot;,&quot;cm&quot;,&quot;lm&quot;,&quot;rt&quot;,&quot;ct&quot;,&quot;lt&quot;]},&quot;isSeries&quot;:false,&quot;isMaterialsTemp&quot;:false,&quot;dec_direction&quot;:1,&quot;dec_num&quot;:0,&quot;adapt_layouttypes&quot;:{&quot;text&quot;:[&quot;topbottom&quot;,&quot;navigation&quot;,&quot;free&quot;,&quot;bottomtop&quot;,&quot;full&quot;,&quot;leftright&quot;,&quot;slogan&quot;,&quot;magnetic&quot;,&quot;rightleft&quot;]},&quot;coloring&quot;:0,&quot;tags&quot;:{&quot;style&quot;:[&quot;简约&quot;]},&quot;slide_type&quot;:[&quot;text&quot;],&quot;useType&quot;:[&quot;ppt&quot;]}"/>
  <p:tag name="KSO_WM_CHIP_XID" val="60bed22b4737e0f4c1ebe889"/>
  <p:tag name="KSO_WM_CHIP_GROUPID" val="60bed22b4737e0f4c1ebe888"/>
  <p:tag name="KSO_WM_DIAGRAM_COLORING" val="1"/>
</p:tagLst>
</file>

<file path=ppt/tags/tag46.xml><?xml version="1.0" encoding="utf-8"?>
<p:tagLst xmlns:p="http://schemas.openxmlformats.org/presentationml/2006/main">
  <p:tag name="KSO_WM_SLIDE_ID" val="diagram20219505_3"/>
  <p:tag name="KSO_WM_TEMPLATE_SUBCATEGORY" val="24"/>
  <p:tag name="KSO_WM_TEMPLATE_MASTER_TYPE" val="0"/>
  <p:tag name="KSO_WM_TEMPLATE_COLOR_TYPE" val="1"/>
  <p:tag name="KSO_WM_SLIDE_TYPE" val="text"/>
  <p:tag name="KSO_WM_SLIDE_SUBTYPE" val="diag"/>
  <p:tag name="KSO_WM_SLIDE_ITEM_CNT" val="4"/>
  <p:tag name="KSO_WM_SLIDE_INDEX" val="3"/>
  <p:tag name="KSO_WM_SLIDE_SIZE" val="691.538*213.5"/>
  <p:tag name="KSO_WM_SLIDE_POSITION" val="134.231*163.25"/>
  <p:tag name="KSO_WM_TAG_VERSION" val="1.0"/>
  <p:tag name="KSO_WM_BEAUTIFY_FLAG" val="#wm#"/>
  <p:tag name="KSO_WM_TEMPLATE_CATEGORY" val="diagram"/>
  <p:tag name="KSO_WM_TEMPLATE_INDEX" val="20219505"/>
  <p:tag name="KSO_WM_SLIDE_LAYOUT" val="l"/>
  <p:tag name="KSO_WM_SLIDE_LAYOUT_CNT" val="1"/>
  <p:tag name="KSO_WM_DIAGRAM_GROUP_CODE" val="l1-1"/>
  <p:tag name="KSO_WM_SLIDE_DIAGTYPE" val="l"/>
  <p:tag name="KSO_WM_CHIP_INFOS" val="{&quot;width&quot;:152.75,&quot;height&quot;:213.5,&quot;text&quot;:{&quot;align&quot;:[&quot;lm&quot;],&quot;direction&quot;:[&quot;horizontal&quot;]},&quot;diagramItem&quot;:{&quot;direction&quot;:[1],&quot;coloring&quot;:[2],&quot;type&quot;:[&quot;l&quot;],&quot;hasDecrationBetweenItems&quot;:false},&quot;type&quot;:&quot;diagramitem&quot;,&quot;match_code&quot;:&quot;l(h(a_f))&quot;,&quot;adjust_rule&quot;:{&quot;width_max&quot;:152.75,&quot;width_min&quot;:152.75,&quot;height_max&quot;:213.5,&quot;height_min&quot;:213.5},&quot;zoom_adjust&quot;:0,&quot;fill_rule&quot;:{&quot;fill_mode&quot;:&quot;adaptive&quot;,&quot;fill_align&quot;:[&quot;rb&quot;,&quot;cb&quot;,&quot;lb&quot;,&quot;rm&quot;,&quot;cm&quot;,&quot;lm&quot;,&quot;rt&quot;,&quot;ct&quot;,&quot;lt&quot;]},&quot;isSeries&quot;:false,&quot;isMaterialsTemp&quot;:false,&quot;dec_direction&quot;:1,&quot;dec_num&quot;:0,&quot;adapt_layouttypes&quot;:{&quot;text&quot;:[&quot;topbottom&quot;,&quot;navigation&quot;,&quot;free&quot;,&quot;bottomtop&quot;,&quot;full&quot;,&quot;leftright&quot;,&quot;slogan&quot;,&quot;magnetic&quot;,&quot;rightleft&quot;]},&quot;coloring&quot;:0,&quot;tags&quot;:{&quot;style&quot;:[&quot;简约&quot;]},&quot;slide_type&quot;:[&quot;text&quot;],&quot;useType&quot;:[&quot;ppt&quot;]}"/>
  <p:tag name="KSO_WM_CHIP_XID" val="60bed22b4737e0f4c1ebe889"/>
  <p:tag name="KSO_WM_CHIP_GROUPID" val="60bed22b4737e0f4c1ebe888"/>
  <p:tag name="KSO_WM_DIAGRAM_COLORING" val="1"/>
</p:tagLst>
</file>

<file path=ppt/tags/tag47.xml><?xml version="1.0" encoding="utf-8"?>
<p:tagLst xmlns:p="http://schemas.openxmlformats.org/presentationml/2006/main">
  <p:tag name="KSO_WM_SLIDE_ID" val="diagram20219505_3"/>
  <p:tag name="KSO_WM_TEMPLATE_SUBCATEGORY" val="24"/>
  <p:tag name="KSO_WM_TEMPLATE_MASTER_TYPE" val="0"/>
  <p:tag name="KSO_WM_TEMPLATE_COLOR_TYPE" val="1"/>
  <p:tag name="KSO_WM_SLIDE_TYPE" val="text"/>
  <p:tag name="KSO_WM_SLIDE_SUBTYPE" val="diag"/>
  <p:tag name="KSO_WM_SLIDE_ITEM_CNT" val="4"/>
  <p:tag name="KSO_WM_SLIDE_INDEX" val="3"/>
  <p:tag name="KSO_WM_SLIDE_SIZE" val="691.538*213.5"/>
  <p:tag name="KSO_WM_SLIDE_POSITION" val="134.231*163.25"/>
  <p:tag name="KSO_WM_TAG_VERSION" val="1.0"/>
  <p:tag name="KSO_WM_BEAUTIFY_FLAG" val="#wm#"/>
  <p:tag name="KSO_WM_TEMPLATE_CATEGORY" val="diagram"/>
  <p:tag name="KSO_WM_TEMPLATE_INDEX" val="20219505"/>
  <p:tag name="KSO_WM_SLIDE_LAYOUT" val="l"/>
  <p:tag name="KSO_WM_SLIDE_LAYOUT_CNT" val="1"/>
  <p:tag name="KSO_WM_DIAGRAM_GROUP_CODE" val="l1-1"/>
  <p:tag name="KSO_WM_SLIDE_DIAGTYPE" val="l"/>
  <p:tag name="KSO_WM_CHIP_INFOS" val="{&quot;width&quot;:152.75,&quot;height&quot;:213.5,&quot;text&quot;:{&quot;align&quot;:[&quot;lm&quot;],&quot;direction&quot;:[&quot;horizontal&quot;]},&quot;diagramItem&quot;:{&quot;direction&quot;:[1],&quot;coloring&quot;:[2],&quot;type&quot;:[&quot;l&quot;],&quot;hasDecrationBetweenItems&quot;:false},&quot;type&quot;:&quot;diagramitem&quot;,&quot;match_code&quot;:&quot;l(h(a_f))&quot;,&quot;adjust_rule&quot;:{&quot;width_max&quot;:152.75,&quot;width_min&quot;:152.75,&quot;height_max&quot;:213.5,&quot;height_min&quot;:213.5},&quot;zoom_adjust&quot;:0,&quot;fill_rule&quot;:{&quot;fill_mode&quot;:&quot;adaptive&quot;,&quot;fill_align&quot;:[&quot;rb&quot;,&quot;cb&quot;,&quot;lb&quot;,&quot;rm&quot;,&quot;cm&quot;,&quot;lm&quot;,&quot;rt&quot;,&quot;ct&quot;,&quot;lt&quot;]},&quot;isSeries&quot;:false,&quot;isMaterialsTemp&quot;:false,&quot;dec_direction&quot;:1,&quot;dec_num&quot;:0,&quot;adapt_layouttypes&quot;:{&quot;text&quot;:[&quot;topbottom&quot;,&quot;navigation&quot;,&quot;free&quot;,&quot;bottomtop&quot;,&quot;full&quot;,&quot;leftright&quot;,&quot;slogan&quot;,&quot;magnetic&quot;,&quot;rightleft&quot;]},&quot;coloring&quot;:0,&quot;tags&quot;:{&quot;style&quot;:[&quot;简约&quot;]},&quot;slide_type&quot;:[&quot;text&quot;],&quot;useType&quot;:[&quot;ppt&quot;]}"/>
  <p:tag name="KSO_WM_CHIP_XID" val="60bed22b4737e0f4c1ebe889"/>
  <p:tag name="KSO_WM_CHIP_GROUPID" val="60bed22b4737e0f4c1ebe888"/>
  <p:tag name="KSO_WM_DIAGRAM_COLORING" val="1"/>
</p:tagLst>
</file>

<file path=ppt/tags/tag48.xml><?xml version="1.0" encoding="utf-8"?>
<p:tagLst xmlns:p="http://schemas.openxmlformats.org/presentationml/2006/main">
  <p:tag name="KSO_WM_SLIDE_ID" val="diagram20219505_3"/>
  <p:tag name="KSO_WM_TEMPLATE_SUBCATEGORY" val="24"/>
  <p:tag name="KSO_WM_TEMPLATE_MASTER_TYPE" val="0"/>
  <p:tag name="KSO_WM_TEMPLATE_COLOR_TYPE" val="1"/>
  <p:tag name="KSO_WM_SLIDE_TYPE" val="text"/>
  <p:tag name="KSO_WM_SLIDE_SUBTYPE" val="diag"/>
  <p:tag name="KSO_WM_SLIDE_ITEM_CNT" val="4"/>
  <p:tag name="KSO_WM_SLIDE_INDEX" val="3"/>
  <p:tag name="KSO_WM_SLIDE_SIZE" val="691.538*213.5"/>
  <p:tag name="KSO_WM_SLIDE_POSITION" val="134.231*163.25"/>
  <p:tag name="KSO_WM_TAG_VERSION" val="1.0"/>
  <p:tag name="KSO_WM_BEAUTIFY_FLAG" val="#wm#"/>
  <p:tag name="KSO_WM_TEMPLATE_CATEGORY" val="diagram"/>
  <p:tag name="KSO_WM_TEMPLATE_INDEX" val="20219505"/>
  <p:tag name="KSO_WM_SLIDE_LAYOUT" val="l"/>
  <p:tag name="KSO_WM_SLIDE_LAYOUT_CNT" val="1"/>
  <p:tag name="KSO_WM_DIAGRAM_GROUP_CODE" val="l1-1"/>
  <p:tag name="KSO_WM_SLIDE_DIAGTYPE" val="l"/>
  <p:tag name="KSO_WM_CHIP_INFOS" val="{&quot;width&quot;:152.75,&quot;height&quot;:213.5,&quot;text&quot;:{&quot;align&quot;:[&quot;lm&quot;],&quot;direction&quot;:[&quot;horizontal&quot;]},&quot;diagramItem&quot;:{&quot;direction&quot;:[1],&quot;coloring&quot;:[2],&quot;type&quot;:[&quot;l&quot;],&quot;hasDecrationBetweenItems&quot;:false},&quot;type&quot;:&quot;diagramitem&quot;,&quot;match_code&quot;:&quot;l(h(a_f))&quot;,&quot;adjust_rule&quot;:{&quot;width_max&quot;:152.75,&quot;width_min&quot;:152.75,&quot;height_max&quot;:213.5,&quot;height_min&quot;:213.5},&quot;zoom_adjust&quot;:0,&quot;fill_rule&quot;:{&quot;fill_mode&quot;:&quot;adaptive&quot;,&quot;fill_align&quot;:[&quot;rb&quot;,&quot;cb&quot;,&quot;lb&quot;,&quot;rm&quot;,&quot;cm&quot;,&quot;lm&quot;,&quot;rt&quot;,&quot;ct&quot;,&quot;lt&quot;]},&quot;isSeries&quot;:false,&quot;isMaterialsTemp&quot;:false,&quot;dec_direction&quot;:1,&quot;dec_num&quot;:0,&quot;adapt_layouttypes&quot;:{&quot;text&quot;:[&quot;topbottom&quot;,&quot;navigation&quot;,&quot;free&quot;,&quot;bottomtop&quot;,&quot;full&quot;,&quot;leftright&quot;,&quot;slogan&quot;,&quot;magnetic&quot;,&quot;rightleft&quot;]},&quot;coloring&quot;:0,&quot;tags&quot;:{&quot;style&quot;:[&quot;简约&quot;]},&quot;slide_type&quot;:[&quot;text&quot;],&quot;useType&quot;:[&quot;ppt&quot;]}"/>
  <p:tag name="KSO_WM_CHIP_XID" val="60bed22b4737e0f4c1ebe889"/>
  <p:tag name="KSO_WM_CHIP_GROUPID" val="60bed22b4737e0f4c1ebe888"/>
  <p:tag name="KSO_WM_DIAGRAM_COLORING" val="1"/>
</p:tagLst>
</file>

<file path=ppt/tags/tag49.xml><?xml version="1.0" encoding="utf-8"?>
<p:tagLst xmlns:p="http://schemas.openxmlformats.org/presentationml/2006/main">
  <p:tag name="KSO_WM_SLIDE_ID" val="diagram20219505_3"/>
  <p:tag name="KSO_WM_TEMPLATE_SUBCATEGORY" val="24"/>
  <p:tag name="KSO_WM_TEMPLATE_MASTER_TYPE" val="0"/>
  <p:tag name="KSO_WM_TEMPLATE_COLOR_TYPE" val="1"/>
  <p:tag name="KSO_WM_SLIDE_TYPE" val="text"/>
  <p:tag name="KSO_WM_SLIDE_SUBTYPE" val="diag"/>
  <p:tag name="KSO_WM_SLIDE_ITEM_CNT" val="4"/>
  <p:tag name="KSO_WM_SLIDE_INDEX" val="3"/>
  <p:tag name="KSO_WM_SLIDE_SIZE" val="691.538*213.5"/>
  <p:tag name="KSO_WM_SLIDE_POSITION" val="134.231*163.25"/>
  <p:tag name="KSO_WM_TAG_VERSION" val="1.0"/>
  <p:tag name="KSO_WM_BEAUTIFY_FLAG" val="#wm#"/>
  <p:tag name="KSO_WM_TEMPLATE_CATEGORY" val="diagram"/>
  <p:tag name="KSO_WM_TEMPLATE_INDEX" val="20219505"/>
  <p:tag name="KSO_WM_SLIDE_LAYOUT" val="l"/>
  <p:tag name="KSO_WM_SLIDE_LAYOUT_CNT" val="1"/>
  <p:tag name="KSO_WM_DIAGRAM_GROUP_CODE" val="l1-1"/>
  <p:tag name="KSO_WM_SLIDE_DIAGTYPE" val="l"/>
  <p:tag name="KSO_WM_CHIP_INFOS" val="{&quot;width&quot;:152.75,&quot;height&quot;:213.5,&quot;text&quot;:{&quot;align&quot;:[&quot;lm&quot;],&quot;direction&quot;:[&quot;horizontal&quot;]},&quot;diagramItem&quot;:{&quot;direction&quot;:[1],&quot;coloring&quot;:[2],&quot;type&quot;:[&quot;l&quot;],&quot;hasDecrationBetweenItems&quot;:false},&quot;type&quot;:&quot;diagramitem&quot;,&quot;match_code&quot;:&quot;l(h(a_f))&quot;,&quot;adjust_rule&quot;:{&quot;width_max&quot;:152.75,&quot;width_min&quot;:152.75,&quot;height_max&quot;:213.5,&quot;height_min&quot;:213.5},&quot;zoom_adjust&quot;:0,&quot;fill_rule&quot;:{&quot;fill_mode&quot;:&quot;adaptive&quot;,&quot;fill_align&quot;:[&quot;rb&quot;,&quot;cb&quot;,&quot;lb&quot;,&quot;rm&quot;,&quot;cm&quot;,&quot;lm&quot;,&quot;rt&quot;,&quot;ct&quot;,&quot;lt&quot;]},&quot;isSeries&quot;:false,&quot;isMaterialsTemp&quot;:false,&quot;dec_direction&quot;:1,&quot;dec_num&quot;:0,&quot;adapt_layouttypes&quot;:{&quot;text&quot;:[&quot;topbottom&quot;,&quot;navigation&quot;,&quot;free&quot;,&quot;bottomtop&quot;,&quot;full&quot;,&quot;leftright&quot;,&quot;slogan&quot;,&quot;magnetic&quot;,&quot;rightleft&quot;]},&quot;coloring&quot;:0,&quot;tags&quot;:{&quot;style&quot;:[&quot;简约&quot;]},&quot;slide_type&quot;:[&quot;text&quot;],&quot;useType&quot;:[&quot;ppt&quot;]}"/>
  <p:tag name="KSO_WM_CHIP_XID" val="60bed22b4737e0f4c1ebe889"/>
  <p:tag name="KSO_WM_CHIP_GROUPID" val="60bed22b4737e0f4c1ebe888"/>
  <p:tag name="KSO_WM_DIAGRAM_COLORING"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WPS主题色">
      <a:dk1>
        <a:srgbClr val="000000"/>
      </a:dk1>
      <a:lt1>
        <a:srgbClr val="FFFFFF"/>
      </a:lt1>
      <a:dk2>
        <a:srgbClr val="303030"/>
      </a:dk2>
      <a:lt2>
        <a:srgbClr val="D7D7D7"/>
      </a:lt2>
      <a:accent1>
        <a:srgbClr val="1D6DC2"/>
      </a:accent1>
      <a:accent2>
        <a:srgbClr val="767676"/>
      </a:accent2>
      <a:accent3>
        <a:srgbClr val="E34C3F"/>
      </a:accent3>
      <a:accent4>
        <a:srgbClr val="34B2E4"/>
      </a:accent4>
      <a:accent5>
        <a:srgbClr val="0AD0DA"/>
      </a:accent5>
      <a:accent6>
        <a:srgbClr val="0ADAAD"/>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Paragraphs>
  <Slides>0</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6</vt:i4>
      </vt:variant>
    </vt:vector>
  </HeadingPairs>
  <TitlesOfParts>
    <vt:vector size="13" baseType="lpstr">
      <vt:lpstr>Arial</vt:lpstr>
      <vt:lpstr>宋体</vt:lpstr>
      <vt:lpstr>Wingdings</vt:lpstr>
      <vt:lpstr>微软雅黑</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  monkey</dc:creator>
  <cp:lastModifiedBy>iPad</cp:lastModifiedBy>
  <cp:revision>493</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2052-12.15.2</vt:lpwstr>
  </property>
  <property fmtid="{D5CDD505-2E9C-101B-9397-08002B2CF9AE}" pid="3" name="ICV">
    <vt:lpwstr>A85D69624B965C09F42DC466A355A55E_33</vt:lpwstr>
  </property>
</Properties>
</file>